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2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8"/>
    <p:sldMasterId id="2147483838" r:id="rId19"/>
    <p:sldMasterId id="2147483886" r:id="rId20"/>
    <p:sldMasterId id="2147483895" r:id="rId21"/>
  </p:sldMasterIdLst>
  <p:notesMasterIdLst>
    <p:notesMasterId r:id="rId24"/>
  </p:notesMasterIdLst>
  <p:handoutMasterIdLst>
    <p:handoutMasterId r:id="rId25"/>
  </p:handoutMasterIdLst>
  <p:sldIdLst>
    <p:sldId id="429" r:id="rId22"/>
    <p:sldId id="265" r:id="rId23"/>
  </p:sldIdLst>
  <p:sldSz cx="12192000" cy="6858000"/>
  <p:notesSz cx="6858000" cy="9144000"/>
  <p:embeddedFontLst>
    <p:embeddedFont>
      <p:font typeface="KPMG Bold" panose="020B0803030202040204" pitchFamily="34" charset="0"/>
      <p:bold r:id="rId26"/>
      <p:boldItalic r:id="rId27"/>
    </p:embeddedFont>
  </p:embeddedFontLst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2B71869-155D-BE4E-4D42-6254A0D20142}" name="Hanson, Max A" initials="HM" userId="S::mahanson@kpmg.com::c3c5d76b-1419-4396-890e-db5fed01c2f2" providerId="AD"/>
  <p188:author id="{641FDAB2-AF57-5F48-BB2B-E26FB3AF2089}" name="Sheridan, Jack" initials="JS" userId="S::jacobsheridan@kpmg.com::d0194f0e-edca-4d51-8263-e3fc5dbdcfa2" providerId="AD"/>
  <p188:author id="{820D35CC-1236-6AEC-6A74-EB9F15AB2A3E}" name="LeSage, Remi" initials="" userId="S::remilesage@kpmg.com::59811184-25de-485a-a437-68c0ea0363e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hite, Catherine" initials="WC" lastIdx="18" clrIdx="0">
    <p:extLst>
      <p:ext uri="{19B8F6BF-5375-455C-9EA6-DF929625EA0E}">
        <p15:presenceInfo xmlns:p15="http://schemas.microsoft.com/office/powerpoint/2012/main" userId="S::cjwhite@kpmg.ca::0dea3d63-dcad-4748-a310-11ef28cac8a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9898"/>
    <a:srgbClr val="63EBDA"/>
    <a:srgbClr val="ACEAFF"/>
    <a:srgbClr val="E5E5E5"/>
    <a:srgbClr val="B2B2B2"/>
    <a:srgbClr val="666666"/>
    <a:srgbClr val="333333"/>
    <a:srgbClr val="FFFFFF"/>
    <a:srgbClr val="00C0AE"/>
    <a:srgbClr val="098E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90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slideMaster" Target="slideMasters/slideMaster1.xml"/><Relationship Id="rId26" Type="http://schemas.openxmlformats.org/officeDocument/2006/relationships/font" Target="fonts/font1.fntdata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4.xml"/><Relationship Id="rId34" Type="http://schemas.microsoft.com/office/2016/11/relationships/changesInfo" Target="changesInfos/changesInfo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handoutMaster" Target="handoutMasters/handoutMaster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slideMaster" Target="slideMasters/slideMaster3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slide" Target="slides/slide2.xml"/><Relationship Id="rId28" Type="http://schemas.openxmlformats.org/officeDocument/2006/relationships/tags" Target="tags/tag1.xml"/><Relationship Id="rId10" Type="http://schemas.openxmlformats.org/officeDocument/2006/relationships/customXml" Target="../customXml/item10.xml"/><Relationship Id="rId19" Type="http://schemas.openxmlformats.org/officeDocument/2006/relationships/slideMaster" Target="slideMasters/slideMaster2.xml"/><Relationship Id="rId31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slide" Target="slides/slide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35" Type="http://schemas.microsoft.com/office/2018/10/relationships/authors" Target="authors.xml"/><Relationship Id="rId8" Type="http://schemas.openxmlformats.org/officeDocument/2006/relationships/customXml" Target="../customXml/item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ridan, Jack" userId="d0194f0e-edca-4d51-8263-e3fc5dbdcfa2" providerId="ADAL" clId="{F3A4526C-0ACE-47F4-85B8-9648C4ED42ED}"/>
    <pc:docChg chg="undo redo custSel addSld delSld modSld sldOrd addSection delSection modSection">
      <pc:chgData name="Sheridan, Jack" userId="d0194f0e-edca-4d51-8263-e3fc5dbdcfa2" providerId="ADAL" clId="{F3A4526C-0ACE-47F4-85B8-9648C4ED42ED}" dt="2026-02-26T17:25:21.680" v="6078" actId="1076"/>
      <pc:docMkLst>
        <pc:docMk/>
      </pc:docMkLst>
      <pc:sldChg chg="del">
        <pc:chgData name="Sheridan, Jack" userId="d0194f0e-edca-4d51-8263-e3fc5dbdcfa2" providerId="ADAL" clId="{F3A4526C-0ACE-47F4-85B8-9648C4ED42ED}" dt="2026-02-26T17:24:20.904" v="6033" actId="47"/>
        <pc:sldMkLst>
          <pc:docMk/>
          <pc:sldMk cId="570883996" sldId="256"/>
        </pc:sldMkLst>
      </pc:sldChg>
      <pc:sldChg chg="del">
        <pc:chgData name="Sheridan, Jack" userId="d0194f0e-edca-4d51-8263-e3fc5dbdcfa2" providerId="ADAL" clId="{F3A4526C-0ACE-47F4-85B8-9648C4ED42ED}" dt="2026-02-26T17:24:21.182" v="6034" actId="47"/>
        <pc:sldMkLst>
          <pc:docMk/>
          <pc:sldMk cId="494642355" sldId="257"/>
        </pc:sldMkLst>
      </pc:sldChg>
      <pc:sldChg chg="del">
        <pc:chgData name="Sheridan, Jack" userId="d0194f0e-edca-4d51-8263-e3fc5dbdcfa2" providerId="ADAL" clId="{F3A4526C-0ACE-47F4-85B8-9648C4ED42ED}" dt="2026-02-26T17:24:21.624" v="6035" actId="47"/>
        <pc:sldMkLst>
          <pc:docMk/>
          <pc:sldMk cId="1081044348" sldId="258"/>
        </pc:sldMkLst>
      </pc:sldChg>
      <pc:sldChg chg="modSp del mod">
        <pc:chgData name="Sheridan, Jack" userId="d0194f0e-edca-4d51-8263-e3fc5dbdcfa2" providerId="ADAL" clId="{F3A4526C-0ACE-47F4-85B8-9648C4ED42ED}" dt="2026-02-26T17:24:14.958" v="6023" actId="47"/>
        <pc:sldMkLst>
          <pc:docMk/>
          <pc:sldMk cId="178026422" sldId="259"/>
        </pc:sldMkLst>
      </pc:sldChg>
      <pc:sldChg chg="addSp delSp modSp add del mod modShow">
        <pc:chgData name="Sheridan, Jack" userId="d0194f0e-edca-4d51-8263-e3fc5dbdcfa2" providerId="ADAL" clId="{F3A4526C-0ACE-47F4-85B8-9648C4ED42ED}" dt="2026-02-26T17:24:14.116" v="6021" actId="47"/>
        <pc:sldMkLst>
          <pc:docMk/>
          <pc:sldMk cId="2550376867" sldId="261"/>
        </pc:sldMkLst>
      </pc:sldChg>
      <pc:sldChg chg="addSp delSp modSp new del mod">
        <pc:chgData name="Sheridan, Jack" userId="d0194f0e-edca-4d51-8263-e3fc5dbdcfa2" providerId="ADAL" clId="{F3A4526C-0ACE-47F4-85B8-9648C4ED42ED}" dt="2026-02-26T17:24:14.744" v="6022" actId="47"/>
        <pc:sldMkLst>
          <pc:docMk/>
          <pc:sldMk cId="2014866451" sldId="262"/>
        </pc:sldMkLst>
      </pc:sldChg>
      <pc:sldChg chg="delSp modSp add del mod">
        <pc:chgData name="Sheridan, Jack" userId="d0194f0e-edca-4d51-8263-e3fc5dbdcfa2" providerId="ADAL" clId="{F3A4526C-0ACE-47F4-85B8-9648C4ED42ED}" dt="2026-02-26T17:25:21.680" v="6078" actId="1076"/>
        <pc:sldMkLst>
          <pc:docMk/>
          <pc:sldMk cId="332758783" sldId="265"/>
        </pc:sldMkLst>
        <pc:spChg chg="del">
          <ac:chgData name="Sheridan, Jack" userId="d0194f0e-edca-4d51-8263-e3fc5dbdcfa2" providerId="ADAL" clId="{F3A4526C-0ACE-47F4-85B8-9648C4ED42ED}" dt="2026-02-26T17:24:49.246" v="6039" actId="478"/>
          <ac:spMkLst>
            <pc:docMk/>
            <pc:sldMk cId="332758783" sldId="265"/>
            <ac:spMk id="6" creationId="{7FCB3AB5-0C78-E90C-EC54-44FAE683B777}"/>
          </ac:spMkLst>
        </pc:spChg>
        <pc:spChg chg="del">
          <ac:chgData name="Sheridan, Jack" userId="d0194f0e-edca-4d51-8263-e3fc5dbdcfa2" providerId="ADAL" clId="{F3A4526C-0ACE-47F4-85B8-9648C4ED42ED}" dt="2026-02-26T17:24:49.246" v="6039" actId="478"/>
          <ac:spMkLst>
            <pc:docMk/>
            <pc:sldMk cId="332758783" sldId="265"/>
            <ac:spMk id="18" creationId="{A1883604-A5DD-0173-01C6-3ACAE59FFB74}"/>
          </ac:spMkLst>
        </pc:spChg>
        <pc:spChg chg="del">
          <ac:chgData name="Sheridan, Jack" userId="d0194f0e-edca-4d51-8263-e3fc5dbdcfa2" providerId="ADAL" clId="{F3A4526C-0ACE-47F4-85B8-9648C4ED42ED}" dt="2026-02-26T17:25:04.669" v="6075" actId="478"/>
          <ac:spMkLst>
            <pc:docMk/>
            <pc:sldMk cId="332758783" sldId="265"/>
            <ac:spMk id="19" creationId="{B25DFC19-A2FC-110D-EE17-29D1B9FE8E8F}"/>
          </ac:spMkLst>
        </pc:spChg>
        <pc:spChg chg="del">
          <ac:chgData name="Sheridan, Jack" userId="d0194f0e-edca-4d51-8263-e3fc5dbdcfa2" providerId="ADAL" clId="{F3A4526C-0ACE-47F4-85B8-9648C4ED42ED}" dt="2026-02-26T17:25:06.141" v="6076" actId="478"/>
          <ac:spMkLst>
            <pc:docMk/>
            <pc:sldMk cId="332758783" sldId="265"/>
            <ac:spMk id="20" creationId="{5FF3739E-EEEB-4D65-7984-30185149F27D}"/>
          </ac:spMkLst>
        </pc:spChg>
        <pc:spChg chg="mod">
          <ac:chgData name="Sheridan, Jack" userId="d0194f0e-edca-4d51-8263-e3fc5dbdcfa2" providerId="ADAL" clId="{F3A4526C-0ACE-47F4-85B8-9648C4ED42ED}" dt="2026-02-26T17:25:21.680" v="6078" actId="1076"/>
          <ac:spMkLst>
            <pc:docMk/>
            <pc:sldMk cId="332758783" sldId="265"/>
            <ac:spMk id="24" creationId="{283AB7B2-54A1-E3A0-A6A2-BAAB9AC57576}"/>
          </ac:spMkLst>
        </pc:spChg>
        <pc:spChg chg="mod">
          <ac:chgData name="Sheridan, Jack" userId="d0194f0e-edca-4d51-8263-e3fc5dbdcfa2" providerId="ADAL" clId="{F3A4526C-0ACE-47F4-85B8-9648C4ED42ED}" dt="2026-02-26T17:25:00.223" v="6074" actId="20577"/>
          <ac:spMkLst>
            <pc:docMk/>
            <pc:sldMk cId="332758783" sldId="265"/>
            <ac:spMk id="27" creationId="{C33A3D57-E59E-8CEF-E5D0-F83211BB5B67}"/>
          </ac:spMkLst>
        </pc:spChg>
        <pc:spChg chg="del">
          <ac:chgData name="Sheridan, Jack" userId="d0194f0e-edca-4d51-8263-e3fc5dbdcfa2" providerId="ADAL" clId="{F3A4526C-0ACE-47F4-85B8-9648C4ED42ED}" dt="2026-02-26T17:25:10.523" v="6077" actId="478"/>
          <ac:spMkLst>
            <pc:docMk/>
            <pc:sldMk cId="332758783" sldId="265"/>
            <ac:spMk id="28" creationId="{C6077DD1-C742-6D87-EE8E-2DAF53B93E26}"/>
          </ac:spMkLst>
        </pc:spChg>
      </pc:sldChg>
      <pc:sldChg chg="add del">
        <pc:chgData name="Sheridan, Jack" userId="d0194f0e-edca-4d51-8263-e3fc5dbdcfa2" providerId="ADAL" clId="{F3A4526C-0ACE-47F4-85B8-9648C4ED42ED}" dt="2026-02-26T17:24:13.696" v="6020" actId="47"/>
        <pc:sldMkLst>
          <pc:docMk/>
          <pc:sldMk cId="1687836996" sldId="269"/>
        </pc:sldMkLst>
      </pc:sldChg>
      <pc:sldChg chg="add del">
        <pc:chgData name="Sheridan, Jack" userId="d0194f0e-edca-4d51-8263-e3fc5dbdcfa2" providerId="ADAL" clId="{F3A4526C-0ACE-47F4-85B8-9648C4ED42ED}" dt="2026-02-26T17:24:13.029" v="6018" actId="47"/>
        <pc:sldMkLst>
          <pc:docMk/>
          <pc:sldMk cId="1955359424" sldId="294"/>
        </pc:sldMkLst>
      </pc:sldChg>
      <pc:sldChg chg="add del">
        <pc:chgData name="Sheridan, Jack" userId="d0194f0e-edca-4d51-8263-e3fc5dbdcfa2" providerId="ADAL" clId="{F3A4526C-0ACE-47F4-85B8-9648C4ED42ED}" dt="2026-02-26T17:24:13.389" v="6019" actId="47"/>
        <pc:sldMkLst>
          <pc:docMk/>
          <pc:sldMk cId="565575689" sldId="301"/>
        </pc:sldMkLst>
      </pc:sldChg>
      <pc:sldChg chg="add del">
        <pc:chgData name="Sheridan, Jack" userId="d0194f0e-edca-4d51-8263-e3fc5dbdcfa2" providerId="ADAL" clId="{F3A4526C-0ACE-47F4-85B8-9648C4ED42ED}" dt="2026-02-26T17:24:11.251" v="6016" actId="47"/>
        <pc:sldMkLst>
          <pc:docMk/>
          <pc:sldMk cId="2323321237" sldId="320"/>
        </pc:sldMkLst>
      </pc:sldChg>
      <pc:sldChg chg="addSp delSp modSp mod">
        <pc:chgData name="Sheridan, Jack" userId="d0194f0e-edca-4d51-8263-e3fc5dbdcfa2" providerId="ADAL" clId="{F3A4526C-0ACE-47F4-85B8-9648C4ED42ED}" dt="2026-02-23T15:46:46.772" v="6012" actId="478"/>
        <pc:sldMkLst>
          <pc:docMk/>
          <pc:sldMk cId="217055605" sldId="429"/>
        </pc:sldMkLst>
        <pc:spChg chg="add mod">
          <ac:chgData name="Sheridan, Jack" userId="d0194f0e-edca-4d51-8263-e3fc5dbdcfa2" providerId="ADAL" clId="{F3A4526C-0ACE-47F4-85B8-9648C4ED42ED}" dt="2026-02-23T15:46:46.772" v="6012" actId="478"/>
          <ac:spMkLst>
            <pc:docMk/>
            <pc:sldMk cId="217055605" sldId="429"/>
            <ac:spMk id="5" creationId="{4A2B257A-3F1B-0564-3BA3-EFBE3F6B4579}"/>
          </ac:spMkLst>
        </pc:spChg>
        <pc:spChg chg="mod">
          <ac:chgData name="Sheridan, Jack" userId="d0194f0e-edca-4d51-8263-e3fc5dbdcfa2" providerId="ADAL" clId="{F3A4526C-0ACE-47F4-85B8-9648C4ED42ED}" dt="2026-02-23T15:46:38.840" v="6011" actId="20577"/>
          <ac:spMkLst>
            <pc:docMk/>
            <pc:sldMk cId="217055605" sldId="429"/>
            <ac:spMk id="9" creationId="{EFB24E22-531A-7CB5-1C02-4C236BDE0BA3}"/>
          </ac:spMkLst>
        </pc:spChg>
      </pc:sldChg>
      <pc:sldChg chg="del">
        <pc:chgData name="Sheridan, Jack" userId="d0194f0e-edca-4d51-8263-e3fc5dbdcfa2" providerId="ADAL" clId="{F3A4526C-0ACE-47F4-85B8-9648C4ED42ED}" dt="2026-02-26T17:24:18.538" v="6027" actId="47"/>
        <pc:sldMkLst>
          <pc:docMk/>
          <pc:sldMk cId="1627580446" sldId="450"/>
        </pc:sldMkLst>
      </pc:sldChg>
      <pc:sldChg chg="modSp add del mod ord">
        <pc:chgData name="Sheridan, Jack" userId="d0194f0e-edca-4d51-8263-e3fc5dbdcfa2" providerId="ADAL" clId="{F3A4526C-0ACE-47F4-85B8-9648C4ED42ED}" dt="2026-02-26T17:24:15.630" v="6025" actId="47"/>
        <pc:sldMkLst>
          <pc:docMk/>
          <pc:sldMk cId="1831723772" sldId="632"/>
        </pc:sldMkLst>
      </pc:sldChg>
      <pc:sldChg chg="del">
        <pc:chgData name="Sheridan, Jack" userId="d0194f0e-edca-4d51-8263-e3fc5dbdcfa2" providerId="ADAL" clId="{F3A4526C-0ACE-47F4-85B8-9648C4ED42ED}" dt="2026-02-26T17:24:19.450" v="6029" actId="47"/>
        <pc:sldMkLst>
          <pc:docMk/>
          <pc:sldMk cId="1274732671" sldId="2147479939"/>
        </pc:sldMkLst>
      </pc:sldChg>
      <pc:sldChg chg="del">
        <pc:chgData name="Sheridan, Jack" userId="d0194f0e-edca-4d51-8263-e3fc5dbdcfa2" providerId="ADAL" clId="{F3A4526C-0ACE-47F4-85B8-9648C4ED42ED}" dt="2026-02-26T17:24:18.980" v="6028" actId="47"/>
        <pc:sldMkLst>
          <pc:docMk/>
          <pc:sldMk cId="3690877007" sldId="2147479940"/>
        </pc:sldMkLst>
      </pc:sldChg>
      <pc:sldChg chg="del">
        <pc:chgData name="Sheridan, Jack" userId="d0194f0e-edca-4d51-8263-e3fc5dbdcfa2" providerId="ADAL" clId="{F3A4526C-0ACE-47F4-85B8-9648C4ED42ED}" dt="2026-02-26T17:24:18.019" v="6026" actId="47"/>
        <pc:sldMkLst>
          <pc:docMk/>
          <pc:sldMk cId="3021469145" sldId="2147479944"/>
        </pc:sldMkLst>
      </pc:sldChg>
      <pc:sldChg chg="add del">
        <pc:chgData name="Sheridan, Jack" userId="d0194f0e-edca-4d51-8263-e3fc5dbdcfa2" providerId="ADAL" clId="{F3A4526C-0ACE-47F4-85B8-9648C4ED42ED}" dt="2026-02-26T17:24:12.693" v="6017" actId="47"/>
        <pc:sldMkLst>
          <pc:docMk/>
          <pc:sldMk cId="3228834655" sldId="2147481916"/>
        </pc:sldMkLst>
      </pc:sldChg>
      <pc:sldChg chg="del">
        <pc:chgData name="Sheridan, Jack" userId="d0194f0e-edca-4d51-8263-e3fc5dbdcfa2" providerId="ADAL" clId="{F3A4526C-0ACE-47F4-85B8-9648C4ED42ED}" dt="2026-02-26T17:24:15.319" v="6024" actId="47"/>
        <pc:sldMkLst>
          <pc:docMk/>
          <pc:sldMk cId="1271576952" sldId="2147483467"/>
        </pc:sldMkLst>
      </pc:sldChg>
      <pc:sldChg chg="del">
        <pc:chgData name="Sheridan, Jack" userId="d0194f0e-edca-4d51-8263-e3fc5dbdcfa2" providerId="ADAL" clId="{F3A4526C-0ACE-47F4-85B8-9648C4ED42ED}" dt="2026-02-26T17:24:20.261" v="6031" actId="47"/>
        <pc:sldMkLst>
          <pc:docMk/>
          <pc:sldMk cId="2789792575" sldId="2147483470"/>
        </pc:sldMkLst>
      </pc:sldChg>
      <pc:sldChg chg="del">
        <pc:chgData name="Sheridan, Jack" userId="d0194f0e-edca-4d51-8263-e3fc5dbdcfa2" providerId="ADAL" clId="{F3A4526C-0ACE-47F4-85B8-9648C4ED42ED}" dt="2026-02-26T17:24:19.890" v="6030" actId="47"/>
        <pc:sldMkLst>
          <pc:docMk/>
          <pc:sldMk cId="3941278466" sldId="2147483471"/>
        </pc:sldMkLst>
      </pc:sldChg>
      <pc:sldChg chg="del">
        <pc:chgData name="Sheridan, Jack" userId="d0194f0e-edca-4d51-8263-e3fc5dbdcfa2" providerId="ADAL" clId="{F3A4526C-0ACE-47F4-85B8-9648C4ED42ED}" dt="2026-02-26T17:24:20.641" v="6032" actId="47"/>
        <pc:sldMkLst>
          <pc:docMk/>
          <pc:sldMk cId="65649810" sldId="2147483647"/>
        </pc:sldMkLst>
      </pc:sldChg>
    </pc:docChg>
  </pc:docChgLst>
  <pc:docChgLst>
    <pc:chgData name="LeSage, Remi" userId="59811184-25de-485a-a437-68c0ea0363e9" providerId="ADAL" clId="{F3C668F0-92C5-4CAA-9B22-FC3FDEC24BC7}"/>
    <pc:docChg chg="undo custSel addSld modSld sldOrd modSection">
      <pc:chgData name="LeSage, Remi" userId="59811184-25de-485a-a437-68c0ea0363e9" providerId="ADAL" clId="{F3C668F0-92C5-4CAA-9B22-FC3FDEC24BC7}" dt="2026-02-05T20:13:00.785" v="259" actId="20577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54D5F6-3183-428A-85C8-51C26DD4B5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608F93-CC89-4063-A187-7B1597877F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ABA84C-EC3E-4598-9C4D-8CE1D2A956F5}" type="datetimeFigureOut">
              <a:rPr lang="en-GB" smtClean="0">
                <a:latin typeface="Arial" panose="020B0604020202020204" pitchFamily="34" charset="0"/>
              </a:rPr>
              <a:t>26/02/2026</a:t>
            </a:fld>
            <a:endParaRPr lang="en-GB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24D309-D941-4AA7-AD70-D334F1D592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E99044-B362-4E47-A054-164531AC8F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C0F9D0-9E03-483D-AC3B-FCB5CBA393CA}" type="slidenum">
              <a:rPr lang="en-GB" smtClean="0">
                <a:latin typeface="Arial" panose="020B0604020202020204" pitchFamily="34" charset="0"/>
              </a:rPr>
              <a:t>‹#›</a:t>
            </a:fld>
            <a:endParaRPr lang="en-GB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302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C57A4BF-14E0-48E2-B42F-B29D277000AB}" type="datetimeFigureOut">
              <a:rPr lang="en-GB" smtClean="0"/>
              <a:pPr/>
              <a:t>26/02/2026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9B5D948F-A673-4DC7-A0E9-FA274EAF36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308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34433-8B5E-2363-6804-476155693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DCB37B-4EEF-73E0-4B37-2F80109BB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F7D22-7BAE-D255-FCB5-AE6AFDDAA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3DA10-CEE3-D563-0CA2-B8EEEA090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948F-A673-4DC7-A0E9-FA274EAF3634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841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9.svg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4.jpeg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 cover with blu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7DDB07-F743-7464-FFF7-32286B51E9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302" y="1456388"/>
            <a:ext cx="5506648" cy="3442681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614966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357588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41302" y="5007009"/>
            <a:ext cx="55066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84BD71-38D7-4AC1-B38A-7DE8843A6D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831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 cover with white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1EF583-5E0E-CD31-4F49-00B0E07FB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302" y="1456388"/>
            <a:ext cx="5506648" cy="3442681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614966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357588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41302" y="5007009"/>
            <a:ext cx="55066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84BD71-38D7-4AC1-B38A-7DE8843A6D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Horizontal Window_Dark backgrou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96C774-8B31-4EC8-BF6C-ACF71C2F0C15}"/>
              </a:ext>
            </a:extLst>
          </p:cNvPr>
          <p:cNvSpPr>
            <a:spLocks noChangeAspect="1"/>
          </p:cNvSpPr>
          <p:nvPr userDrawn="1"/>
        </p:nvSpPr>
        <p:spPr>
          <a:xfrm>
            <a:off x="741301" y="1470479"/>
            <a:ext cx="6350010" cy="4445007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7666" y="1759937"/>
            <a:ext cx="5765982" cy="2903488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017666" y="4752153"/>
            <a:ext cx="5765982" cy="816606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AE81D1E-EC03-4E35-9F55-9751C67CE0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7177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ertical Window_Dark backgrou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F73FA8F-86B4-4B38-9318-B211F1BBAFEB}"/>
              </a:ext>
            </a:extLst>
          </p:cNvPr>
          <p:cNvSpPr>
            <a:spLocks noChangeAspect="1"/>
          </p:cNvSpPr>
          <p:nvPr userDrawn="1"/>
        </p:nvSpPr>
        <p:spPr>
          <a:xfrm>
            <a:off x="741301" y="1470479"/>
            <a:ext cx="3099633" cy="441094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7666" y="1759937"/>
            <a:ext cx="2487266" cy="2900514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1017666" y="4752153"/>
            <a:ext cx="2487267" cy="81577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8ADB91F-075F-40EA-BBF8-09E1B53E17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59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Horizontal Window_Light background">
    <p:bg>
      <p:bgPr>
        <a:gradFill>
          <a:gsLst>
            <a:gs pos="0">
              <a:schemeClr val="accent4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96C774-8B31-4EC8-BF6C-ACF71C2F0C15}"/>
              </a:ext>
            </a:extLst>
          </p:cNvPr>
          <p:cNvSpPr>
            <a:spLocks noChangeAspect="1"/>
          </p:cNvSpPr>
          <p:nvPr userDrawn="1"/>
        </p:nvSpPr>
        <p:spPr>
          <a:xfrm>
            <a:off x="741301" y="1470479"/>
            <a:ext cx="6350010" cy="4445007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7666" y="1759937"/>
            <a:ext cx="5765982" cy="2903488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017666" y="4752153"/>
            <a:ext cx="5765982" cy="816606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AE81D1E-EC03-4E35-9F55-9751C67CE0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6251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ertical Window_Light background">
    <p:bg>
      <p:bgPr>
        <a:gradFill flip="none" rotWithShape="1">
          <a:gsLst>
            <a:gs pos="0">
              <a:schemeClr val="accent4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F73FA8F-86B4-4B38-9318-B211F1BBAFEB}"/>
              </a:ext>
            </a:extLst>
          </p:cNvPr>
          <p:cNvSpPr>
            <a:spLocks noChangeAspect="1"/>
          </p:cNvSpPr>
          <p:nvPr userDrawn="1"/>
        </p:nvSpPr>
        <p:spPr>
          <a:xfrm>
            <a:off x="741301" y="1470479"/>
            <a:ext cx="3099633" cy="441094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7666" y="1759937"/>
            <a:ext cx="2487266" cy="2900514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1017666" y="4752153"/>
            <a:ext cx="2487267" cy="81577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8ADB91F-075F-40EA-BBF8-09E1B53E17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0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Horizontal Window Image_Cobal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129527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872149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1D0B9D96-907F-4E37-B5A7-830AD095F223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4909676" y="1456388"/>
            <a:ext cx="6283848" cy="4364991"/>
          </a:xfrm>
          <a:solidFill>
            <a:schemeClr val="accent2"/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lang="en-GB" sz="1000" b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E8E14845-BB2E-4EA2-8CBD-F35A520E36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1301" y="1456388"/>
            <a:ext cx="3432043" cy="3427743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423222F2-0E39-45E4-8918-49125CD7C1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1301" y="5007010"/>
            <a:ext cx="3432043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6BE9D60-8E37-4DED-A951-A9C36EAA76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175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Vertical Window Image_Cobal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302" y="1456388"/>
            <a:ext cx="5506648" cy="3442681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614966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357588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41302" y="5007009"/>
            <a:ext cx="55066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13BD1F9C-C7CA-4162-BCD4-0E8701D30076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686141" y="736722"/>
            <a:ext cx="3764557" cy="5391258"/>
          </a:xfrm>
          <a:solidFill>
            <a:schemeClr val="accent2"/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lang="en-GB" sz="1000" b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84BD71-38D7-4AC1-B38A-7DE8843A6D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208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l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99F4025-D6D1-3FCA-5131-3FE2BFC2B5A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" y="0"/>
            <a:ext cx="6509442" cy="6029325"/>
          </a:xfr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t"/>
          <a:lstStyle>
            <a:lvl1pPr algn="ctr">
              <a:defRPr lang="en-US" sz="1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2296814"/>
            <a:ext cx="4020256" cy="533400"/>
          </a:xfrm>
        </p:spPr>
        <p:txBody>
          <a:bodyPr anchor="ctr"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B27649C9-300B-0A43-CF29-9A706DD5F4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26313" y="517524"/>
            <a:ext cx="4362488" cy="5231425"/>
          </a:xfrm>
        </p:spPr>
        <p:txBody>
          <a:bodyPr anchor="ctr"/>
          <a:lstStyle>
            <a:lvl1pPr>
              <a:spcAft>
                <a:spcPts val="0"/>
              </a:spcAft>
              <a:defRPr sz="1800" b="1">
                <a:solidFill>
                  <a:schemeClr val="tx2"/>
                </a:solidFill>
              </a:defRPr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80861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da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99F4025-D6D1-3FCA-5131-3FE2BFC2B5A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" y="0"/>
            <a:ext cx="6509442" cy="6029325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t"/>
          <a:lstStyle>
            <a:lvl1pPr algn="ctr">
              <a:defRPr lang="en-US" sz="1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2296814"/>
            <a:ext cx="4020256" cy="533400"/>
          </a:xfrm>
        </p:spPr>
        <p:txBody>
          <a:bodyPr anchor="ctr"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B27649C9-300B-0A43-CF29-9A706DD5F4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26313" y="517524"/>
            <a:ext cx="4362488" cy="5231425"/>
          </a:xfrm>
        </p:spPr>
        <p:txBody>
          <a:bodyPr anchor="ctr"/>
          <a:lstStyle>
            <a:lvl1pPr>
              <a:spcAft>
                <a:spcPts val="0"/>
              </a:spcAft>
              <a:defRPr sz="1800" b="1">
                <a:solidFill>
                  <a:schemeClr val="tx2"/>
                </a:solidFill>
              </a:defRPr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76061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707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light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BE8CBDF-D242-FD5E-4CDF-5C82B2B7CB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876925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5043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Dark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BE8CBDF-D242-FD5E-4CDF-5C82B2B7CB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876925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731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7546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52C9E4-0AA5-DF17-A208-1A1E7BA63E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876925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43744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06C60-BBAD-4B44-9D69-536848922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147A601A-3AE8-4889-A026-9740E00CCFBB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0572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FC99C-7410-4D22-BA8D-48877FCF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F0349-D058-A407-0551-F4C4F624967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319213"/>
            <a:ext cx="8759824" cy="4552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43585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with background imag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44AC5D4-EADD-ECDB-2470-C619A59C07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5872163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FC99C-7410-4D22-BA8D-48877FCF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F0349-D058-A407-0551-F4C4F624967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319213"/>
            <a:ext cx="8759824" cy="4312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20545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FC99C-7410-4D22-BA8D-48877FCF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F0349-D058-A407-0551-F4C4F624967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319213"/>
            <a:ext cx="7071275" cy="4552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70D78B4-5113-23F5-AF68-C56D3317A34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74455" y="1319213"/>
            <a:ext cx="2822182" cy="4552950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24853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with vertic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5C54AE5-D1B8-61EC-0152-53A094C39C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47074" y="0"/>
            <a:ext cx="3005971" cy="6858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FC99C-7410-4D22-BA8D-48877FCF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431800"/>
            <a:ext cx="7071274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F0349-D058-A407-0551-F4C4F624967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319213"/>
            <a:ext cx="7071275" cy="4552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7135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_doubl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C733E-E364-489F-B7AF-D2002EE59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364" y="431800"/>
            <a:ext cx="10204450" cy="100107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7C9FF4-C999-39DC-2F76-6B71B5A8BED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700213"/>
            <a:ext cx="8759824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2394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3FD8B3-A559-4E34-BA53-32A7F927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48947F85-E5F1-445E-BD2C-8963D165668D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75E1DB-F124-D258-2E60-1D91DC98BF9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330325"/>
            <a:ext cx="8745674" cy="4546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93720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tent - One Column - Image background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F46F35F-06C5-0399-C927-16C811862E6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5876925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tx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tx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3FD8B3-A559-4E34-BA53-32A7F927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48947F85-E5F1-445E-BD2C-8963D165668D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75E1DB-F124-D258-2E60-1D91DC98BF9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330325"/>
            <a:ext cx="8745674" cy="43461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56968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_double title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8">
            <a:extLst>
              <a:ext uri="{FF2B5EF4-FFF2-40B4-BE49-F238E27FC236}">
                <a16:creationId xmlns:a16="http://schemas.microsoft.com/office/drawing/2014/main" id="{F4561A05-7671-4539-AB97-A9979F67EB4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3AAE32-05EB-420A-97AB-3254804D3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364" y="431799"/>
            <a:ext cx="10204450" cy="9633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en-GB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567897B5-3A96-440B-8018-FDD880280B2A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C56427-BEBE-72D5-9F72-57A321667ED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700213"/>
            <a:ext cx="8745536" cy="41767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8224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69D30F-5094-425F-A158-0850AE27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B3EC5E-F3D7-A1BA-615C-40D2A155A4B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95363" y="1330325"/>
            <a:ext cx="4968000" cy="454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A7FDECC-089E-DBE5-1B2C-4C338AF06D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0800" y="1330325"/>
            <a:ext cx="4968000" cy="454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09967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wo Column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C918AE-52AC-4531-9640-0D2CA3A28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79D6C947-06F1-4188-A558-E10C77FF12CE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92138313-6F7E-9B18-D72C-5FB26A14BE9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95363" y="1330125"/>
            <a:ext cx="4968000" cy="45465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451948A6-255B-1B23-B9F9-4670FB4176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0800" y="1330125"/>
            <a:ext cx="4968000" cy="45465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5841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Cha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D32ADA-D319-4A1F-BF43-8C0B259FA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E5A1F-6A53-8F08-BF73-3A465A63460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95363" y="1338067"/>
            <a:ext cx="10195200" cy="2136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A9A8E5C-1DF5-A8AD-B648-0094CAE89A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95363" y="3741091"/>
            <a:ext cx="10195200" cy="2136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86615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bot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D32ADA-D319-4A1F-BF43-8C0B259FA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E5A1F-6A53-8F08-BF73-3A465A63460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95363" y="1338067"/>
            <a:ext cx="10195200" cy="2136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A0A351A-AC30-1EF0-1C9E-8C41C93B143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3740149"/>
            <a:ext cx="12192000" cy="2136776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875819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Two Column +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398D60-3AA9-4DD4-AFCF-8682C70E39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3200" y="1322389"/>
            <a:ext cx="10185400" cy="518400"/>
          </a:xfrm>
        </p:spPr>
        <p:txBody>
          <a:bodyPr/>
          <a:lstStyle>
            <a:lvl1pPr>
              <a:defRPr sz="1800" kern="0"/>
            </a:lvl1pPr>
          </a:lstStyle>
          <a:p>
            <a:pPr lvl="0"/>
            <a:r>
              <a:rPr lang="en-US"/>
              <a:t>Introduction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C6ADA-51FB-F5AE-B78E-993E3048257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03300" y="2051049"/>
            <a:ext cx="4967288" cy="3825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7FAE8E2-031A-E822-2E9D-3F665FC6E6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20800" y="2051049"/>
            <a:ext cx="4967288" cy="3825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8746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wo Column + Intro + Bottom content 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398D60-3AA9-4DD4-AFCF-8682C70E39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3200" y="1322389"/>
            <a:ext cx="10185400" cy="518400"/>
          </a:xfrm>
        </p:spPr>
        <p:txBody>
          <a:bodyPr/>
          <a:lstStyle>
            <a:lvl1pPr>
              <a:defRPr sz="1800" kern="0"/>
            </a:lvl1pPr>
          </a:lstStyle>
          <a:p>
            <a:pPr lvl="0"/>
            <a:r>
              <a:rPr lang="en-US"/>
              <a:t>Introduction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C6ADA-51FB-F5AE-B78E-993E3048257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03300" y="2051050"/>
            <a:ext cx="4967288" cy="1470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7FAE8E2-031A-E822-2E9D-3F665FC6E6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20800" y="2051050"/>
            <a:ext cx="4967288" cy="1470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7D83062-1E57-69E1-3C81-C160D7CFD6E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03199" y="3675709"/>
            <a:ext cx="10187363" cy="22021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8425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wo column + header imag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F83AC61-1BCB-1F69-DD53-B0AAED647D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250166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2910600"/>
            <a:ext cx="10185600" cy="518400"/>
          </a:xfrm>
        </p:spPr>
        <p:txBody>
          <a:bodyPr/>
          <a:lstStyle>
            <a:lvl1pPr>
              <a:defRPr kern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5CD9A9-9858-C4E3-4703-C9709BC2E35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03300" y="3733800"/>
            <a:ext cx="4967288" cy="21902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6B4FB7A-CA88-373B-4037-472FAF622F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1412" y="3733800"/>
            <a:ext cx="4967288" cy="21902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52427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 Column 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93B809-7A30-47BC-953E-AF9FE10FD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054C0-4190-A073-FF06-A5EB62316AA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5363" y="1331912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6105C62-91E0-B66D-85BA-D26896F940D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02150" y="1331912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887642C3-1AC2-77F0-4602-3BAD72478B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08937" y="1331912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5E75ECB-D0CA-2D00-702F-1AD57C5EBA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95363" y="3742126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B33D029-7198-2E2E-5E6C-B289731A27F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502150" y="3742126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7A19DB0-EA08-D699-0C88-37B4D178D11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08937" y="3742126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96483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FIV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>
            <a:lvl1pPr>
              <a:defRPr kern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0C064-15D1-24D5-3E98-71739E8B8974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003300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428DB69-A5E6-3995-43BE-21D7823D616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074470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84EA45F-006F-C693-3D9A-C894873CED48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145641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92FB52F-B0E0-37C7-5F65-EEF98E215D4C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7216812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B7BF63F-B2C0-FCAC-0EB5-D84B8D6B88E0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287982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1046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rocess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1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3068984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134768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7200552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3068984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5134768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7200552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9266337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9266337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F9AD75-9C5D-491A-8EB6-1E4763A9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748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5 column + intro + heade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580C36-1E70-46DD-9783-AFD66B7DEC90}"/>
              </a:ext>
            </a:extLst>
          </p:cNvPr>
          <p:cNvSpPr/>
          <p:nvPr userDrawn="1"/>
        </p:nvSpPr>
        <p:spPr>
          <a:xfrm>
            <a:off x="0" y="0"/>
            <a:ext cx="12192000" cy="268605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400" err="1">
              <a:solidFill>
                <a:schemeClr val="bg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8557E01-A30E-46EA-BAB3-4F33E0992F3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95363" y="1330325"/>
            <a:ext cx="10185400" cy="246221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9724627-195E-4BFD-9A60-FFD6EECF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3FA197-29C7-A542-7F4A-98E54EAA4044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95363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80062C7F-1E7F-D3F0-42DA-19C1A9676E4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048397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DB8C39D9-73AE-A115-2AC4-E84A2758E60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101431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ED9CEF0B-75E3-E133-3C7E-37C7249C4ACC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154465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891467F-14E8-7772-2AA4-3FE5032AA06B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9207500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93110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rocess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3593775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184350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8774926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3593775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618435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8774926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70D7C0-6953-439A-A54E-CED56520F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3077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FIVE COLUMN + Subtitl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2C7EC625-DE37-4829-ACBE-0373F0B829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32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>
                <a:solidFill>
                  <a:schemeClr val="tx1"/>
                </a:solidFill>
              </a:defRPr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>
            <a:lvl1pPr>
              <a:defRPr kern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037C46F-D057-4106-9B45-A730A557B5D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726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E33DBCF-2199-4682-AAC2-C3FC0CBE92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420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E130E5C8-8660-4D01-AD3B-CEEFB37F753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114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F404CCF0-6C3D-42EE-9F8D-FE237FEEB1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80798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7138E-6EE9-4E16-AB30-D7C7DA3DCE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98538" y="1630363"/>
            <a:ext cx="1906587" cy="563562"/>
          </a:xfrm>
          <a:solidFill>
            <a:srgbClr val="1E49E2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E652417-F61A-4ABE-AAED-E30436B90B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73464" y="1630363"/>
            <a:ext cx="1906587" cy="563562"/>
          </a:xfrm>
          <a:solidFill>
            <a:schemeClr val="tx2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218554-B99A-45E3-9AE4-434D8CA5AD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40699" y="1630363"/>
            <a:ext cx="1906587" cy="563562"/>
          </a:xfrm>
          <a:solidFill>
            <a:schemeClr val="accent4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FCA38BE-76B7-4635-8179-9D7DD99CD97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07934" y="1630363"/>
            <a:ext cx="1906587" cy="563562"/>
          </a:xfrm>
          <a:solidFill>
            <a:schemeClr val="accent3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2020005-E0B8-4233-8022-8AC559F11D2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80798" y="1630363"/>
            <a:ext cx="1906587" cy="563562"/>
          </a:xfrm>
          <a:solidFill>
            <a:schemeClr val="accent1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253055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Quad Box with Center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19862B5-E58D-4F98-8070-F04E6659AC38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3346" y="1330325"/>
            <a:ext cx="4967685" cy="2132614"/>
          </a:xfrm>
          <a:custGeom>
            <a:avLst/>
            <a:gdLst>
              <a:gd name="connsiteX0" fmla="*/ 0 w 4967685"/>
              <a:gd name="connsiteY0" fmla="*/ 0 h 2132614"/>
              <a:gd name="connsiteX1" fmla="*/ 4967685 w 4967685"/>
              <a:gd name="connsiteY1" fmla="*/ 0 h 2132614"/>
              <a:gd name="connsiteX2" fmla="*/ 4967685 w 4967685"/>
              <a:gd name="connsiteY2" fmla="*/ 1013538 h 2132614"/>
              <a:gd name="connsiteX3" fmla="*/ 3364916 w 4967685"/>
              <a:gd name="connsiteY3" fmla="*/ 1013538 h 2132614"/>
              <a:gd name="connsiteX4" fmla="*/ 3364916 w 4967685"/>
              <a:gd name="connsiteY4" fmla="*/ 2132614 h 2132614"/>
              <a:gd name="connsiteX5" fmla="*/ 0 w 4967685"/>
              <a:gd name="connsiteY5" fmla="*/ 2132614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7685" h="2132614">
                <a:moveTo>
                  <a:pt x="0" y="0"/>
                </a:moveTo>
                <a:lnTo>
                  <a:pt x="4967685" y="0"/>
                </a:lnTo>
                <a:lnTo>
                  <a:pt x="4967685" y="1013538"/>
                </a:lnTo>
                <a:lnTo>
                  <a:pt x="3364916" y="1013538"/>
                </a:lnTo>
                <a:lnTo>
                  <a:pt x="3364916" y="2132614"/>
                </a:lnTo>
                <a:lnTo>
                  <a:pt x="0" y="2132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08000" tIns="108000" rIns="1872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EEBDCDC-F212-4ED4-8D32-7B1BC919EF2D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6232260" y="1330325"/>
            <a:ext cx="4970724" cy="2132614"/>
          </a:xfrm>
          <a:custGeom>
            <a:avLst/>
            <a:gdLst>
              <a:gd name="connsiteX0" fmla="*/ 0 w 4970724"/>
              <a:gd name="connsiteY0" fmla="*/ 0 h 2132614"/>
              <a:gd name="connsiteX1" fmla="*/ 4970724 w 4970724"/>
              <a:gd name="connsiteY1" fmla="*/ 0 h 2132614"/>
              <a:gd name="connsiteX2" fmla="*/ 4970724 w 4970724"/>
              <a:gd name="connsiteY2" fmla="*/ 2132614 h 2132614"/>
              <a:gd name="connsiteX3" fmla="*/ 1602767 w 4970724"/>
              <a:gd name="connsiteY3" fmla="*/ 2132614 h 2132614"/>
              <a:gd name="connsiteX4" fmla="*/ 1602767 w 4970724"/>
              <a:gd name="connsiteY4" fmla="*/ 1013538 h 2132614"/>
              <a:gd name="connsiteX5" fmla="*/ 0 w 4970724"/>
              <a:gd name="connsiteY5" fmla="*/ 1013538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70724" h="2132614">
                <a:moveTo>
                  <a:pt x="0" y="0"/>
                </a:moveTo>
                <a:lnTo>
                  <a:pt x="4970724" y="0"/>
                </a:lnTo>
                <a:lnTo>
                  <a:pt x="4970724" y="2132614"/>
                </a:lnTo>
                <a:lnTo>
                  <a:pt x="1602767" y="2132614"/>
                </a:lnTo>
                <a:lnTo>
                  <a:pt x="1602767" y="1013538"/>
                </a:lnTo>
                <a:lnTo>
                  <a:pt x="0" y="10135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872000" tIns="108000" rIns="108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E0E984E-3A85-42BD-A2C6-26D3EB300D8B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1003346" y="3747502"/>
            <a:ext cx="4967685" cy="2132614"/>
          </a:xfrm>
          <a:custGeom>
            <a:avLst/>
            <a:gdLst>
              <a:gd name="connsiteX0" fmla="*/ 0 w 4967685"/>
              <a:gd name="connsiteY0" fmla="*/ 0 h 2132614"/>
              <a:gd name="connsiteX1" fmla="*/ 3364916 w 4967685"/>
              <a:gd name="connsiteY1" fmla="*/ 0 h 2132614"/>
              <a:gd name="connsiteX2" fmla="*/ 3364916 w 4967685"/>
              <a:gd name="connsiteY2" fmla="*/ 1119077 h 2132614"/>
              <a:gd name="connsiteX3" fmla="*/ 4967685 w 4967685"/>
              <a:gd name="connsiteY3" fmla="*/ 1119077 h 2132614"/>
              <a:gd name="connsiteX4" fmla="*/ 4967685 w 4967685"/>
              <a:gd name="connsiteY4" fmla="*/ 2132614 h 2132614"/>
              <a:gd name="connsiteX5" fmla="*/ 0 w 4967685"/>
              <a:gd name="connsiteY5" fmla="*/ 2132614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7685" h="2132614">
                <a:moveTo>
                  <a:pt x="0" y="0"/>
                </a:moveTo>
                <a:lnTo>
                  <a:pt x="3364916" y="0"/>
                </a:lnTo>
                <a:lnTo>
                  <a:pt x="3364916" y="1119077"/>
                </a:lnTo>
                <a:lnTo>
                  <a:pt x="4967685" y="1119077"/>
                </a:lnTo>
                <a:lnTo>
                  <a:pt x="4967685" y="2132614"/>
                </a:lnTo>
                <a:lnTo>
                  <a:pt x="0" y="2132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08000" tIns="108000" rIns="1872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DB6DB5B-6EBB-4E77-8ECE-2DE4424BD660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6232260" y="3747502"/>
            <a:ext cx="4970724" cy="2132614"/>
          </a:xfrm>
          <a:custGeom>
            <a:avLst/>
            <a:gdLst>
              <a:gd name="connsiteX0" fmla="*/ 1602767 w 4970724"/>
              <a:gd name="connsiteY0" fmla="*/ 0 h 2132614"/>
              <a:gd name="connsiteX1" fmla="*/ 4970724 w 4970724"/>
              <a:gd name="connsiteY1" fmla="*/ 0 h 2132614"/>
              <a:gd name="connsiteX2" fmla="*/ 4970724 w 4970724"/>
              <a:gd name="connsiteY2" fmla="*/ 2132614 h 2132614"/>
              <a:gd name="connsiteX3" fmla="*/ 0 w 4970724"/>
              <a:gd name="connsiteY3" fmla="*/ 2132614 h 2132614"/>
              <a:gd name="connsiteX4" fmla="*/ 0 w 4970724"/>
              <a:gd name="connsiteY4" fmla="*/ 1119077 h 2132614"/>
              <a:gd name="connsiteX5" fmla="*/ 1602767 w 4970724"/>
              <a:gd name="connsiteY5" fmla="*/ 1119077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70724" h="2132614">
                <a:moveTo>
                  <a:pt x="1602767" y="0"/>
                </a:moveTo>
                <a:lnTo>
                  <a:pt x="4970724" y="0"/>
                </a:lnTo>
                <a:lnTo>
                  <a:pt x="4970724" y="2132614"/>
                </a:lnTo>
                <a:lnTo>
                  <a:pt x="0" y="2132614"/>
                </a:lnTo>
                <a:lnTo>
                  <a:pt x="0" y="1119077"/>
                </a:lnTo>
                <a:lnTo>
                  <a:pt x="1602767" y="111907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872000" tIns="108000" rIns="108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CCA206-C726-4930-8059-66751EC1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9FE0EB-C435-5FB3-FCE5-D3B348E2ACAE}"/>
              </a:ext>
            </a:extLst>
          </p:cNvPr>
          <p:cNvSpPr>
            <a:spLocks noGrp="1"/>
          </p:cNvSpPr>
          <p:nvPr>
            <p:ph sz="quarter" idx="57"/>
          </p:nvPr>
        </p:nvSpPr>
        <p:spPr>
          <a:xfrm>
            <a:off x="4570413" y="2546350"/>
            <a:ext cx="3049649" cy="2132013"/>
          </a:xfrm>
          <a:solidFill>
            <a:schemeClr val="accent1"/>
          </a:solidFill>
          <a:ln>
            <a:noFill/>
          </a:ln>
        </p:spPr>
        <p:txBody>
          <a:bodyPr vert="horz" lIns="108000" tIns="108000" rIns="108000" bIns="108000" rtlCol="0" anchor="ctr" anchorCtr="1">
            <a:noAutofit/>
          </a:bodyPr>
          <a:lstStyle>
            <a:lvl1pPr algn="ctr">
              <a:defRPr lang="en-US" dirty="0" smtClean="0">
                <a:solidFill>
                  <a:schemeClr val="bg1"/>
                </a:solidFill>
                <a:cs typeface="Arial" panose="020B0604020202020204" pitchFamily="34" charset="0"/>
              </a:defRPr>
            </a:lvl1pPr>
            <a:lvl2pPr algn="ctr">
              <a:defRPr lang="en-US" dirty="0" smtClean="0">
                <a:solidFill>
                  <a:schemeClr val="bg1"/>
                </a:solidFill>
              </a:defRPr>
            </a:lvl2pPr>
            <a:lvl3pPr algn="ctr">
              <a:defRPr lang="en-US" dirty="0" smtClean="0">
                <a:solidFill>
                  <a:schemeClr val="bg1"/>
                </a:solidFill>
              </a:defRPr>
            </a:lvl3pPr>
            <a:lvl4pPr algn="ctr">
              <a:defRPr lang="en-US" dirty="0" smtClean="0">
                <a:solidFill>
                  <a:schemeClr val="bg1"/>
                </a:solidFill>
              </a:defRPr>
            </a:lvl4pPr>
            <a:lvl5pPr algn="ctr">
              <a:defRPr lang="en-US" dirty="0">
                <a:solidFill>
                  <a:schemeClr val="bg1"/>
                </a:solidFill>
              </a:defRPr>
            </a:lvl5pPr>
          </a:lstStyle>
          <a:p>
            <a:pPr lvl="0" algn="ctr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72251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Column + Blu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100320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623604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76913D-77B2-43C9-9A9E-B86D68E1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5EBE6-C4EB-3D63-4351-4FBEA06A0BC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002588" y="1720850"/>
            <a:ext cx="4968000" cy="4156074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E5B1772-E65F-A92F-6EE3-3FB7C60E2E1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240394" y="1720850"/>
            <a:ext cx="4968000" cy="4156074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05906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Four Boxes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1003200" y="1720714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100320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236040" y="1720714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623604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1003200" y="4130720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4"/>
          </p:nvPr>
        </p:nvSpPr>
        <p:spPr>
          <a:xfrm>
            <a:off x="1003200" y="3741920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5"/>
          </p:nvPr>
        </p:nvSpPr>
        <p:spPr>
          <a:xfrm>
            <a:off x="6236040" y="4130720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6"/>
          </p:nvPr>
        </p:nvSpPr>
        <p:spPr>
          <a:xfrm>
            <a:off x="6236040" y="3741920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F8E881-FC4C-4F00-9389-FF3C71D7C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161267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79D65585-570B-4F7D-B4BC-0F7CFAF52BAF}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4325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BE67C5C-769B-4AEA-A1B7-EFD4A3AA23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9860" y="5308261"/>
            <a:ext cx="5252400" cy="246221"/>
          </a:xfrm>
        </p:spPr>
        <p:txBody>
          <a:bodyPr wrap="square" anchor="b">
            <a:sp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8B0BD-68A6-4AD8-A640-99B893F063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869611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2">
    <p:bg>
      <p:bgPr>
        <a:gradFill flip="none" rotWithShape="1">
          <a:gsLst>
            <a:gs pos="0">
              <a:schemeClr val="accent5"/>
            </a:gs>
            <a:gs pos="100000">
              <a:schemeClr val="accent1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AF31653-DA95-4567-9106-71E1E49BA627}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43250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2925CE2F-8945-49DE-BCC2-8BCACF480E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9860" y="5308261"/>
            <a:ext cx="5252400" cy="246221"/>
          </a:xfrm>
        </p:spPr>
        <p:txBody>
          <a:bodyPr wrap="square" anchor="b">
            <a:sp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  <a:lvl2pPr>
              <a:defRPr sz="1600">
                <a:solidFill>
                  <a:schemeClr val="accent2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C346F2F1-AF73-4284-8702-745152AF53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566398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Break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79D65585-570B-4F7D-B4BC-0F7CFAF52BAF}"/>
              </a:ext>
            </a:extLst>
          </p:cNvPr>
          <p:cNvSpPr>
            <a:spLocks noChangeAspect="1"/>
          </p:cNvSpPr>
          <p:nvPr userDrawn="1"/>
        </p:nvSpPr>
        <p:spPr>
          <a:xfrm>
            <a:off x="998477" y="971550"/>
            <a:ext cx="3473688" cy="494325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2901140" cy="2367199"/>
          </a:xfrm>
          <a:noFill/>
        </p:spPr>
        <p:txBody>
          <a:bodyPr lIns="0" tIns="0" rIns="0" bIns="0" anchor="t" anchorCtr="0"/>
          <a:lstStyle>
            <a:lvl1pPr algn="l">
              <a:defRPr sz="5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BE67C5C-769B-4AEA-A1B7-EFD4A3AA23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9860" y="5062039"/>
            <a:ext cx="2901140" cy="492443"/>
          </a:xfrm>
        </p:spPr>
        <p:txBody>
          <a:bodyPr wrap="square" anchor="b">
            <a:sp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8B0BD-68A6-4AD8-A640-99B893F063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2459830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break 2">
    <p:bg>
      <p:bgPr>
        <a:gradFill flip="none" rotWithShape="1">
          <a:gsLst>
            <a:gs pos="0">
              <a:schemeClr val="accent5"/>
            </a:gs>
            <a:gs pos="100000">
              <a:schemeClr val="accent1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AF31653-DA95-4567-9106-71E1E49BA627}"/>
              </a:ext>
            </a:extLst>
          </p:cNvPr>
          <p:cNvSpPr>
            <a:spLocks noChangeAspect="1"/>
          </p:cNvSpPr>
          <p:nvPr userDrawn="1"/>
        </p:nvSpPr>
        <p:spPr>
          <a:xfrm>
            <a:off x="998477" y="971550"/>
            <a:ext cx="3473688" cy="4943250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2925CE2F-8945-49DE-BCC2-8BCACF480E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9860" y="5062039"/>
            <a:ext cx="2914995" cy="492443"/>
          </a:xfrm>
        </p:spPr>
        <p:txBody>
          <a:bodyPr wrap="square" anchor="b">
            <a:sp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  <a:lvl2pPr>
              <a:defRPr sz="1600">
                <a:solidFill>
                  <a:schemeClr val="accent2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C346F2F1-AF73-4284-8702-745152AF53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2914995" cy="2367199"/>
          </a:xfrm>
          <a:noFill/>
        </p:spPr>
        <p:txBody>
          <a:bodyPr lIns="0" tIns="0" rIns="0" bIns="0" anchor="t" anchorCtr="0"/>
          <a:lstStyle>
            <a:lvl1pPr algn="l">
              <a:defRPr sz="54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08442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04226E-EE2B-456C-B755-B27FB56F05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30051" y="1675973"/>
            <a:ext cx="1131897" cy="1554907"/>
          </a:xfrm>
          <a:gradFill>
            <a:gsLst>
              <a:gs pos="0">
                <a:srgbClr val="7213EA"/>
              </a:gs>
              <a:gs pos="100000">
                <a:srgbClr val="1E49E2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lvl1pPr algn="ctr">
              <a:defRPr kumimoji="0" lang="en-US" sz="7200" b="0" i="0" u="none" strike="noStrike" kern="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/>
              <a:t>#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BAEEB15-711A-422A-8181-97EDF58292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30051" y="5356619"/>
            <a:ext cx="5092699" cy="520305"/>
          </a:xfrm>
        </p:spPr>
        <p:txBody>
          <a:bodyPr anchor="b"/>
          <a:lstStyle>
            <a:lvl1pPr>
              <a:defRPr kern="0" spc="0" baseline="0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685A893-E2C2-4E62-A1DE-835DB19E823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95363" y="655320"/>
            <a:ext cx="3799745" cy="5221605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kern="0" spc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30051" y="3429000"/>
            <a:ext cx="5092800" cy="1554920"/>
          </a:xfrm>
        </p:spPr>
        <p:txBody>
          <a:bodyPr/>
          <a:lstStyle>
            <a:lvl1pPr>
              <a:lnSpc>
                <a:spcPct val="80000"/>
              </a:lnSpc>
              <a:defRPr sz="6000" kern="0" spc="0" baseline="0"/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725209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36415CC-18EE-44C6-AA6A-0C70BEB381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1301" y="4240696"/>
            <a:ext cx="5748399" cy="1854200"/>
          </a:xfrm>
        </p:spPr>
        <p:txBody>
          <a:bodyPr anchor="b"/>
          <a:lstStyle>
            <a:lvl1pPr>
              <a:spcAft>
                <a:spcPts val="1000"/>
              </a:spcAft>
              <a:defRPr lang="en-US" sz="900" b="0" kern="1200" dirty="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spcAft>
                <a:spcPts val="1000"/>
              </a:spcAft>
              <a:defRPr sz="900" b="0">
                <a:solidFill>
                  <a:schemeClr val="tx1"/>
                </a:solidFill>
              </a:defRPr>
            </a:lvl2pPr>
          </a:lstStyle>
          <a:p>
            <a:pPr marL="0" lvl="0" indent="0" algn="l" defTabSz="68576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68576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Second level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BB7DCF77-C63C-4BBE-88C9-6A8B122B8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81CA90-D592-C9D2-D312-E24E59BEEAD5}"/>
              </a:ext>
            </a:extLst>
          </p:cNvPr>
          <p:cNvSpPr txBox="1"/>
          <p:nvPr userDrawn="1"/>
        </p:nvSpPr>
        <p:spPr>
          <a:xfrm>
            <a:off x="741301" y="3824579"/>
            <a:ext cx="1112108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050" b="1">
                <a:solidFill>
                  <a:schemeClr val="tx2"/>
                </a:solidFill>
                <a:effectLst/>
                <a:ea typeface="Calibri" panose="020F0502020204030204" pitchFamily="34" charset="0"/>
              </a:rPr>
              <a:t>Learn about us: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A9FA3A8-95F7-342F-0770-F1DF6F57C670}"/>
              </a:ext>
            </a:extLst>
          </p:cNvPr>
          <p:cNvSpPr/>
          <p:nvPr userDrawn="1"/>
        </p:nvSpPr>
        <p:spPr>
          <a:xfrm>
            <a:off x="1914717" y="3715275"/>
            <a:ext cx="380190" cy="380190"/>
          </a:xfrm>
          <a:custGeom>
            <a:avLst/>
            <a:gdLst>
              <a:gd name="connsiteX0" fmla="*/ 192044 w 207146"/>
              <a:gd name="connsiteY0" fmla="*/ 0 h 207146"/>
              <a:gd name="connsiteX1" fmla="*/ 15251 w 207146"/>
              <a:gd name="connsiteY1" fmla="*/ 0 h 207146"/>
              <a:gd name="connsiteX2" fmla="*/ 0 w 207146"/>
              <a:gd name="connsiteY2" fmla="*/ 15251 h 207146"/>
              <a:gd name="connsiteX3" fmla="*/ 0 w 207146"/>
              <a:gd name="connsiteY3" fmla="*/ 191896 h 207146"/>
              <a:gd name="connsiteX4" fmla="*/ 15251 w 207146"/>
              <a:gd name="connsiteY4" fmla="*/ 207147 h 207146"/>
              <a:gd name="connsiteX5" fmla="*/ 191896 w 207146"/>
              <a:gd name="connsiteY5" fmla="*/ 207147 h 207146"/>
              <a:gd name="connsiteX6" fmla="*/ 207147 w 207146"/>
              <a:gd name="connsiteY6" fmla="*/ 191896 h 207146"/>
              <a:gd name="connsiteX7" fmla="*/ 207147 w 207146"/>
              <a:gd name="connsiteY7" fmla="*/ 15251 h 207146"/>
              <a:gd name="connsiteX8" fmla="*/ 191896 w 207146"/>
              <a:gd name="connsiteY8" fmla="*/ 0 h 207146"/>
              <a:gd name="connsiteX9" fmla="*/ 61892 w 207146"/>
              <a:gd name="connsiteY9" fmla="*/ 176645 h 207146"/>
              <a:gd name="connsiteX10" fmla="*/ 30798 w 207146"/>
              <a:gd name="connsiteY10" fmla="*/ 176645 h 207146"/>
              <a:gd name="connsiteX11" fmla="*/ 30798 w 207146"/>
              <a:gd name="connsiteY11" fmla="*/ 77587 h 207146"/>
              <a:gd name="connsiteX12" fmla="*/ 61892 w 207146"/>
              <a:gd name="connsiteY12" fmla="*/ 77587 h 207146"/>
              <a:gd name="connsiteX13" fmla="*/ 61892 w 207146"/>
              <a:gd name="connsiteY13" fmla="*/ 176645 h 207146"/>
              <a:gd name="connsiteX14" fmla="*/ 46345 w 207146"/>
              <a:gd name="connsiteY14" fmla="*/ 63965 h 207146"/>
              <a:gd name="connsiteX15" fmla="*/ 28429 w 207146"/>
              <a:gd name="connsiteY15" fmla="*/ 46049 h 207146"/>
              <a:gd name="connsiteX16" fmla="*/ 46345 w 207146"/>
              <a:gd name="connsiteY16" fmla="*/ 28133 h 207146"/>
              <a:gd name="connsiteX17" fmla="*/ 64261 w 207146"/>
              <a:gd name="connsiteY17" fmla="*/ 46049 h 207146"/>
              <a:gd name="connsiteX18" fmla="*/ 46345 w 207146"/>
              <a:gd name="connsiteY18" fmla="*/ 63965 h 207146"/>
              <a:gd name="connsiteX19" fmla="*/ 176793 w 207146"/>
              <a:gd name="connsiteY19" fmla="*/ 176793 h 207146"/>
              <a:gd name="connsiteX20" fmla="*/ 145699 w 207146"/>
              <a:gd name="connsiteY20" fmla="*/ 176793 h 207146"/>
              <a:gd name="connsiteX21" fmla="*/ 145699 w 207146"/>
              <a:gd name="connsiteY21" fmla="*/ 122748 h 207146"/>
              <a:gd name="connsiteX22" fmla="*/ 130152 w 207146"/>
              <a:gd name="connsiteY22" fmla="*/ 101871 h 207146"/>
              <a:gd name="connsiteX23" fmla="*/ 111791 w 207146"/>
              <a:gd name="connsiteY23" fmla="*/ 123192 h 207146"/>
              <a:gd name="connsiteX24" fmla="*/ 111791 w 207146"/>
              <a:gd name="connsiteY24" fmla="*/ 176941 h 207146"/>
              <a:gd name="connsiteX25" fmla="*/ 80697 w 207146"/>
              <a:gd name="connsiteY25" fmla="*/ 176941 h 207146"/>
              <a:gd name="connsiteX26" fmla="*/ 80697 w 207146"/>
              <a:gd name="connsiteY26" fmla="*/ 77884 h 207146"/>
              <a:gd name="connsiteX27" fmla="*/ 110607 w 207146"/>
              <a:gd name="connsiteY27" fmla="*/ 77884 h 207146"/>
              <a:gd name="connsiteX28" fmla="*/ 110607 w 207146"/>
              <a:gd name="connsiteY28" fmla="*/ 91654 h 207146"/>
              <a:gd name="connsiteX29" fmla="*/ 111051 w 207146"/>
              <a:gd name="connsiteY29" fmla="*/ 91654 h 207146"/>
              <a:gd name="connsiteX30" fmla="*/ 140664 w 207146"/>
              <a:gd name="connsiteY30" fmla="*/ 75218 h 207146"/>
              <a:gd name="connsiteX31" fmla="*/ 176793 w 207146"/>
              <a:gd name="connsiteY31" fmla="*/ 115789 h 207146"/>
              <a:gd name="connsiteX32" fmla="*/ 176793 w 207146"/>
              <a:gd name="connsiteY32" fmla="*/ 177089 h 207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07146" h="207146">
                <a:moveTo>
                  <a:pt x="192044" y="0"/>
                </a:moveTo>
                <a:lnTo>
                  <a:pt x="15251" y="0"/>
                </a:lnTo>
                <a:cubicBezTo>
                  <a:pt x="6811" y="0"/>
                  <a:pt x="0" y="6811"/>
                  <a:pt x="0" y="15251"/>
                </a:cubicBezTo>
                <a:lnTo>
                  <a:pt x="0" y="191896"/>
                </a:lnTo>
                <a:cubicBezTo>
                  <a:pt x="0" y="200336"/>
                  <a:pt x="6811" y="207147"/>
                  <a:pt x="15251" y="207147"/>
                </a:cubicBezTo>
                <a:lnTo>
                  <a:pt x="191896" y="207147"/>
                </a:lnTo>
                <a:cubicBezTo>
                  <a:pt x="200336" y="207147"/>
                  <a:pt x="207147" y="200336"/>
                  <a:pt x="207147" y="191896"/>
                </a:cubicBezTo>
                <a:lnTo>
                  <a:pt x="207147" y="15251"/>
                </a:lnTo>
                <a:cubicBezTo>
                  <a:pt x="207147" y="6811"/>
                  <a:pt x="200336" y="0"/>
                  <a:pt x="191896" y="0"/>
                </a:cubicBezTo>
                <a:close/>
                <a:moveTo>
                  <a:pt x="61892" y="176645"/>
                </a:moveTo>
                <a:lnTo>
                  <a:pt x="30798" y="176645"/>
                </a:lnTo>
                <a:lnTo>
                  <a:pt x="30798" y="77587"/>
                </a:lnTo>
                <a:lnTo>
                  <a:pt x="61892" y="77587"/>
                </a:lnTo>
                <a:lnTo>
                  <a:pt x="61892" y="176645"/>
                </a:lnTo>
                <a:close/>
                <a:moveTo>
                  <a:pt x="46345" y="63965"/>
                </a:moveTo>
                <a:cubicBezTo>
                  <a:pt x="36425" y="63965"/>
                  <a:pt x="28429" y="56414"/>
                  <a:pt x="28429" y="46049"/>
                </a:cubicBezTo>
                <a:cubicBezTo>
                  <a:pt x="28429" y="35684"/>
                  <a:pt x="36425" y="28133"/>
                  <a:pt x="46345" y="28133"/>
                </a:cubicBezTo>
                <a:cubicBezTo>
                  <a:pt x="56266" y="28133"/>
                  <a:pt x="64261" y="35684"/>
                  <a:pt x="64261" y="46049"/>
                </a:cubicBezTo>
                <a:cubicBezTo>
                  <a:pt x="64261" y="56414"/>
                  <a:pt x="56266" y="63965"/>
                  <a:pt x="46345" y="63965"/>
                </a:cubicBezTo>
                <a:close/>
                <a:moveTo>
                  <a:pt x="176793" y="176793"/>
                </a:moveTo>
                <a:lnTo>
                  <a:pt x="145699" y="176793"/>
                </a:lnTo>
                <a:lnTo>
                  <a:pt x="145699" y="122748"/>
                </a:lnTo>
                <a:cubicBezTo>
                  <a:pt x="145699" y="106757"/>
                  <a:pt x="138888" y="101871"/>
                  <a:pt x="130152" y="101871"/>
                </a:cubicBezTo>
                <a:cubicBezTo>
                  <a:pt x="120971" y="101871"/>
                  <a:pt x="111791" y="108830"/>
                  <a:pt x="111791" y="123192"/>
                </a:cubicBezTo>
                <a:lnTo>
                  <a:pt x="111791" y="176941"/>
                </a:lnTo>
                <a:lnTo>
                  <a:pt x="80697" y="176941"/>
                </a:lnTo>
                <a:lnTo>
                  <a:pt x="80697" y="77884"/>
                </a:lnTo>
                <a:lnTo>
                  <a:pt x="110607" y="77884"/>
                </a:lnTo>
                <a:lnTo>
                  <a:pt x="110607" y="91654"/>
                </a:lnTo>
                <a:lnTo>
                  <a:pt x="111051" y="91654"/>
                </a:lnTo>
                <a:cubicBezTo>
                  <a:pt x="114012" y="85583"/>
                  <a:pt x="124525" y="75218"/>
                  <a:pt x="140664" y="75218"/>
                </a:cubicBezTo>
                <a:cubicBezTo>
                  <a:pt x="157988" y="75218"/>
                  <a:pt x="176793" y="85583"/>
                  <a:pt x="176793" y="115789"/>
                </a:cubicBezTo>
                <a:lnTo>
                  <a:pt x="176793" y="177089"/>
                </a:lnTo>
                <a:close/>
              </a:path>
            </a:pathLst>
          </a:custGeom>
          <a:solidFill>
            <a:srgbClr val="0077B5"/>
          </a:solidFill>
          <a:ln w="147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744A530-441A-2937-9A20-D05EFF740899}"/>
              </a:ext>
            </a:extLst>
          </p:cNvPr>
          <p:cNvCxnSpPr>
            <a:cxnSpLocks/>
          </p:cNvCxnSpPr>
          <p:nvPr userDrawn="1"/>
        </p:nvCxnSpPr>
        <p:spPr>
          <a:xfrm>
            <a:off x="2469922" y="3631050"/>
            <a:ext cx="0" cy="54864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7070DF8-AC8F-E0D1-6890-C6CE330EEC6F}"/>
              </a:ext>
            </a:extLst>
          </p:cNvPr>
          <p:cNvSpPr txBox="1"/>
          <p:nvPr userDrawn="1"/>
        </p:nvSpPr>
        <p:spPr>
          <a:xfrm>
            <a:off x="2644938" y="3824579"/>
            <a:ext cx="1112108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050" b="1">
                <a:solidFill>
                  <a:schemeClr val="tx2"/>
                </a:solidFill>
                <a:effectLst/>
                <a:ea typeface="Calibri" panose="020F0502020204030204" pitchFamily="34" charset="0"/>
              </a:rPr>
              <a:t>kpmg.com</a:t>
            </a:r>
          </a:p>
        </p:txBody>
      </p:sp>
    </p:spTree>
    <p:extLst>
      <p:ext uri="{BB962C8B-B14F-4D97-AF65-F5344CB8AC3E}">
        <p14:creationId xmlns:p14="http://schemas.microsoft.com/office/powerpoint/2010/main" val="372233616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F5724-C137-47F3-B441-6C1B9714F57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CC0FFF-EDF5-49D0-8C1F-A5D5BA3335B9}"/>
              </a:ext>
            </a:extLst>
          </p:cNvPr>
          <p:cNvSpPr/>
          <p:nvPr userDrawn="1"/>
        </p:nvSpPr>
        <p:spPr>
          <a:xfrm>
            <a:off x="998351" y="2246533"/>
            <a:ext cx="839614" cy="411225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30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73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1F4118-D01B-40DD-940F-068338DB15A5}"/>
              </a:ext>
            </a:extLst>
          </p:cNvPr>
          <p:cNvSpPr/>
          <p:nvPr userDrawn="1"/>
        </p:nvSpPr>
        <p:spPr>
          <a:xfrm>
            <a:off x="998351" y="1731971"/>
            <a:ext cx="839614" cy="411225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141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97C791-7BB0-4AC9-BDE9-68939F34221B}"/>
              </a:ext>
            </a:extLst>
          </p:cNvPr>
          <p:cNvSpPr/>
          <p:nvPr userDrawn="1"/>
        </p:nvSpPr>
        <p:spPr>
          <a:xfrm>
            <a:off x="998351" y="2761094"/>
            <a:ext cx="839614" cy="411225"/>
          </a:xfrm>
          <a:prstGeom prst="rect">
            <a:avLst/>
          </a:prstGeom>
          <a:solidFill>
            <a:srgbClr val="0C2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35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693543-F502-48B0-9E65-053408E60BF0}"/>
              </a:ext>
            </a:extLst>
          </p:cNvPr>
          <p:cNvSpPr/>
          <p:nvPr userDrawn="1"/>
        </p:nvSpPr>
        <p:spPr>
          <a:xfrm>
            <a:off x="998351" y="3275656"/>
            <a:ext cx="839614" cy="411225"/>
          </a:xfrm>
          <a:prstGeom prst="rect">
            <a:avLst/>
          </a:prstGeom>
          <a:solidFill>
            <a:srgbClr val="ACE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172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234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09040-9C95-48FE-AA99-4757E8328519}"/>
              </a:ext>
            </a:extLst>
          </p:cNvPr>
          <p:cNvSpPr/>
          <p:nvPr userDrawn="1"/>
        </p:nvSpPr>
        <p:spPr>
          <a:xfrm>
            <a:off x="2992848" y="1732478"/>
            <a:ext cx="839614" cy="411225"/>
          </a:xfrm>
          <a:prstGeom prst="rect">
            <a:avLst/>
          </a:prstGeom>
          <a:solidFill>
            <a:srgbClr val="76D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118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210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897B22-3CA8-4621-8A3B-B9D2E3D07988}"/>
              </a:ext>
            </a:extLst>
          </p:cNvPr>
          <p:cNvSpPr txBox="1"/>
          <p:nvPr userDrawn="1"/>
        </p:nvSpPr>
        <p:spPr>
          <a:xfrm>
            <a:off x="983882" y="1330325"/>
            <a:ext cx="13640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Primary colors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53D312-00EF-44B5-9D91-290BE0E19654}"/>
              </a:ext>
            </a:extLst>
          </p:cNvPr>
          <p:cNvSpPr/>
          <p:nvPr userDrawn="1"/>
        </p:nvSpPr>
        <p:spPr>
          <a:xfrm>
            <a:off x="998351" y="3786711"/>
            <a:ext cx="839614" cy="411225"/>
          </a:xfrm>
          <a:prstGeom prst="rect">
            <a:avLst/>
          </a:prstGeom>
          <a:solidFill>
            <a:srgbClr val="00B8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184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245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D98991-520C-4FD6-8B23-8732995E56B1}"/>
              </a:ext>
            </a:extLst>
          </p:cNvPr>
          <p:cNvSpPr/>
          <p:nvPr userDrawn="1"/>
        </p:nvSpPr>
        <p:spPr>
          <a:xfrm>
            <a:off x="998351" y="4301271"/>
            <a:ext cx="839614" cy="411225"/>
          </a:xfrm>
          <a:prstGeom prst="rect">
            <a:avLst/>
          </a:prstGeom>
          <a:solidFill>
            <a:srgbClr val="7213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114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234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A38B4C-5B80-413E-B283-1F1ADBFD09CD}"/>
              </a:ext>
            </a:extLst>
          </p:cNvPr>
          <p:cNvSpPr/>
          <p:nvPr userDrawn="1"/>
        </p:nvSpPr>
        <p:spPr>
          <a:xfrm>
            <a:off x="998351" y="4809439"/>
            <a:ext cx="839614" cy="411225"/>
          </a:xfrm>
          <a:prstGeom prst="rect">
            <a:avLst/>
          </a:prstGeom>
          <a:solidFill>
            <a:srgbClr val="FD34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253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07E492-5EF0-4085-AA14-90D280B1DF69}"/>
              </a:ext>
            </a:extLst>
          </p:cNvPr>
          <p:cNvSpPr txBox="1"/>
          <p:nvPr userDrawn="1"/>
        </p:nvSpPr>
        <p:spPr>
          <a:xfrm>
            <a:off x="1921682" y="2852903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Dark Blue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8A2D81-3A9C-47D3-8174-874F601607DC}"/>
              </a:ext>
            </a:extLst>
          </p:cNvPr>
          <p:cNvSpPr txBox="1"/>
          <p:nvPr userDrawn="1"/>
        </p:nvSpPr>
        <p:spPr>
          <a:xfrm>
            <a:off x="1921682" y="1830789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KPMG Blue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791116-D184-4C43-9C1C-30181CDF0E84}"/>
              </a:ext>
            </a:extLst>
          </p:cNvPr>
          <p:cNvSpPr txBox="1"/>
          <p:nvPr userDrawn="1"/>
        </p:nvSpPr>
        <p:spPr>
          <a:xfrm>
            <a:off x="1921682" y="3363960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Light Blue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430D78-5EDB-481E-BB6D-67D8689BCE11}"/>
              </a:ext>
            </a:extLst>
          </p:cNvPr>
          <p:cNvSpPr txBox="1"/>
          <p:nvPr userDrawn="1"/>
        </p:nvSpPr>
        <p:spPr>
          <a:xfrm>
            <a:off x="3971415" y="1817279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Blue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2EE987-0425-4CD8-B75D-E3E8F8C2096D}"/>
              </a:ext>
            </a:extLst>
          </p:cNvPr>
          <p:cNvSpPr txBox="1"/>
          <p:nvPr userDrawn="1"/>
        </p:nvSpPr>
        <p:spPr>
          <a:xfrm>
            <a:off x="1921682" y="2341846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Cobalt Blue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01B4DF-404A-4544-B313-2720FCBDD0B4}"/>
              </a:ext>
            </a:extLst>
          </p:cNvPr>
          <p:cNvSpPr txBox="1"/>
          <p:nvPr userDrawn="1"/>
        </p:nvSpPr>
        <p:spPr>
          <a:xfrm>
            <a:off x="1921682" y="3874401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Pacific Blue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DFA940-4699-43CF-A21A-AE4227704697}"/>
              </a:ext>
            </a:extLst>
          </p:cNvPr>
          <p:cNvSpPr txBox="1"/>
          <p:nvPr userDrawn="1"/>
        </p:nvSpPr>
        <p:spPr>
          <a:xfrm>
            <a:off x="1921682" y="4385458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Purple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9A40265-6498-4E16-877D-6BC9A8CE7DCA}"/>
              </a:ext>
            </a:extLst>
          </p:cNvPr>
          <p:cNvSpPr txBox="1"/>
          <p:nvPr userDrawn="1"/>
        </p:nvSpPr>
        <p:spPr>
          <a:xfrm>
            <a:off x="1921682" y="4896518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Pink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B6D9AD-8E94-4A62-B92C-C973F5486E37}"/>
              </a:ext>
            </a:extLst>
          </p:cNvPr>
          <p:cNvSpPr/>
          <p:nvPr userDrawn="1"/>
        </p:nvSpPr>
        <p:spPr>
          <a:xfrm>
            <a:off x="2999643" y="2243028"/>
            <a:ext cx="839614" cy="411225"/>
          </a:xfrm>
          <a:prstGeom prst="rect">
            <a:avLst/>
          </a:prstGeom>
          <a:solidFill>
            <a:srgbClr val="510D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81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188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377AFC-4BDC-44AC-80A6-06A9503B868A}"/>
              </a:ext>
            </a:extLst>
          </p:cNvPr>
          <p:cNvSpPr/>
          <p:nvPr userDrawn="1"/>
        </p:nvSpPr>
        <p:spPr>
          <a:xfrm>
            <a:off x="2999643" y="2757590"/>
            <a:ext cx="839614" cy="411225"/>
          </a:xfrm>
          <a:prstGeom prst="rect">
            <a:avLst/>
          </a:prstGeom>
          <a:solidFill>
            <a:srgbClr val="B49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180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231EB6-12A0-47AA-88B0-D248845383EA}"/>
              </a:ext>
            </a:extLst>
          </p:cNvPr>
          <p:cNvSpPr txBox="1"/>
          <p:nvPr userDrawn="1"/>
        </p:nvSpPr>
        <p:spPr>
          <a:xfrm>
            <a:off x="2992848" y="1330325"/>
            <a:ext cx="19463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Accent colors for infographics and charts only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B8F1FC7-CA8A-485A-9440-4EA69DF44F1B}"/>
              </a:ext>
            </a:extLst>
          </p:cNvPr>
          <p:cNvSpPr/>
          <p:nvPr userDrawn="1"/>
        </p:nvSpPr>
        <p:spPr>
          <a:xfrm>
            <a:off x="2999643" y="3272151"/>
            <a:ext cx="839614" cy="411225"/>
          </a:xfrm>
          <a:prstGeom prst="rect">
            <a:avLst/>
          </a:prstGeom>
          <a:solidFill>
            <a:srgbClr val="AB0D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171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4DC1F0-F2DB-41DC-B843-C645575C978D}"/>
              </a:ext>
            </a:extLst>
          </p:cNvPr>
          <p:cNvSpPr/>
          <p:nvPr userDrawn="1"/>
        </p:nvSpPr>
        <p:spPr>
          <a:xfrm>
            <a:off x="2999643" y="3786713"/>
            <a:ext cx="839614" cy="411225"/>
          </a:xfrm>
          <a:prstGeom prst="rect">
            <a:avLst/>
          </a:prstGeom>
          <a:solidFill>
            <a:srgbClr val="FFA3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163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218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FDCCC15-7DDA-4C27-A66A-86FEF3CE0FDB}"/>
              </a:ext>
            </a:extLst>
          </p:cNvPr>
          <p:cNvSpPr/>
          <p:nvPr userDrawn="1"/>
        </p:nvSpPr>
        <p:spPr>
          <a:xfrm>
            <a:off x="2999643" y="4301273"/>
            <a:ext cx="839614" cy="411225"/>
          </a:xfrm>
          <a:prstGeom prst="rect">
            <a:avLst/>
          </a:prstGeom>
          <a:solidFill>
            <a:srgbClr val="098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142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126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6A7B705-A81A-45EE-B7F8-A08C39775723}"/>
              </a:ext>
            </a:extLst>
          </p:cNvPr>
          <p:cNvSpPr/>
          <p:nvPr userDrawn="1"/>
        </p:nvSpPr>
        <p:spPr>
          <a:xfrm>
            <a:off x="2999643" y="4809441"/>
            <a:ext cx="839614" cy="411225"/>
          </a:xfrm>
          <a:prstGeom prst="rect">
            <a:avLst/>
          </a:prstGeom>
          <a:solidFill>
            <a:srgbClr val="00C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174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0C56EF7-AC83-449B-8CC3-F1D314081B92}"/>
              </a:ext>
            </a:extLst>
          </p:cNvPr>
          <p:cNvSpPr/>
          <p:nvPr userDrawn="1"/>
        </p:nvSpPr>
        <p:spPr>
          <a:xfrm>
            <a:off x="2999643" y="5324001"/>
            <a:ext cx="839614" cy="411225"/>
          </a:xfrm>
          <a:prstGeom prst="rect">
            <a:avLst/>
          </a:prstGeom>
          <a:solidFill>
            <a:srgbClr val="63EB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accent3"/>
                </a:solidFill>
              </a:rPr>
              <a:t>99</a:t>
            </a:r>
          </a:p>
          <a:p>
            <a:pPr algn="ctr"/>
            <a:r>
              <a:rPr lang="en-GB" sz="800">
                <a:solidFill>
                  <a:schemeClr val="accent3"/>
                </a:solidFill>
              </a:rPr>
              <a:t>235</a:t>
            </a:r>
          </a:p>
          <a:p>
            <a:pPr algn="ctr"/>
            <a:r>
              <a:rPr lang="en-GB" sz="800">
                <a:solidFill>
                  <a:schemeClr val="accent3"/>
                </a:solidFill>
              </a:rPr>
              <a:t>218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4556660-1591-47B1-B18E-F2FCE5FDCA50}"/>
              </a:ext>
            </a:extLst>
          </p:cNvPr>
          <p:cNvGrpSpPr/>
          <p:nvPr userDrawn="1"/>
        </p:nvGrpSpPr>
        <p:grpSpPr>
          <a:xfrm>
            <a:off x="3971416" y="2341846"/>
            <a:ext cx="1253995" cy="3303408"/>
            <a:chOff x="2169429" y="1756308"/>
            <a:chExt cx="2286000" cy="3303408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1242448-F6EA-445E-86F6-56F1F6B8DCA0}"/>
                </a:ext>
              </a:extLst>
            </p:cNvPr>
            <p:cNvSpPr txBox="1"/>
            <p:nvPr userDrawn="1"/>
          </p:nvSpPr>
          <p:spPr>
            <a:xfrm>
              <a:off x="2169429" y="2778422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Pink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9F2D96E-0391-44D3-9D85-C49CD2682224}"/>
                </a:ext>
              </a:extLst>
            </p:cNvPr>
            <p:cNvSpPr txBox="1"/>
            <p:nvPr userDrawn="1"/>
          </p:nvSpPr>
          <p:spPr>
            <a:xfrm>
              <a:off x="2169429" y="1756308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Purple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12A9094-C141-4137-91C8-07CDF0270449}"/>
                </a:ext>
              </a:extLst>
            </p:cNvPr>
            <p:cNvSpPr txBox="1"/>
            <p:nvPr userDrawn="1"/>
          </p:nvSpPr>
          <p:spPr>
            <a:xfrm>
              <a:off x="2169429" y="3289479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Pink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455B7B5-73DE-46AF-B400-88997B50AD80}"/>
                </a:ext>
              </a:extLst>
            </p:cNvPr>
            <p:cNvSpPr txBox="1"/>
            <p:nvPr userDrawn="1"/>
          </p:nvSpPr>
          <p:spPr>
            <a:xfrm>
              <a:off x="2169429" y="3800536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Green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B4C4881-6213-41A5-AC03-CCE78498A9AE}"/>
                </a:ext>
              </a:extLst>
            </p:cNvPr>
            <p:cNvSpPr txBox="1"/>
            <p:nvPr userDrawn="1"/>
          </p:nvSpPr>
          <p:spPr>
            <a:xfrm>
              <a:off x="2169429" y="2267365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Purple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40387EA-5FDE-4F6F-BAF2-604549CCD0F0}"/>
                </a:ext>
              </a:extLst>
            </p:cNvPr>
            <p:cNvSpPr txBox="1"/>
            <p:nvPr userDrawn="1"/>
          </p:nvSpPr>
          <p:spPr>
            <a:xfrm>
              <a:off x="2169429" y="4311593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Green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92671DE-F6BD-48CB-B11C-208DD1F1CCB3}"/>
                </a:ext>
              </a:extLst>
            </p:cNvPr>
            <p:cNvSpPr txBox="1"/>
            <p:nvPr userDrawn="1"/>
          </p:nvSpPr>
          <p:spPr>
            <a:xfrm>
              <a:off x="2169429" y="4822650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Green</a:t>
              </a: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35C7B945-9627-4D94-B008-C987FEA96972}"/>
              </a:ext>
            </a:extLst>
          </p:cNvPr>
          <p:cNvSpPr/>
          <p:nvPr userDrawn="1"/>
        </p:nvSpPr>
        <p:spPr>
          <a:xfrm>
            <a:off x="5232206" y="1731971"/>
            <a:ext cx="839614" cy="4112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EB1F170-4966-4AAF-ABAA-3D2A0369F7FA}"/>
              </a:ext>
            </a:extLst>
          </p:cNvPr>
          <p:cNvSpPr/>
          <p:nvPr userDrawn="1"/>
        </p:nvSpPr>
        <p:spPr>
          <a:xfrm>
            <a:off x="5232206" y="2246533"/>
            <a:ext cx="839614" cy="411225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033C2B2-E4D1-4420-8509-EC1E2C80321F}"/>
              </a:ext>
            </a:extLst>
          </p:cNvPr>
          <p:cNvSpPr txBox="1"/>
          <p:nvPr userDrawn="1"/>
        </p:nvSpPr>
        <p:spPr>
          <a:xfrm>
            <a:off x="5225411" y="1330325"/>
            <a:ext cx="15452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Neutrals for infographics and charts only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BFC6FF0-9D30-4829-A667-26B9E6467077}"/>
              </a:ext>
            </a:extLst>
          </p:cNvPr>
          <p:cNvSpPr/>
          <p:nvPr userDrawn="1"/>
        </p:nvSpPr>
        <p:spPr>
          <a:xfrm>
            <a:off x="5232206" y="2761094"/>
            <a:ext cx="839614" cy="411225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F40F7A4-A491-46D0-AC78-F38FB368D987}"/>
              </a:ext>
            </a:extLst>
          </p:cNvPr>
          <p:cNvSpPr/>
          <p:nvPr userDrawn="1"/>
        </p:nvSpPr>
        <p:spPr>
          <a:xfrm>
            <a:off x="5232206" y="3275656"/>
            <a:ext cx="839614" cy="411225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22CE48C-CD62-438B-AF1B-E80398CE41CF}"/>
              </a:ext>
            </a:extLst>
          </p:cNvPr>
          <p:cNvSpPr/>
          <p:nvPr userDrawn="1"/>
        </p:nvSpPr>
        <p:spPr>
          <a:xfrm>
            <a:off x="5232206" y="3790216"/>
            <a:ext cx="839614" cy="4112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FA814C9-BD96-4348-B664-2AD4A5DAAB12}"/>
              </a:ext>
            </a:extLst>
          </p:cNvPr>
          <p:cNvSpPr txBox="1"/>
          <p:nvPr userDrawn="1"/>
        </p:nvSpPr>
        <p:spPr>
          <a:xfrm>
            <a:off x="6203979" y="2852903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38E8C09-0782-4E70-887B-080A8FC240A9}"/>
              </a:ext>
            </a:extLst>
          </p:cNvPr>
          <p:cNvSpPr txBox="1"/>
          <p:nvPr userDrawn="1"/>
        </p:nvSpPr>
        <p:spPr>
          <a:xfrm>
            <a:off x="6203979" y="1830789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C3E17E9-EAB5-401D-99B5-E01BBCBAAE59}"/>
              </a:ext>
            </a:extLst>
          </p:cNvPr>
          <p:cNvSpPr txBox="1"/>
          <p:nvPr userDrawn="1"/>
        </p:nvSpPr>
        <p:spPr>
          <a:xfrm>
            <a:off x="6203979" y="3363960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95C41B-9591-4042-8AC0-03DBDA91FD18}"/>
              </a:ext>
            </a:extLst>
          </p:cNvPr>
          <p:cNvSpPr txBox="1"/>
          <p:nvPr userDrawn="1"/>
        </p:nvSpPr>
        <p:spPr>
          <a:xfrm>
            <a:off x="6203979" y="3875017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924189F-5F86-46B9-810F-1AF60243011B}"/>
              </a:ext>
            </a:extLst>
          </p:cNvPr>
          <p:cNvSpPr txBox="1"/>
          <p:nvPr userDrawn="1"/>
        </p:nvSpPr>
        <p:spPr>
          <a:xfrm>
            <a:off x="6203979" y="2341846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ACB48A6-B340-401D-8994-A0E53291AC9B}"/>
              </a:ext>
            </a:extLst>
          </p:cNvPr>
          <p:cNvSpPr/>
          <p:nvPr userDrawn="1"/>
        </p:nvSpPr>
        <p:spPr>
          <a:xfrm>
            <a:off x="7170486" y="2656172"/>
            <a:ext cx="839614" cy="411225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6F71474-A782-4BB1-8B9F-8DCCEAF88E0C}"/>
              </a:ext>
            </a:extLst>
          </p:cNvPr>
          <p:cNvSpPr/>
          <p:nvPr userDrawn="1"/>
        </p:nvSpPr>
        <p:spPr>
          <a:xfrm>
            <a:off x="9170077" y="2656172"/>
            <a:ext cx="839614" cy="411225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02BFCC-8EF9-4273-ADB0-A655CD827F66}"/>
              </a:ext>
            </a:extLst>
          </p:cNvPr>
          <p:cNvSpPr txBox="1"/>
          <p:nvPr userDrawn="1"/>
        </p:nvSpPr>
        <p:spPr>
          <a:xfrm>
            <a:off x="8028290" y="2743862"/>
            <a:ext cx="1568421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Purple/</a:t>
            </a:r>
            <a:br>
              <a:rPr lang="en-GB" sz="1000"/>
            </a:br>
            <a:r>
              <a:rPr lang="en-GB" sz="1000"/>
              <a:t>Cobalt gradient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2D8D802-07C6-434C-B36C-582D2F2FAF7C}"/>
              </a:ext>
            </a:extLst>
          </p:cNvPr>
          <p:cNvSpPr txBox="1"/>
          <p:nvPr userDrawn="1"/>
        </p:nvSpPr>
        <p:spPr>
          <a:xfrm>
            <a:off x="10053992" y="2743862"/>
            <a:ext cx="1709098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Pacific/</a:t>
            </a:r>
            <a:br>
              <a:rPr lang="en-GB" sz="1000"/>
            </a:br>
            <a:r>
              <a:rPr lang="en-GB" sz="1000"/>
              <a:t>Light Blue gradient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56630A0-1CC3-4558-99F3-72A9846C3FA4}"/>
              </a:ext>
            </a:extLst>
          </p:cNvPr>
          <p:cNvSpPr txBox="1"/>
          <p:nvPr userDrawn="1"/>
        </p:nvSpPr>
        <p:spPr>
          <a:xfrm>
            <a:off x="7146554" y="1298952"/>
            <a:ext cx="4047046" cy="12695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Gradients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</a:t>
            </a:r>
            <a:r>
              <a:rPr lang="en-US" sz="1000" b="0" noProof="0">
                <a:solidFill>
                  <a:sysClr val="windowText" lastClr="000000"/>
                </a:solidFill>
              </a:rPr>
              <a:t>colors</a:t>
            </a:r>
            <a:r>
              <a:rPr lang="en-GB" sz="1000" b="0">
                <a:solidFill>
                  <a:sysClr val="windowText" lastClr="000000"/>
                </a:solidFill>
              </a:rPr>
              <a:t> are applied at both ends of the gradient, at 0% and 100% locations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midpoint is at 50%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gradients are used at a 0º angle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Use the linear gradient, never radial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Do not create new gradients; use only the gradients shown here</a:t>
            </a:r>
            <a:endParaRPr lang="en-US" sz="1000" b="0">
              <a:solidFill>
                <a:sysClr val="windowText" lastClr="00000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D5AAA1F-BD76-48F7-8C50-6E5979B9537B}"/>
              </a:ext>
            </a:extLst>
          </p:cNvPr>
          <p:cNvSpPr/>
          <p:nvPr userDrawn="1"/>
        </p:nvSpPr>
        <p:spPr>
          <a:xfrm>
            <a:off x="5225411" y="4304594"/>
            <a:ext cx="839614" cy="4112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85E89C-C25F-4DDF-BA6F-8600323267FE}"/>
              </a:ext>
            </a:extLst>
          </p:cNvPr>
          <p:cNvSpPr txBox="1"/>
          <p:nvPr userDrawn="1"/>
        </p:nvSpPr>
        <p:spPr>
          <a:xfrm>
            <a:off x="6197184" y="4389395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White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6117D9B-6EF8-4B36-A112-FD6D19D0AE23}"/>
              </a:ext>
            </a:extLst>
          </p:cNvPr>
          <p:cNvSpPr txBox="1"/>
          <p:nvPr userDrawn="1"/>
        </p:nvSpPr>
        <p:spPr>
          <a:xfrm>
            <a:off x="7146554" y="3336981"/>
            <a:ext cx="1194238" cy="15388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Traffic Light palette</a:t>
            </a:r>
            <a:endParaRPr lang="en-US" sz="1000" b="0">
              <a:solidFill>
                <a:sysClr val="windowText" lastClr="000000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629CA1F-9C19-4EBE-AACF-DD30D2A7CB9D}"/>
              </a:ext>
            </a:extLst>
          </p:cNvPr>
          <p:cNvSpPr>
            <a:spLocks/>
          </p:cNvSpPr>
          <p:nvPr userDrawn="1"/>
        </p:nvSpPr>
        <p:spPr>
          <a:xfrm>
            <a:off x="9353776" y="3589581"/>
            <a:ext cx="839614" cy="411225"/>
          </a:xfrm>
          <a:prstGeom prst="rect">
            <a:avLst/>
          </a:prstGeom>
          <a:solidFill>
            <a:srgbClr val="269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38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8F50825-9522-489D-AFE6-03DCC983AE45}"/>
              </a:ext>
            </a:extLst>
          </p:cNvPr>
          <p:cNvSpPr>
            <a:spLocks/>
          </p:cNvSpPr>
          <p:nvPr userDrawn="1"/>
        </p:nvSpPr>
        <p:spPr>
          <a:xfrm>
            <a:off x="8262131" y="3589581"/>
            <a:ext cx="839614" cy="411225"/>
          </a:xfrm>
          <a:prstGeom prst="rect">
            <a:avLst/>
          </a:prstGeom>
          <a:solidFill>
            <a:srgbClr val="F1C4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241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196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77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20DF8B8-BB57-4FAB-8303-1EA0BDA6B7F5}"/>
              </a:ext>
            </a:extLst>
          </p:cNvPr>
          <p:cNvSpPr>
            <a:spLocks/>
          </p:cNvSpPr>
          <p:nvPr userDrawn="1"/>
        </p:nvSpPr>
        <p:spPr>
          <a:xfrm>
            <a:off x="7170486" y="3589581"/>
            <a:ext cx="839614" cy="411225"/>
          </a:xfrm>
          <a:prstGeom prst="rect">
            <a:avLst/>
          </a:prstGeom>
          <a:solidFill>
            <a:srgbClr val="ED21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237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E284CC6-D89E-4E2E-9C1A-D2D015D4CCE1}"/>
              </a:ext>
            </a:extLst>
          </p:cNvPr>
          <p:cNvSpPr txBox="1"/>
          <p:nvPr userDrawn="1"/>
        </p:nvSpPr>
        <p:spPr>
          <a:xfrm>
            <a:off x="7146553" y="4285684"/>
            <a:ext cx="4159622" cy="6263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Potential chart color order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ysClr val="windowText" lastClr="000000"/>
                </a:solidFill>
              </a:rPr>
              <a:t>Prioritize our blues, but they don’t have to be used all at once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ysClr val="windowText" lastClr="000000"/>
                </a:solidFill>
              </a:rPr>
              <a:t>Mix light, mid, and dark tones within data sets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2E93FD9-5621-45B8-BDA7-4C88B41DB4D9}"/>
              </a:ext>
            </a:extLst>
          </p:cNvPr>
          <p:cNvCxnSpPr/>
          <p:nvPr userDrawn="1"/>
        </p:nvCxnSpPr>
        <p:spPr>
          <a:xfrm>
            <a:off x="7170486" y="3242602"/>
            <a:ext cx="40231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8F7303C-5EE8-4FA6-A437-87F2BF61E6C8}"/>
              </a:ext>
            </a:extLst>
          </p:cNvPr>
          <p:cNvCxnSpPr/>
          <p:nvPr userDrawn="1"/>
        </p:nvCxnSpPr>
        <p:spPr>
          <a:xfrm>
            <a:off x="7170486" y="4176642"/>
            <a:ext cx="40231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9C72177-73C5-408A-8C21-86379F35DFDA}"/>
              </a:ext>
            </a:extLst>
          </p:cNvPr>
          <p:cNvGrpSpPr/>
          <p:nvPr userDrawn="1"/>
        </p:nvGrpSpPr>
        <p:grpSpPr>
          <a:xfrm>
            <a:off x="7170486" y="5015319"/>
            <a:ext cx="4023114" cy="868052"/>
            <a:chOff x="6942744" y="5227726"/>
            <a:chExt cx="6397168" cy="1380293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9C4E567-3FDF-4915-8D1F-4D3869F8570F}"/>
                </a:ext>
              </a:extLst>
            </p:cNvPr>
            <p:cNvSpPr/>
            <p:nvPr userDrawn="1"/>
          </p:nvSpPr>
          <p:spPr>
            <a:xfrm>
              <a:off x="8821942" y="5227726"/>
              <a:ext cx="759576" cy="592341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30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73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226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2DA33985-45D0-4046-B44C-8DCBCFFD86AC}"/>
                </a:ext>
              </a:extLst>
            </p:cNvPr>
            <p:cNvSpPr/>
            <p:nvPr userDrawn="1"/>
          </p:nvSpPr>
          <p:spPr>
            <a:xfrm>
              <a:off x="6942744" y="5227726"/>
              <a:ext cx="759576" cy="592341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141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60024D76-5422-4C07-A547-F2C593130265}"/>
                </a:ext>
              </a:extLst>
            </p:cNvPr>
            <p:cNvSpPr/>
            <p:nvPr userDrawn="1"/>
          </p:nvSpPr>
          <p:spPr>
            <a:xfrm>
              <a:off x="9761541" y="5227726"/>
              <a:ext cx="759576" cy="592341"/>
            </a:xfrm>
            <a:prstGeom prst="rect">
              <a:avLst/>
            </a:prstGeom>
            <a:solidFill>
              <a:srgbClr val="76D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118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210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255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06E42AD4-4E53-43DB-966B-14EA0ED3E458}"/>
                </a:ext>
              </a:extLst>
            </p:cNvPr>
            <p:cNvSpPr/>
            <p:nvPr userDrawn="1"/>
          </p:nvSpPr>
          <p:spPr>
            <a:xfrm>
              <a:off x="11640737" y="5227726"/>
              <a:ext cx="759576" cy="592341"/>
            </a:xfrm>
            <a:prstGeom prst="rect">
              <a:avLst/>
            </a:prstGeom>
            <a:solidFill>
              <a:srgbClr val="B497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180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255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3123BFF0-C9BC-4A9F-8C1A-6677CDC1F631}"/>
                </a:ext>
              </a:extLst>
            </p:cNvPr>
            <p:cNvSpPr/>
            <p:nvPr userDrawn="1"/>
          </p:nvSpPr>
          <p:spPr>
            <a:xfrm>
              <a:off x="8821942" y="6015678"/>
              <a:ext cx="759576" cy="592341"/>
            </a:xfrm>
            <a:prstGeom prst="rect">
              <a:avLst/>
            </a:prstGeom>
            <a:solidFill>
              <a:srgbClr val="FD34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156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B91896C-FA19-4C29-A6A4-8285D7F3418C}"/>
                </a:ext>
              </a:extLst>
            </p:cNvPr>
            <p:cNvSpPr/>
            <p:nvPr userDrawn="1"/>
          </p:nvSpPr>
          <p:spPr>
            <a:xfrm>
              <a:off x="10701139" y="5227726"/>
              <a:ext cx="759576" cy="592341"/>
            </a:xfrm>
            <a:prstGeom prst="rect">
              <a:avLst/>
            </a:prstGeom>
            <a:solidFill>
              <a:srgbClr val="7213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114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234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8E4376B-58CB-4B0E-AB7F-3AF61E7659F9}"/>
                </a:ext>
              </a:extLst>
            </p:cNvPr>
            <p:cNvSpPr/>
            <p:nvPr userDrawn="1"/>
          </p:nvSpPr>
          <p:spPr>
            <a:xfrm>
              <a:off x="9761541" y="6015678"/>
              <a:ext cx="759576" cy="592341"/>
            </a:xfrm>
            <a:prstGeom prst="rect">
              <a:avLst/>
            </a:prstGeom>
            <a:solidFill>
              <a:srgbClr val="FFA3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255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163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218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CCBC42E-797C-4CB6-8C59-2D6FCDDB1F33}"/>
                </a:ext>
              </a:extLst>
            </p:cNvPr>
            <p:cNvSpPr/>
            <p:nvPr userDrawn="1"/>
          </p:nvSpPr>
          <p:spPr>
            <a:xfrm>
              <a:off x="6942744" y="6015678"/>
              <a:ext cx="759576" cy="592341"/>
            </a:xfrm>
            <a:prstGeom prst="rect">
              <a:avLst/>
            </a:prstGeom>
            <a:solidFill>
              <a:srgbClr val="00C0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174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91DA2AF-1629-48DB-9571-C0A4059F3B38}"/>
                </a:ext>
              </a:extLst>
            </p:cNvPr>
            <p:cNvSpPr/>
            <p:nvPr userDrawn="1"/>
          </p:nvSpPr>
          <p:spPr>
            <a:xfrm>
              <a:off x="12580336" y="6015678"/>
              <a:ext cx="759576" cy="592341"/>
            </a:xfrm>
            <a:prstGeom prst="rect">
              <a:avLst/>
            </a:prstGeom>
            <a:solidFill>
              <a:srgbClr val="63E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99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235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218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7004D9F3-522B-4798-8584-5DAEBCA82D69}"/>
                </a:ext>
              </a:extLst>
            </p:cNvPr>
            <p:cNvSpPr/>
            <p:nvPr userDrawn="1"/>
          </p:nvSpPr>
          <p:spPr>
            <a:xfrm>
              <a:off x="7882343" y="5227726"/>
              <a:ext cx="759576" cy="592341"/>
            </a:xfrm>
            <a:prstGeom prst="rect">
              <a:avLst/>
            </a:prstGeom>
            <a:solidFill>
              <a:srgbClr val="00B8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245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DDFAE922-1756-4DBB-9867-8AF985CB3C58}"/>
                </a:ext>
              </a:extLst>
            </p:cNvPr>
            <p:cNvSpPr/>
            <p:nvPr userDrawn="1"/>
          </p:nvSpPr>
          <p:spPr>
            <a:xfrm>
              <a:off x="11640737" y="6015678"/>
              <a:ext cx="759576" cy="592341"/>
            </a:xfrm>
            <a:prstGeom prst="rect">
              <a:avLst/>
            </a:prstGeom>
            <a:solidFill>
              <a:srgbClr val="510D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81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188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88FF5845-C594-4FAB-AA8F-EA33A333B321}"/>
                </a:ext>
              </a:extLst>
            </p:cNvPr>
            <p:cNvSpPr/>
            <p:nvPr userDrawn="1"/>
          </p:nvSpPr>
          <p:spPr>
            <a:xfrm>
              <a:off x="12580336" y="5227726"/>
              <a:ext cx="759576" cy="592341"/>
            </a:xfrm>
            <a:prstGeom prst="rect">
              <a:avLst/>
            </a:prstGeom>
            <a:solidFill>
              <a:srgbClr val="098E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142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126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DF8DBD9-3426-4B1A-A0E8-1F5F3DA02FE2}"/>
                </a:ext>
              </a:extLst>
            </p:cNvPr>
            <p:cNvSpPr/>
            <p:nvPr userDrawn="1"/>
          </p:nvSpPr>
          <p:spPr>
            <a:xfrm>
              <a:off x="10701139" y="6015678"/>
              <a:ext cx="759576" cy="592341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7F2702EE-4E6E-4980-B5D2-9FC76A136BA8}"/>
                </a:ext>
              </a:extLst>
            </p:cNvPr>
            <p:cNvSpPr/>
            <p:nvPr userDrawn="1"/>
          </p:nvSpPr>
          <p:spPr>
            <a:xfrm>
              <a:off x="7882343" y="6015678"/>
              <a:ext cx="759576" cy="592341"/>
            </a:xfrm>
            <a:prstGeom prst="rect">
              <a:avLst/>
            </a:prstGeom>
            <a:solidFill>
              <a:srgbClr val="AB0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171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6941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 cover with blu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7DDB07-F743-7464-FFF7-32286B51E9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302" y="1456388"/>
            <a:ext cx="5506648" cy="3442681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614966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357588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41302" y="5007009"/>
            <a:ext cx="55066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84BD71-38D7-4AC1-B38A-7DE8843A6D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8313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 cover with white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1EF583-5E0E-CD31-4F49-00B0E07FB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302" y="1456388"/>
            <a:ext cx="5506648" cy="3442681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614966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357588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41302" y="5007009"/>
            <a:ext cx="55066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84BD71-38D7-4AC1-B38A-7DE8843A6D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99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Horizontal Window_Dark backgrou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96C774-8B31-4EC8-BF6C-ACF71C2F0C15}"/>
              </a:ext>
            </a:extLst>
          </p:cNvPr>
          <p:cNvSpPr>
            <a:spLocks noChangeAspect="1"/>
          </p:cNvSpPr>
          <p:nvPr userDrawn="1"/>
        </p:nvSpPr>
        <p:spPr>
          <a:xfrm>
            <a:off x="741301" y="1470479"/>
            <a:ext cx="6350010" cy="4445007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7666" y="1759937"/>
            <a:ext cx="5765982" cy="2903488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017666" y="4752153"/>
            <a:ext cx="5765982" cy="816606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AE81D1E-EC03-4E35-9F55-9751C67CE0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7177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ertical Window_Dark backgrou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F73FA8F-86B4-4B38-9318-B211F1BBAFEB}"/>
              </a:ext>
            </a:extLst>
          </p:cNvPr>
          <p:cNvSpPr>
            <a:spLocks noChangeAspect="1"/>
          </p:cNvSpPr>
          <p:nvPr userDrawn="1"/>
        </p:nvSpPr>
        <p:spPr>
          <a:xfrm>
            <a:off x="741301" y="1470479"/>
            <a:ext cx="3099633" cy="441094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7666" y="1759937"/>
            <a:ext cx="2487266" cy="2900514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1017666" y="4752153"/>
            <a:ext cx="2487267" cy="81577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8ADB91F-075F-40EA-BBF8-09E1B53E17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5921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Horizontal Window_Light background">
    <p:bg>
      <p:bgPr>
        <a:gradFill>
          <a:gsLst>
            <a:gs pos="0">
              <a:schemeClr val="accent4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96C774-8B31-4EC8-BF6C-ACF71C2F0C15}"/>
              </a:ext>
            </a:extLst>
          </p:cNvPr>
          <p:cNvSpPr>
            <a:spLocks noChangeAspect="1"/>
          </p:cNvSpPr>
          <p:nvPr userDrawn="1"/>
        </p:nvSpPr>
        <p:spPr>
          <a:xfrm>
            <a:off x="741301" y="1470479"/>
            <a:ext cx="6350010" cy="4445007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7666" y="1759937"/>
            <a:ext cx="5765982" cy="2903488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017666" y="4752153"/>
            <a:ext cx="5765982" cy="816606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AE81D1E-EC03-4E35-9F55-9751C67CE0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6251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ertical Window_Light background">
    <p:bg>
      <p:bgPr>
        <a:gradFill flip="none" rotWithShape="1">
          <a:gsLst>
            <a:gs pos="0">
              <a:schemeClr val="accent4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F73FA8F-86B4-4B38-9318-B211F1BBAFEB}"/>
              </a:ext>
            </a:extLst>
          </p:cNvPr>
          <p:cNvSpPr>
            <a:spLocks noChangeAspect="1"/>
          </p:cNvSpPr>
          <p:nvPr userDrawn="1"/>
        </p:nvSpPr>
        <p:spPr>
          <a:xfrm>
            <a:off x="741301" y="1470479"/>
            <a:ext cx="3099633" cy="441094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7666" y="1759937"/>
            <a:ext cx="2487266" cy="2900514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1017666" y="4752153"/>
            <a:ext cx="2487267" cy="81577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8ADB91F-075F-40EA-BBF8-09E1B53E17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0953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Horizontal Window Image_Cobal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129527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872149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1D0B9D96-907F-4E37-B5A7-830AD095F223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4909676" y="1456388"/>
            <a:ext cx="6283848" cy="4364991"/>
          </a:xfrm>
          <a:solidFill>
            <a:schemeClr val="accent2"/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lang="en-GB" sz="1000" b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E8E14845-BB2E-4EA2-8CBD-F35A520E36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1301" y="1456388"/>
            <a:ext cx="3432043" cy="3427743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423222F2-0E39-45E4-8918-49125CD7C1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1301" y="5007010"/>
            <a:ext cx="3432043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6BE9D60-8E37-4DED-A951-A9C36EAA76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1752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Vertical Window Image_Cobal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302" y="1456388"/>
            <a:ext cx="5506648" cy="3442681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614966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357588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41302" y="5007009"/>
            <a:ext cx="55066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13BD1F9C-C7CA-4162-BCD4-0E8701D30076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686141" y="736722"/>
            <a:ext cx="3764557" cy="5391258"/>
          </a:xfrm>
          <a:solidFill>
            <a:schemeClr val="accent2"/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lang="en-GB" sz="1000" b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84BD71-38D7-4AC1-B38A-7DE8843A6D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20827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B00C76C-8FDF-939D-9BF7-ED86B8A09683}"/>
              </a:ext>
            </a:extLst>
          </p:cNvPr>
          <p:cNvSpPr/>
          <p:nvPr userDrawn="1"/>
        </p:nvSpPr>
        <p:spPr>
          <a:xfrm>
            <a:off x="0" y="0"/>
            <a:ext cx="7146235" cy="6029608"/>
          </a:xfrm>
          <a:prstGeom prst="rect">
            <a:avLst/>
          </a:prstGeom>
          <a:gradFill>
            <a:gsLst>
              <a:gs pos="0">
                <a:srgbClr val="7213EA"/>
              </a:gs>
              <a:gs pos="100000">
                <a:srgbClr val="1E49E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2296814"/>
            <a:ext cx="4020256" cy="533400"/>
          </a:xfrm>
        </p:spPr>
        <p:txBody>
          <a:bodyPr anchor="ctr"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858FFCE-70FF-E8A9-1517-97027D03F8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2081" y="518036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EE4DAAF-DB2D-B25E-7B9D-0F44ED0E90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081" y="1253897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1E977FBC-993E-BFBA-2C6A-08F5FD3B70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22081" y="1986458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1098360-6E22-9234-483A-A7F9E44963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22081" y="2719019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7F3E4A42-CF45-2915-6B61-FC6A1477D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2081" y="3451580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5B54C6F9-611B-E49E-B97E-FDA98D09CB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22081" y="4191427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112AF84-8A2E-895B-95CA-747F03F655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22081" y="4931274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30DB1C0-6A8F-C400-D535-756CF0C3CD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42361" y="517525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BDAFC491-0350-72A9-16A2-A09188C5C2D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42361" y="1248732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1EF314C3-E5F9-AB91-47BC-9447371C24F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342361" y="1986458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641329B7-7972-61B0-C0AC-5550316CF8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42361" y="2727844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EEBD0451-DC0E-3D9D-8C4A-787DC788A9C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42361" y="3447406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135029D0-C3C3-1A14-5396-8F72B837156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42361" y="4189839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F8F78E0D-C775-4EB0-7C8E-EB5FF985689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342361" y="4936023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7932724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B00C76C-8FDF-939D-9BF7-ED86B8A09683}"/>
              </a:ext>
            </a:extLst>
          </p:cNvPr>
          <p:cNvSpPr/>
          <p:nvPr userDrawn="1"/>
        </p:nvSpPr>
        <p:spPr>
          <a:xfrm>
            <a:off x="0" y="0"/>
            <a:ext cx="6482281" cy="6029608"/>
          </a:xfrm>
          <a:prstGeom prst="rect">
            <a:avLst/>
          </a:prstGeom>
          <a:gradFill>
            <a:gsLst>
              <a:gs pos="0">
                <a:srgbClr val="7213EA"/>
              </a:gs>
              <a:gs pos="100000">
                <a:srgbClr val="1E49E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2296814"/>
            <a:ext cx="4020256" cy="533400"/>
          </a:xfrm>
        </p:spPr>
        <p:txBody>
          <a:bodyPr anchor="ctr"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30DB1C0-6A8F-C400-D535-756CF0C3CD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90511" y="517524"/>
            <a:ext cx="4498290" cy="5231425"/>
          </a:xfrm>
        </p:spPr>
        <p:txBody>
          <a:bodyPr anchor="ctr"/>
          <a:lstStyle>
            <a:lvl1pPr>
              <a:spcAft>
                <a:spcPts val="0"/>
              </a:spcAft>
              <a:defRPr sz="1800" b="1">
                <a:solidFill>
                  <a:schemeClr val="tx2"/>
                </a:solidFill>
              </a:defRPr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0076180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l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99F4025-D6D1-3FCA-5131-3FE2BFC2B5A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" y="0"/>
            <a:ext cx="6509442" cy="6029325"/>
          </a:xfr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t"/>
          <a:lstStyle>
            <a:lvl1pPr algn="ctr">
              <a:defRPr lang="en-US" sz="1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2296814"/>
            <a:ext cx="4020256" cy="533400"/>
          </a:xfrm>
        </p:spPr>
        <p:txBody>
          <a:bodyPr anchor="ctr"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B27649C9-300B-0A43-CF29-9A706DD5F4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26313" y="517524"/>
            <a:ext cx="4362488" cy="5231425"/>
          </a:xfrm>
        </p:spPr>
        <p:txBody>
          <a:bodyPr anchor="ctr"/>
          <a:lstStyle>
            <a:lvl1pPr>
              <a:spcAft>
                <a:spcPts val="0"/>
              </a:spcAft>
              <a:defRPr sz="1800" b="1">
                <a:solidFill>
                  <a:schemeClr val="tx2"/>
                </a:solidFill>
              </a:defRPr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8086168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da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99F4025-D6D1-3FCA-5131-3FE2BFC2B5A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" y="0"/>
            <a:ext cx="6509442" cy="6029325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t"/>
          <a:lstStyle>
            <a:lvl1pPr algn="ctr">
              <a:defRPr lang="en-US" sz="1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2296814"/>
            <a:ext cx="4020256" cy="533400"/>
          </a:xfrm>
        </p:spPr>
        <p:txBody>
          <a:bodyPr anchor="ctr"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B27649C9-300B-0A43-CF29-9A706DD5F4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26313" y="517524"/>
            <a:ext cx="4362488" cy="5231425"/>
          </a:xfrm>
        </p:spPr>
        <p:txBody>
          <a:bodyPr anchor="ctr"/>
          <a:lstStyle>
            <a:lvl1pPr>
              <a:spcAft>
                <a:spcPts val="0"/>
              </a:spcAft>
              <a:defRPr sz="1800" b="1">
                <a:solidFill>
                  <a:schemeClr val="tx2"/>
                </a:solidFill>
              </a:defRPr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7606149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70719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light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BE8CBDF-D242-FD5E-4CDF-5C82B2B7CB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876925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504317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Dark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BE8CBDF-D242-FD5E-4CDF-5C82B2B7CB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876925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73173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754614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52C9E4-0AA5-DF17-A208-1A1E7BA63E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876925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4374446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06C60-BBAD-4B44-9D69-536848922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147A601A-3AE8-4889-A026-9740E00CCFBB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05723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FC99C-7410-4D22-BA8D-48877FCF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F0349-D058-A407-0551-F4C4F624967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319213"/>
            <a:ext cx="8759824" cy="4552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435851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with background imag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44AC5D4-EADD-ECDB-2470-C619A59C07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5872163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FC99C-7410-4D22-BA8D-48877FCF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F0349-D058-A407-0551-F4C4F624967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319213"/>
            <a:ext cx="8759824" cy="4312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20545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FC99C-7410-4D22-BA8D-48877FCF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F0349-D058-A407-0551-F4C4F624967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319213"/>
            <a:ext cx="7071275" cy="4552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70D78B4-5113-23F5-AF68-C56D3317A34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74455" y="1319213"/>
            <a:ext cx="2822182" cy="4552950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248535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with vertic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5C54AE5-D1B8-61EC-0152-53A094C39C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47074" y="0"/>
            <a:ext cx="3005971" cy="6858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FC99C-7410-4D22-BA8D-48877FCF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431800"/>
            <a:ext cx="7071274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F0349-D058-A407-0551-F4C4F624967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319213"/>
            <a:ext cx="7071275" cy="4552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71354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_doubl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C733E-E364-489F-B7AF-D2002EE59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364" y="431800"/>
            <a:ext cx="10204450" cy="100107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7C9FF4-C999-39DC-2F76-6B71B5A8BED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700213"/>
            <a:ext cx="8759824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2394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3FD8B3-A559-4E34-BA53-32A7F927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48947F85-E5F1-445E-BD2C-8963D165668D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75E1DB-F124-D258-2E60-1D91DC98BF9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330325"/>
            <a:ext cx="8745674" cy="4546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937206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tent - One Column - Image background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F46F35F-06C5-0399-C927-16C811862E6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5876925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tx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tx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3FD8B3-A559-4E34-BA53-32A7F927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48947F85-E5F1-445E-BD2C-8963D165668D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75E1DB-F124-D258-2E60-1D91DC98BF9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330325"/>
            <a:ext cx="8745674" cy="43461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569684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_double title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8">
            <a:extLst>
              <a:ext uri="{FF2B5EF4-FFF2-40B4-BE49-F238E27FC236}">
                <a16:creationId xmlns:a16="http://schemas.microsoft.com/office/drawing/2014/main" id="{F4561A05-7671-4539-AB97-A9979F67EB4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3AAE32-05EB-420A-97AB-3254804D3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364" y="431799"/>
            <a:ext cx="10204450" cy="9633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en-GB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567897B5-3A96-440B-8018-FDD880280B2A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C56427-BEBE-72D5-9F72-57A321667ED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700213"/>
            <a:ext cx="8745536" cy="41767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8224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69D30F-5094-425F-A158-0850AE27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B3EC5E-F3D7-A1BA-615C-40D2A155A4B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95363" y="1330325"/>
            <a:ext cx="4968000" cy="454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A7FDECC-089E-DBE5-1B2C-4C338AF06D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0800" y="1330325"/>
            <a:ext cx="4968000" cy="454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099674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wo Column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C918AE-52AC-4531-9640-0D2CA3A28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79D6C947-06F1-4188-A558-E10C77FF12CE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92138313-6F7E-9B18-D72C-5FB26A14BE9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95363" y="1330125"/>
            <a:ext cx="4968000" cy="45465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451948A6-255B-1B23-B9F9-4670FB4176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0800" y="1330125"/>
            <a:ext cx="4968000" cy="45465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58418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Cha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D32ADA-D319-4A1F-BF43-8C0B259FA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E5A1F-6A53-8F08-BF73-3A465A63460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95363" y="1338067"/>
            <a:ext cx="10195200" cy="2136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A9A8E5C-1DF5-A8AD-B648-0094CAE89A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95363" y="3741091"/>
            <a:ext cx="10195200" cy="2136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866153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bot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D32ADA-D319-4A1F-BF43-8C0B259FA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E5A1F-6A53-8F08-BF73-3A465A63460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95363" y="1338067"/>
            <a:ext cx="10195200" cy="2136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A0A351A-AC30-1EF0-1C9E-8C41C93B143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3740149"/>
            <a:ext cx="12192000" cy="2136776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8758197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Two Column +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398D60-3AA9-4DD4-AFCF-8682C70E39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3200" y="1322389"/>
            <a:ext cx="10185400" cy="518400"/>
          </a:xfrm>
        </p:spPr>
        <p:txBody>
          <a:bodyPr/>
          <a:lstStyle>
            <a:lvl1pPr>
              <a:defRPr sz="1800" kern="0"/>
            </a:lvl1pPr>
          </a:lstStyle>
          <a:p>
            <a:pPr lvl="0"/>
            <a:r>
              <a:rPr lang="en-US"/>
              <a:t>Introduction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C6ADA-51FB-F5AE-B78E-993E3048257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03300" y="2051049"/>
            <a:ext cx="4967288" cy="3825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7FAE8E2-031A-E822-2E9D-3F665FC6E6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20800" y="2051049"/>
            <a:ext cx="4967288" cy="3825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8746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wo Column + Intro + Bottom content 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398D60-3AA9-4DD4-AFCF-8682C70E39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3200" y="1322389"/>
            <a:ext cx="10185400" cy="518400"/>
          </a:xfrm>
        </p:spPr>
        <p:txBody>
          <a:bodyPr/>
          <a:lstStyle>
            <a:lvl1pPr>
              <a:defRPr sz="1800" kern="0"/>
            </a:lvl1pPr>
          </a:lstStyle>
          <a:p>
            <a:pPr lvl="0"/>
            <a:r>
              <a:rPr lang="en-US"/>
              <a:t>Introduction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C6ADA-51FB-F5AE-B78E-993E3048257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03300" y="2051050"/>
            <a:ext cx="4967288" cy="1470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7FAE8E2-031A-E822-2E9D-3F665FC6E6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20800" y="2051050"/>
            <a:ext cx="4967288" cy="1470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7D83062-1E57-69E1-3C81-C160D7CFD6E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03199" y="3675709"/>
            <a:ext cx="10187363" cy="22021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8425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wo column + heade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2910600"/>
            <a:ext cx="10185600" cy="518400"/>
          </a:xfrm>
        </p:spPr>
        <p:txBody>
          <a:bodyPr/>
          <a:lstStyle>
            <a:lvl1pPr>
              <a:defRPr kern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9A1736-8B5E-4C9A-87AA-3DF4FB6D6175}"/>
              </a:ext>
            </a:extLst>
          </p:cNvPr>
          <p:cNvSpPr/>
          <p:nvPr userDrawn="1"/>
        </p:nvSpPr>
        <p:spPr>
          <a:xfrm>
            <a:off x="0" y="1"/>
            <a:ext cx="12192000" cy="2501660"/>
          </a:xfrm>
          <a:prstGeom prst="rect">
            <a:avLst/>
          </a:prstGeom>
          <a:gradFill>
            <a:gsLst>
              <a:gs pos="0">
                <a:srgbClr val="7213EA"/>
              </a:gs>
              <a:gs pos="100000">
                <a:srgbClr val="1E49E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>
              <a:solidFill>
                <a:schemeClr val="bg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5CD9A9-9858-C4E3-4703-C9709BC2E35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03300" y="3733800"/>
            <a:ext cx="4967288" cy="21902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6B4FB7A-CA88-373B-4037-472FAF622F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1412" y="3733800"/>
            <a:ext cx="4967288" cy="21902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083025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wo column + header imag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F83AC61-1BCB-1F69-DD53-B0AAED647D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250166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2910600"/>
            <a:ext cx="10185600" cy="518400"/>
          </a:xfrm>
        </p:spPr>
        <p:txBody>
          <a:bodyPr/>
          <a:lstStyle>
            <a:lvl1pPr>
              <a:defRPr kern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5CD9A9-9858-C4E3-4703-C9709BC2E35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03300" y="3733800"/>
            <a:ext cx="4967288" cy="21902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6B4FB7A-CA88-373B-4037-472FAF622F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1412" y="3733800"/>
            <a:ext cx="4967288" cy="21902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524274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 Column 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93B809-7A30-47BC-953E-AF9FE10FD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054C0-4190-A073-FF06-A5EB62316AA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5363" y="1331912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6105C62-91E0-B66D-85BA-D26896F940D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02150" y="1331912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887642C3-1AC2-77F0-4602-3BAD72478B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08937" y="1331912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5E75ECB-D0CA-2D00-702F-1AD57C5EBA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95363" y="3742126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B33D029-7198-2E2E-5E6C-B289731A27F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502150" y="3742126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7A19DB0-EA08-D699-0C88-37B4D178D11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08937" y="3742126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964836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FIV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>
            <a:lvl1pPr>
              <a:defRPr kern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0C064-15D1-24D5-3E98-71739E8B8974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003300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428DB69-A5E6-3995-43BE-21D7823D616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074470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84EA45F-006F-C693-3D9A-C894873CED48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145641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92FB52F-B0E0-37C7-5F65-EEF98E215D4C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7216812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B7BF63F-B2C0-FCAC-0EB5-D84B8D6B88E0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287982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1046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rocess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1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3068984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134768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7200552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3068984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5134768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7200552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9266337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9266337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F9AD75-9C5D-491A-8EB6-1E4763A9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7487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rocess 5 Columns_Cobal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A68D3E60-F95F-4250-92C1-89CF93433E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3201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8D8E592C-F128-4E4B-970B-BFB5C0F2A4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68984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EE6B17CD-E0EF-40A4-A171-4E4B731CE0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34768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03C9A44B-2A8F-416D-A76B-F3A018572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00552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D3A5B3AC-C2E0-40CF-9D31-036461F790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969E3860-942E-40E2-A1C8-AF5DF2967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68984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8E580107-2025-4C04-9884-4A6DBB63DE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34768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BC4D5128-392D-4FC9-A83F-FA43203A40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0552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A8EB5529-8601-4864-9983-FBB672B8B9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66337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4715BC67-F699-49E6-B5D7-22ED9DFA817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266337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51C022-C0B7-4310-BC9F-D7C63034F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775259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5 column + intro + heade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580C36-1E70-46DD-9783-AFD66B7DEC90}"/>
              </a:ext>
            </a:extLst>
          </p:cNvPr>
          <p:cNvSpPr/>
          <p:nvPr userDrawn="1"/>
        </p:nvSpPr>
        <p:spPr>
          <a:xfrm>
            <a:off x="0" y="0"/>
            <a:ext cx="12192000" cy="268605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400" err="1">
              <a:solidFill>
                <a:schemeClr val="bg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8557E01-A30E-46EA-BAB3-4F33E0992F3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95363" y="1330325"/>
            <a:ext cx="10185400" cy="246221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9724627-195E-4BFD-9A60-FFD6EECF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3FA197-29C7-A542-7F4A-98E54EAA4044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95363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80062C7F-1E7F-D3F0-42DA-19C1A9676E4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048397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DB8C39D9-73AE-A115-2AC4-E84A2758E60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101431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ED9CEF0B-75E3-E133-3C7E-37C7249C4ACC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154465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891467F-14E8-7772-2AA4-3FE5032AA06B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9207500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931105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rocess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3593775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184350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8774926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3593775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618435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8774926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70D7C0-6953-439A-A54E-CED56520F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30773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rocess 4 Columns_Cobal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BA5FBEF-FE77-4CC8-B2D5-D94327DAF6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3200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659D9BAA-2BF4-4A94-BAA4-5D091A2962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93775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E3D170C1-7106-44D2-A62F-A804F244A0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84350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5DDAC4CF-AC2F-4D83-9FB0-DDFB71EE9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74926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3C84B130-9B9F-460C-87A1-4E3012ECEA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FC076374-F8FA-413A-9C7F-81C8235123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3775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2DC24D7-E120-435A-8A2A-98E939AC4C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435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41F15369-328E-43E6-894F-1F86414EB3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74926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90D0D6-CEB9-47AA-B0BF-EB213FE3B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1647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FIVE COLUMN + Subtitl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2C7EC625-DE37-4829-ACBE-0373F0B829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32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>
                <a:solidFill>
                  <a:schemeClr val="tx1"/>
                </a:solidFill>
              </a:defRPr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>
            <a:lvl1pPr>
              <a:defRPr kern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037C46F-D057-4106-9B45-A730A557B5D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726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E33DBCF-2199-4682-AAC2-C3FC0CBE92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420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E130E5C8-8660-4D01-AD3B-CEEFB37F753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114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F404CCF0-6C3D-42EE-9F8D-FE237FEEB1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80798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7138E-6EE9-4E16-AB30-D7C7DA3DCE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98538" y="1630363"/>
            <a:ext cx="1906587" cy="563562"/>
          </a:xfrm>
          <a:solidFill>
            <a:srgbClr val="1E49E2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E652417-F61A-4ABE-AAED-E30436B90B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73464" y="1630363"/>
            <a:ext cx="1906587" cy="563562"/>
          </a:xfrm>
          <a:solidFill>
            <a:schemeClr val="tx2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218554-B99A-45E3-9AE4-434D8CA5AD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40699" y="1630363"/>
            <a:ext cx="1906587" cy="563562"/>
          </a:xfrm>
          <a:solidFill>
            <a:schemeClr val="accent4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FCA38BE-76B7-4635-8179-9D7DD99CD97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07934" y="1630363"/>
            <a:ext cx="1906587" cy="563562"/>
          </a:xfrm>
          <a:solidFill>
            <a:schemeClr val="accent3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2020005-E0B8-4233-8022-8AC559F11D2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80798" y="1630363"/>
            <a:ext cx="1906587" cy="563562"/>
          </a:xfrm>
          <a:solidFill>
            <a:schemeClr val="accent1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253055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Quad Box with Center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19862B5-E58D-4F98-8070-F04E6659AC38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3346" y="1330325"/>
            <a:ext cx="4967685" cy="2132614"/>
          </a:xfrm>
          <a:custGeom>
            <a:avLst/>
            <a:gdLst>
              <a:gd name="connsiteX0" fmla="*/ 0 w 4967685"/>
              <a:gd name="connsiteY0" fmla="*/ 0 h 2132614"/>
              <a:gd name="connsiteX1" fmla="*/ 4967685 w 4967685"/>
              <a:gd name="connsiteY1" fmla="*/ 0 h 2132614"/>
              <a:gd name="connsiteX2" fmla="*/ 4967685 w 4967685"/>
              <a:gd name="connsiteY2" fmla="*/ 1013538 h 2132614"/>
              <a:gd name="connsiteX3" fmla="*/ 3364916 w 4967685"/>
              <a:gd name="connsiteY3" fmla="*/ 1013538 h 2132614"/>
              <a:gd name="connsiteX4" fmla="*/ 3364916 w 4967685"/>
              <a:gd name="connsiteY4" fmla="*/ 2132614 h 2132614"/>
              <a:gd name="connsiteX5" fmla="*/ 0 w 4967685"/>
              <a:gd name="connsiteY5" fmla="*/ 2132614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7685" h="2132614">
                <a:moveTo>
                  <a:pt x="0" y="0"/>
                </a:moveTo>
                <a:lnTo>
                  <a:pt x="4967685" y="0"/>
                </a:lnTo>
                <a:lnTo>
                  <a:pt x="4967685" y="1013538"/>
                </a:lnTo>
                <a:lnTo>
                  <a:pt x="3364916" y="1013538"/>
                </a:lnTo>
                <a:lnTo>
                  <a:pt x="3364916" y="2132614"/>
                </a:lnTo>
                <a:lnTo>
                  <a:pt x="0" y="2132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08000" tIns="108000" rIns="1872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EEBDCDC-F212-4ED4-8D32-7B1BC919EF2D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6232260" y="1330325"/>
            <a:ext cx="4970724" cy="2132614"/>
          </a:xfrm>
          <a:custGeom>
            <a:avLst/>
            <a:gdLst>
              <a:gd name="connsiteX0" fmla="*/ 0 w 4970724"/>
              <a:gd name="connsiteY0" fmla="*/ 0 h 2132614"/>
              <a:gd name="connsiteX1" fmla="*/ 4970724 w 4970724"/>
              <a:gd name="connsiteY1" fmla="*/ 0 h 2132614"/>
              <a:gd name="connsiteX2" fmla="*/ 4970724 w 4970724"/>
              <a:gd name="connsiteY2" fmla="*/ 2132614 h 2132614"/>
              <a:gd name="connsiteX3" fmla="*/ 1602767 w 4970724"/>
              <a:gd name="connsiteY3" fmla="*/ 2132614 h 2132614"/>
              <a:gd name="connsiteX4" fmla="*/ 1602767 w 4970724"/>
              <a:gd name="connsiteY4" fmla="*/ 1013538 h 2132614"/>
              <a:gd name="connsiteX5" fmla="*/ 0 w 4970724"/>
              <a:gd name="connsiteY5" fmla="*/ 1013538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70724" h="2132614">
                <a:moveTo>
                  <a:pt x="0" y="0"/>
                </a:moveTo>
                <a:lnTo>
                  <a:pt x="4970724" y="0"/>
                </a:lnTo>
                <a:lnTo>
                  <a:pt x="4970724" y="2132614"/>
                </a:lnTo>
                <a:lnTo>
                  <a:pt x="1602767" y="2132614"/>
                </a:lnTo>
                <a:lnTo>
                  <a:pt x="1602767" y="1013538"/>
                </a:lnTo>
                <a:lnTo>
                  <a:pt x="0" y="10135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872000" tIns="108000" rIns="108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E0E984E-3A85-42BD-A2C6-26D3EB300D8B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1003346" y="3747502"/>
            <a:ext cx="4967685" cy="2132614"/>
          </a:xfrm>
          <a:custGeom>
            <a:avLst/>
            <a:gdLst>
              <a:gd name="connsiteX0" fmla="*/ 0 w 4967685"/>
              <a:gd name="connsiteY0" fmla="*/ 0 h 2132614"/>
              <a:gd name="connsiteX1" fmla="*/ 3364916 w 4967685"/>
              <a:gd name="connsiteY1" fmla="*/ 0 h 2132614"/>
              <a:gd name="connsiteX2" fmla="*/ 3364916 w 4967685"/>
              <a:gd name="connsiteY2" fmla="*/ 1119077 h 2132614"/>
              <a:gd name="connsiteX3" fmla="*/ 4967685 w 4967685"/>
              <a:gd name="connsiteY3" fmla="*/ 1119077 h 2132614"/>
              <a:gd name="connsiteX4" fmla="*/ 4967685 w 4967685"/>
              <a:gd name="connsiteY4" fmla="*/ 2132614 h 2132614"/>
              <a:gd name="connsiteX5" fmla="*/ 0 w 4967685"/>
              <a:gd name="connsiteY5" fmla="*/ 2132614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7685" h="2132614">
                <a:moveTo>
                  <a:pt x="0" y="0"/>
                </a:moveTo>
                <a:lnTo>
                  <a:pt x="3364916" y="0"/>
                </a:lnTo>
                <a:lnTo>
                  <a:pt x="3364916" y="1119077"/>
                </a:lnTo>
                <a:lnTo>
                  <a:pt x="4967685" y="1119077"/>
                </a:lnTo>
                <a:lnTo>
                  <a:pt x="4967685" y="2132614"/>
                </a:lnTo>
                <a:lnTo>
                  <a:pt x="0" y="2132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08000" tIns="108000" rIns="1872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DB6DB5B-6EBB-4E77-8ECE-2DE4424BD660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6232260" y="3747502"/>
            <a:ext cx="4970724" cy="2132614"/>
          </a:xfrm>
          <a:custGeom>
            <a:avLst/>
            <a:gdLst>
              <a:gd name="connsiteX0" fmla="*/ 1602767 w 4970724"/>
              <a:gd name="connsiteY0" fmla="*/ 0 h 2132614"/>
              <a:gd name="connsiteX1" fmla="*/ 4970724 w 4970724"/>
              <a:gd name="connsiteY1" fmla="*/ 0 h 2132614"/>
              <a:gd name="connsiteX2" fmla="*/ 4970724 w 4970724"/>
              <a:gd name="connsiteY2" fmla="*/ 2132614 h 2132614"/>
              <a:gd name="connsiteX3" fmla="*/ 0 w 4970724"/>
              <a:gd name="connsiteY3" fmla="*/ 2132614 h 2132614"/>
              <a:gd name="connsiteX4" fmla="*/ 0 w 4970724"/>
              <a:gd name="connsiteY4" fmla="*/ 1119077 h 2132614"/>
              <a:gd name="connsiteX5" fmla="*/ 1602767 w 4970724"/>
              <a:gd name="connsiteY5" fmla="*/ 1119077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70724" h="2132614">
                <a:moveTo>
                  <a:pt x="1602767" y="0"/>
                </a:moveTo>
                <a:lnTo>
                  <a:pt x="4970724" y="0"/>
                </a:lnTo>
                <a:lnTo>
                  <a:pt x="4970724" y="2132614"/>
                </a:lnTo>
                <a:lnTo>
                  <a:pt x="0" y="2132614"/>
                </a:lnTo>
                <a:lnTo>
                  <a:pt x="0" y="1119077"/>
                </a:lnTo>
                <a:lnTo>
                  <a:pt x="1602767" y="111907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872000" tIns="108000" rIns="108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CCA206-C726-4930-8059-66751EC1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9FE0EB-C435-5FB3-FCE5-D3B348E2ACAE}"/>
              </a:ext>
            </a:extLst>
          </p:cNvPr>
          <p:cNvSpPr>
            <a:spLocks noGrp="1"/>
          </p:cNvSpPr>
          <p:nvPr>
            <p:ph sz="quarter" idx="57"/>
          </p:nvPr>
        </p:nvSpPr>
        <p:spPr>
          <a:xfrm>
            <a:off x="4570413" y="2546350"/>
            <a:ext cx="3049649" cy="2132013"/>
          </a:xfrm>
          <a:solidFill>
            <a:schemeClr val="accent1"/>
          </a:solidFill>
          <a:ln>
            <a:noFill/>
          </a:ln>
        </p:spPr>
        <p:txBody>
          <a:bodyPr vert="horz" lIns="108000" tIns="108000" rIns="108000" bIns="108000" rtlCol="0" anchor="ctr" anchorCtr="1">
            <a:noAutofit/>
          </a:bodyPr>
          <a:lstStyle>
            <a:lvl1pPr algn="ctr">
              <a:defRPr lang="en-US" dirty="0" smtClean="0">
                <a:solidFill>
                  <a:schemeClr val="bg1"/>
                </a:solidFill>
                <a:cs typeface="Arial" panose="020B0604020202020204" pitchFamily="34" charset="0"/>
              </a:defRPr>
            </a:lvl1pPr>
            <a:lvl2pPr algn="ctr">
              <a:defRPr lang="en-US" dirty="0" smtClean="0">
                <a:solidFill>
                  <a:schemeClr val="bg1"/>
                </a:solidFill>
              </a:defRPr>
            </a:lvl2pPr>
            <a:lvl3pPr algn="ctr">
              <a:defRPr lang="en-US" dirty="0" smtClean="0">
                <a:solidFill>
                  <a:schemeClr val="bg1"/>
                </a:solidFill>
              </a:defRPr>
            </a:lvl3pPr>
            <a:lvl4pPr algn="ctr">
              <a:defRPr lang="en-US" dirty="0" smtClean="0">
                <a:solidFill>
                  <a:schemeClr val="bg1"/>
                </a:solidFill>
              </a:defRPr>
            </a:lvl4pPr>
            <a:lvl5pPr algn="ctr">
              <a:defRPr lang="en-US" dirty="0">
                <a:solidFill>
                  <a:schemeClr val="bg1"/>
                </a:solidFill>
              </a:defRPr>
            </a:lvl5pPr>
          </a:lstStyle>
          <a:p>
            <a:pPr lvl="0" algn="ctr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722510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Column + Blu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100320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623604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76913D-77B2-43C9-9A9E-B86D68E1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5EBE6-C4EB-3D63-4351-4FBEA06A0BC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002588" y="1720850"/>
            <a:ext cx="4968000" cy="4156074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E5B1772-E65F-A92F-6EE3-3FB7C60E2E1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240394" y="1720850"/>
            <a:ext cx="4968000" cy="4156074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059060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Four Boxes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1003200" y="1720714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100320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236040" y="1720714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623604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1003200" y="4130720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4"/>
          </p:nvPr>
        </p:nvSpPr>
        <p:spPr>
          <a:xfrm>
            <a:off x="1003200" y="3741920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5"/>
          </p:nvPr>
        </p:nvSpPr>
        <p:spPr>
          <a:xfrm>
            <a:off x="6236040" y="4130720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6"/>
          </p:nvPr>
        </p:nvSpPr>
        <p:spPr>
          <a:xfrm>
            <a:off x="6236040" y="3741920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F8E881-FC4C-4F00-9389-FF3C71D7C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161267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79D65585-570B-4F7D-B4BC-0F7CFAF52BAF}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4325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BE67C5C-769B-4AEA-A1B7-EFD4A3AA23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9860" y="5308261"/>
            <a:ext cx="5252400" cy="246221"/>
          </a:xfrm>
        </p:spPr>
        <p:txBody>
          <a:bodyPr wrap="square" anchor="b">
            <a:sp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8B0BD-68A6-4AD8-A640-99B893F063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8696112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2">
    <p:bg>
      <p:bgPr>
        <a:gradFill flip="none" rotWithShape="1">
          <a:gsLst>
            <a:gs pos="0">
              <a:schemeClr val="accent5"/>
            </a:gs>
            <a:gs pos="100000">
              <a:schemeClr val="accent1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AF31653-DA95-4567-9106-71E1E49BA627}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43250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2925CE2F-8945-49DE-BCC2-8BCACF480E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9860" y="5308261"/>
            <a:ext cx="5252400" cy="246221"/>
          </a:xfrm>
        </p:spPr>
        <p:txBody>
          <a:bodyPr wrap="square" anchor="b">
            <a:sp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  <a:lvl2pPr>
              <a:defRPr sz="1600">
                <a:solidFill>
                  <a:schemeClr val="accent2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C346F2F1-AF73-4284-8702-745152AF53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566398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Break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79D65585-570B-4F7D-B4BC-0F7CFAF52BAF}"/>
              </a:ext>
            </a:extLst>
          </p:cNvPr>
          <p:cNvSpPr>
            <a:spLocks noChangeAspect="1"/>
          </p:cNvSpPr>
          <p:nvPr userDrawn="1"/>
        </p:nvSpPr>
        <p:spPr>
          <a:xfrm>
            <a:off x="998477" y="971550"/>
            <a:ext cx="3473688" cy="494325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2901140" cy="2367199"/>
          </a:xfrm>
          <a:noFill/>
        </p:spPr>
        <p:txBody>
          <a:bodyPr lIns="0" tIns="0" rIns="0" bIns="0" anchor="t" anchorCtr="0"/>
          <a:lstStyle>
            <a:lvl1pPr algn="l">
              <a:defRPr sz="5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BE67C5C-769B-4AEA-A1B7-EFD4A3AA23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9860" y="5062039"/>
            <a:ext cx="2901140" cy="492443"/>
          </a:xfrm>
        </p:spPr>
        <p:txBody>
          <a:bodyPr wrap="square" anchor="b">
            <a:sp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8B0BD-68A6-4AD8-A640-99B893F063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24598301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break 2">
    <p:bg>
      <p:bgPr>
        <a:gradFill flip="none" rotWithShape="1">
          <a:gsLst>
            <a:gs pos="0">
              <a:schemeClr val="accent5"/>
            </a:gs>
            <a:gs pos="100000">
              <a:schemeClr val="accent1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AF31653-DA95-4567-9106-71E1E49BA627}"/>
              </a:ext>
            </a:extLst>
          </p:cNvPr>
          <p:cNvSpPr>
            <a:spLocks noChangeAspect="1"/>
          </p:cNvSpPr>
          <p:nvPr userDrawn="1"/>
        </p:nvSpPr>
        <p:spPr>
          <a:xfrm>
            <a:off x="998477" y="971550"/>
            <a:ext cx="3473688" cy="4943250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2925CE2F-8945-49DE-BCC2-8BCACF480E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9860" y="5062039"/>
            <a:ext cx="2914995" cy="492443"/>
          </a:xfrm>
        </p:spPr>
        <p:txBody>
          <a:bodyPr wrap="square" anchor="b">
            <a:sp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  <a:lvl2pPr>
              <a:defRPr sz="1600">
                <a:solidFill>
                  <a:schemeClr val="accent2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C346F2F1-AF73-4284-8702-745152AF53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2914995" cy="2367199"/>
          </a:xfrm>
          <a:noFill/>
        </p:spPr>
        <p:txBody>
          <a:bodyPr lIns="0" tIns="0" rIns="0" bIns="0" anchor="t" anchorCtr="0"/>
          <a:lstStyle>
            <a:lvl1pPr algn="l">
              <a:defRPr sz="54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084421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04226E-EE2B-456C-B755-B27FB56F05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30051" y="1675973"/>
            <a:ext cx="1131897" cy="1554907"/>
          </a:xfrm>
          <a:gradFill>
            <a:gsLst>
              <a:gs pos="0">
                <a:srgbClr val="7213EA"/>
              </a:gs>
              <a:gs pos="100000">
                <a:srgbClr val="1E49E2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lvl1pPr algn="ctr">
              <a:defRPr kumimoji="0" lang="en-US" sz="7200" b="0" i="0" u="none" strike="noStrike" kern="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/>
              <a:t>#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BAEEB15-711A-422A-8181-97EDF58292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30051" y="5356619"/>
            <a:ext cx="5092699" cy="520305"/>
          </a:xfrm>
        </p:spPr>
        <p:txBody>
          <a:bodyPr anchor="b"/>
          <a:lstStyle>
            <a:lvl1pPr>
              <a:defRPr kern="0" spc="0" baseline="0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685A893-E2C2-4E62-A1DE-835DB19E823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95363" y="655320"/>
            <a:ext cx="3799745" cy="5221605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kern="0" spc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30051" y="3429000"/>
            <a:ext cx="5092800" cy="1554920"/>
          </a:xfrm>
        </p:spPr>
        <p:txBody>
          <a:bodyPr/>
          <a:lstStyle>
            <a:lvl1pPr>
              <a:lnSpc>
                <a:spcPct val="80000"/>
              </a:lnSpc>
              <a:defRPr sz="6000" kern="0" spc="0" baseline="0"/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725209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78BF9E-949B-9E06-0D4B-B2F76715606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-7910"/>
            <a:ext cx="4013200" cy="5711006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grpSp>
        <p:nvGrpSpPr>
          <p:cNvPr id="15" name="SP Agenda Section" hidden="1">
            <a:extLst>
              <a:ext uri="{FF2B5EF4-FFF2-40B4-BE49-F238E27FC236}">
                <a16:creationId xmlns:a16="http://schemas.microsoft.com/office/drawing/2014/main" id="{6161EBE1-E6F9-590D-61AF-A119821E1E50}"/>
              </a:ext>
            </a:extLst>
          </p:cNvPr>
          <p:cNvGrpSpPr/>
          <p:nvPr userDrawn="1"/>
        </p:nvGrpSpPr>
        <p:grpSpPr>
          <a:xfrm>
            <a:off x="4285397" y="1389663"/>
            <a:ext cx="7133452" cy="445341"/>
            <a:chOff x="4285397" y="1389663"/>
            <a:chExt cx="7133452" cy="445341"/>
          </a:xfrm>
        </p:grpSpPr>
        <p:cxnSp>
          <p:nvCxnSpPr>
            <p:cNvPr id="7" name="Straight Connector 6" hidden="1">
              <a:extLst>
                <a:ext uri="{FF2B5EF4-FFF2-40B4-BE49-F238E27FC236}">
                  <a16:creationId xmlns:a16="http://schemas.microsoft.com/office/drawing/2014/main" id="{20036002-C015-D885-C9B0-5901D92085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85397" y="1389663"/>
              <a:ext cx="7133452" cy="0"/>
            </a:xfrm>
            <a:prstGeom prst="line">
              <a:avLst/>
            </a:prstGeom>
            <a:ln w="9525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Section Title" hidden="1"/>
            <p:cNvSpPr txBox="1">
              <a:spLocks/>
            </p:cNvSpPr>
            <p:nvPr userDrawn="1"/>
          </p:nvSpPr>
          <p:spPr>
            <a:xfrm>
              <a:off x="4766277" y="1465672"/>
              <a:ext cx="486904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1500"/>
                <a:t>&lt;TEXT&gt;</a:t>
              </a:r>
            </a:p>
          </p:txBody>
        </p:sp>
        <p:sp>
          <p:nvSpPr>
            <p:cNvPr id="21" name="Section Number" hidden="1"/>
            <p:cNvSpPr txBox="1">
              <a:spLocks/>
            </p:cNvSpPr>
            <p:nvPr userDrawn="1"/>
          </p:nvSpPr>
          <p:spPr>
            <a:xfrm>
              <a:off x="4291441" y="1465672"/>
              <a:ext cx="379556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>
                  <a:solidFill>
                    <a:schemeClr val="accent1"/>
                  </a:solidFill>
                  <a:latin typeface="+mj-lt"/>
                </a:rPr>
                <a:t>&lt;N&gt;</a:t>
              </a:r>
            </a:p>
          </p:txBody>
        </p:sp>
        <p:sp>
          <p:nvSpPr>
            <p:cNvPr id="22" name="Slide Number" hidden="1"/>
            <p:cNvSpPr txBox="1">
              <a:spLocks/>
            </p:cNvSpPr>
            <p:nvPr userDrawn="1"/>
          </p:nvSpPr>
          <p:spPr>
            <a:xfrm>
              <a:off x="10929257" y="1465672"/>
              <a:ext cx="4255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500"/>
                <a:t>&lt;P&gt;</a:t>
              </a:r>
            </a:p>
          </p:txBody>
        </p:sp>
      </p:grpSp>
      <p:grpSp>
        <p:nvGrpSpPr>
          <p:cNvPr id="16" name="SP Agenda Section Highlight" hidden="1">
            <a:extLst>
              <a:ext uri="{FF2B5EF4-FFF2-40B4-BE49-F238E27FC236}">
                <a16:creationId xmlns:a16="http://schemas.microsoft.com/office/drawing/2014/main" id="{273EA3FA-5C58-AD21-E2EE-ACE30695F333}"/>
              </a:ext>
            </a:extLst>
          </p:cNvPr>
          <p:cNvGrpSpPr/>
          <p:nvPr userDrawn="1"/>
        </p:nvGrpSpPr>
        <p:grpSpPr>
          <a:xfrm>
            <a:off x="4291441" y="1925443"/>
            <a:ext cx="7127408" cy="440893"/>
            <a:chOff x="4291441" y="1925443"/>
            <a:chExt cx="7127408" cy="440893"/>
          </a:xfrm>
        </p:grpSpPr>
        <p:cxnSp>
          <p:nvCxnSpPr>
            <p:cNvPr id="10" name="Straight Connector 9" hidden="1">
              <a:extLst>
                <a:ext uri="{FF2B5EF4-FFF2-40B4-BE49-F238E27FC236}">
                  <a16:creationId xmlns:a16="http://schemas.microsoft.com/office/drawing/2014/main" id="{2F57DF42-C5A7-8AAE-1FDD-E9BC3C5DD5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92221" y="1925443"/>
              <a:ext cx="7126628" cy="0"/>
            </a:xfrm>
            <a:prstGeom prst="line">
              <a:avLst/>
            </a:prstGeom>
            <a:ln w="9525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Section Title" hidden="1"/>
            <p:cNvSpPr txBox="1">
              <a:spLocks/>
            </p:cNvSpPr>
            <p:nvPr userDrawn="1"/>
          </p:nvSpPr>
          <p:spPr>
            <a:xfrm>
              <a:off x="4766278" y="1997004"/>
              <a:ext cx="487302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1500" b="1"/>
                <a:t>&lt;TEXT&gt;</a:t>
              </a:r>
            </a:p>
          </p:txBody>
        </p:sp>
        <p:sp>
          <p:nvSpPr>
            <p:cNvPr id="33" name="Section Number" hidden="1"/>
            <p:cNvSpPr txBox="1">
              <a:spLocks/>
            </p:cNvSpPr>
            <p:nvPr userDrawn="1"/>
          </p:nvSpPr>
          <p:spPr>
            <a:xfrm>
              <a:off x="4291441" y="1997004"/>
              <a:ext cx="379556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 kern="1200">
                  <a:solidFill>
                    <a:schemeClr val="accent1"/>
                  </a:solidFill>
                  <a:latin typeface="+mj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34" name="Slide Number" hidden="1"/>
            <p:cNvSpPr txBox="1">
              <a:spLocks/>
            </p:cNvSpPr>
            <p:nvPr userDrawn="1"/>
          </p:nvSpPr>
          <p:spPr>
            <a:xfrm>
              <a:off x="10929256" y="1997004"/>
              <a:ext cx="4255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500" b="1"/>
                <a:t>&lt;P&gt;</a:t>
              </a:r>
            </a:p>
          </p:txBody>
        </p:sp>
      </p:grpSp>
      <p:grpSp>
        <p:nvGrpSpPr>
          <p:cNvPr id="17" name="SP Agenda Subsection" hidden="1">
            <a:extLst>
              <a:ext uri="{FF2B5EF4-FFF2-40B4-BE49-F238E27FC236}">
                <a16:creationId xmlns:a16="http://schemas.microsoft.com/office/drawing/2014/main" id="{4BC105F5-E197-91C8-4CD8-81CCFB6CA127}"/>
              </a:ext>
            </a:extLst>
          </p:cNvPr>
          <p:cNvGrpSpPr/>
          <p:nvPr userDrawn="1"/>
        </p:nvGrpSpPr>
        <p:grpSpPr>
          <a:xfrm>
            <a:off x="4429125" y="2532662"/>
            <a:ext cx="6989724" cy="399126"/>
            <a:chOff x="4429125" y="2532662"/>
            <a:chExt cx="6989724" cy="399126"/>
          </a:xfrm>
        </p:grpSpPr>
        <p:cxnSp>
          <p:nvCxnSpPr>
            <p:cNvPr id="11" name="Straight Connector 10" hidden="1">
              <a:extLst>
                <a:ext uri="{FF2B5EF4-FFF2-40B4-BE49-F238E27FC236}">
                  <a16:creationId xmlns:a16="http://schemas.microsoft.com/office/drawing/2014/main" id="{BFF89EBF-5C09-C7BF-2EE0-C166F76400C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29125" y="2532662"/>
              <a:ext cx="6989724" cy="0"/>
            </a:xfrm>
            <a:prstGeom prst="line">
              <a:avLst/>
            </a:prstGeom>
            <a:ln w="12700" cap="rnd">
              <a:solidFill>
                <a:srgbClr val="B2B2B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Section Title" hidden="1"/>
            <p:cNvSpPr txBox="1">
              <a:spLocks/>
            </p:cNvSpPr>
            <p:nvPr userDrawn="1"/>
          </p:nvSpPr>
          <p:spPr>
            <a:xfrm>
              <a:off x="5243691" y="2562456"/>
              <a:ext cx="43916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1400"/>
                <a:t>&lt;TEXT&gt;</a:t>
              </a:r>
            </a:p>
          </p:txBody>
        </p:sp>
        <p:sp>
          <p:nvSpPr>
            <p:cNvPr id="40" name="Section Number" hidden="1"/>
            <p:cNvSpPr txBox="1">
              <a:spLocks/>
            </p:cNvSpPr>
            <p:nvPr userDrawn="1"/>
          </p:nvSpPr>
          <p:spPr>
            <a:xfrm>
              <a:off x="4766278" y="2562456"/>
              <a:ext cx="37955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/>
                <a:t>&lt;N&gt;</a:t>
              </a:r>
            </a:p>
          </p:txBody>
        </p:sp>
        <p:sp>
          <p:nvSpPr>
            <p:cNvPr id="41" name="Slide Number" hidden="1"/>
            <p:cNvSpPr txBox="1">
              <a:spLocks/>
            </p:cNvSpPr>
            <p:nvPr userDrawn="1"/>
          </p:nvSpPr>
          <p:spPr>
            <a:xfrm>
              <a:off x="10929256" y="2562456"/>
              <a:ext cx="42557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400"/>
                <a:t>&lt;P&gt;</a:t>
              </a:r>
            </a:p>
          </p:txBody>
        </p:sp>
      </p:grpSp>
      <p:grpSp>
        <p:nvGrpSpPr>
          <p:cNvPr id="18" name="SP Agenda Subsection Highlight" hidden="1">
            <a:extLst>
              <a:ext uri="{FF2B5EF4-FFF2-40B4-BE49-F238E27FC236}">
                <a16:creationId xmlns:a16="http://schemas.microsoft.com/office/drawing/2014/main" id="{7FB3B1DB-22EE-4813-C7A7-DE6311910911}"/>
              </a:ext>
            </a:extLst>
          </p:cNvPr>
          <p:cNvGrpSpPr/>
          <p:nvPr userDrawn="1"/>
        </p:nvGrpSpPr>
        <p:grpSpPr>
          <a:xfrm>
            <a:off x="4429125" y="3047012"/>
            <a:ext cx="6989724" cy="416108"/>
            <a:chOff x="4429125" y="3047012"/>
            <a:chExt cx="6989724" cy="416108"/>
          </a:xfrm>
        </p:grpSpPr>
        <p:cxnSp>
          <p:nvCxnSpPr>
            <p:cNvPr id="13" name="Straight Connector 12" hidden="1">
              <a:extLst>
                <a:ext uri="{FF2B5EF4-FFF2-40B4-BE49-F238E27FC236}">
                  <a16:creationId xmlns:a16="http://schemas.microsoft.com/office/drawing/2014/main" id="{B43DAC26-9FA4-19EB-BBC2-8AE86ACB75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29125" y="3047012"/>
              <a:ext cx="6989724" cy="0"/>
            </a:xfrm>
            <a:prstGeom prst="line">
              <a:avLst/>
            </a:prstGeom>
            <a:ln w="12700" cap="rnd">
              <a:solidFill>
                <a:srgbClr val="B2B2B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Section Title" hidden="1"/>
            <p:cNvSpPr txBox="1">
              <a:spLocks/>
            </p:cNvSpPr>
            <p:nvPr userDrawn="1"/>
          </p:nvSpPr>
          <p:spPr>
            <a:xfrm>
              <a:off x="5243689" y="3093788"/>
              <a:ext cx="43916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1400" b="1"/>
                <a:t>&lt;TEXT&gt;</a:t>
              </a:r>
            </a:p>
          </p:txBody>
        </p:sp>
        <p:sp>
          <p:nvSpPr>
            <p:cNvPr id="47" name="Section Number" hidden="1"/>
            <p:cNvSpPr txBox="1">
              <a:spLocks/>
            </p:cNvSpPr>
            <p:nvPr userDrawn="1"/>
          </p:nvSpPr>
          <p:spPr>
            <a:xfrm>
              <a:off x="4766277" y="3093788"/>
              <a:ext cx="37955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b="1"/>
                <a:t>&lt;N&gt;</a:t>
              </a:r>
            </a:p>
          </p:txBody>
        </p:sp>
        <p:sp>
          <p:nvSpPr>
            <p:cNvPr id="48" name="Slide Number" hidden="1"/>
            <p:cNvSpPr txBox="1">
              <a:spLocks/>
            </p:cNvSpPr>
            <p:nvPr userDrawn="1"/>
          </p:nvSpPr>
          <p:spPr>
            <a:xfrm>
              <a:off x="10929254" y="3093788"/>
              <a:ext cx="42557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400" b="1"/>
                <a:t>&lt;P&gt;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734ADF3-74BC-2C80-EA74-2401D86D2CC9}"/>
              </a:ext>
            </a:extLst>
          </p:cNvPr>
          <p:cNvSpPr>
            <a:spLocks noGrp="1"/>
          </p:cNvSpPr>
          <p:nvPr userDrawn="1">
            <p:ph type="title" idx="10" hasCustomPrompt="1"/>
          </p:nvPr>
        </p:nvSpPr>
        <p:spPr>
          <a:xfrm>
            <a:off x="992187" y="770093"/>
            <a:ext cx="2549300" cy="533400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414709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699">
          <p15:clr>
            <a:srgbClr val="FBAE40"/>
          </p15:clr>
        </p15:guide>
        <p15:guide id="3" pos="3000">
          <p15:clr>
            <a:srgbClr val="FBAE40"/>
          </p15:clr>
        </p15:guide>
        <p15:guide id="4" pos="6072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 Divid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0D990D8-965B-4CA5-B96B-5582752C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0600" y="971550"/>
            <a:ext cx="7061786" cy="494325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endParaRPr lang="en-US" sz="1500" err="1">
              <a:solidFill>
                <a:schemeClr val="bg1"/>
              </a:solidFill>
            </a:endParaRPr>
          </a:p>
        </p:txBody>
      </p:sp>
      <p:grpSp>
        <p:nvGrpSpPr>
          <p:cNvPr id="71" name="SP Agenda Section" hidden="1">
            <a:extLst>
              <a:ext uri="{FF2B5EF4-FFF2-40B4-BE49-F238E27FC236}">
                <a16:creationId xmlns:a16="http://schemas.microsoft.com/office/drawing/2014/main" id="{91D61CFA-1A29-4B89-8F49-1E216E25DD2B}"/>
              </a:ext>
            </a:extLst>
          </p:cNvPr>
          <p:cNvGrpSpPr>
            <a:grpSpLocks/>
          </p:cNvGrpSpPr>
          <p:nvPr userDrawn="1"/>
        </p:nvGrpSpPr>
        <p:grpSpPr>
          <a:xfrm>
            <a:off x="1311956" y="1140068"/>
            <a:ext cx="5252402" cy="4996827"/>
            <a:chOff x="1800669" y="-870392"/>
            <a:chExt cx="3095554" cy="4990616"/>
          </a:xfrm>
        </p:grpSpPr>
        <p:sp>
          <p:nvSpPr>
            <p:cNvPr id="72" name="Section Title" hidden="1">
              <a:extLst>
                <a:ext uri="{FF2B5EF4-FFF2-40B4-BE49-F238E27FC236}">
                  <a16:creationId xmlns:a16="http://schemas.microsoft.com/office/drawing/2014/main" id="{8BF45C0E-D24F-4800-98B2-20E0A3AC8C3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800670" y="1753025"/>
              <a:ext cx="3095553" cy="2367199"/>
            </a:xfrm>
            <a:prstGeom prst="rect">
              <a:avLst/>
            </a:prstGeom>
            <a:noFill/>
          </p:spPr>
          <p:txBody>
            <a:bodyPr vert="horz" lIns="0" tIns="0" rIns="0" bIns="0" rtlCol="0" anchor="t" anchorCtr="0">
              <a:noAutofit/>
            </a:bodyPr>
            <a:lstStyle>
              <a:lvl1pPr>
                <a:lnSpc>
                  <a:spcPct val="70000"/>
                </a:lnSpc>
                <a:spcBef>
                  <a:spcPct val="0"/>
                </a:spcBef>
                <a:buNone/>
                <a:defRPr sz="8000" baseline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lvl="0"/>
              <a:r>
                <a:rPr lang="en-US" sz="3200"/>
                <a:t>&lt;TEXT&gt;</a:t>
              </a:r>
            </a:p>
          </p:txBody>
        </p:sp>
        <p:sp>
          <p:nvSpPr>
            <p:cNvPr id="73" name="Section Number" hidden="1">
              <a:extLst>
                <a:ext uri="{FF2B5EF4-FFF2-40B4-BE49-F238E27FC236}">
                  <a16:creationId xmlns:a16="http://schemas.microsoft.com/office/drawing/2014/main" id="{B36140C3-09D5-4D3F-906D-270C63E3402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800669" y="-870392"/>
              <a:ext cx="1065958" cy="108202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80000"/>
                </a:lnSpc>
                <a:spcBef>
                  <a:spcPts val="0"/>
                </a:spcBef>
                <a:spcAft>
                  <a:spcPts val="600"/>
                </a:spcAft>
                <a:buFontTx/>
                <a:buNone/>
                <a:defRPr sz="6600" b="0" baseline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171450" indent="-1714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200"/>
              </a:lvl2pPr>
              <a:lvl3pPr marL="341313" indent="-16510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-"/>
                <a:defRPr sz="1200"/>
              </a:lvl3pPr>
              <a:lvl4pPr marL="573088" indent="-231775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200"/>
              </a:lvl4pPr>
              <a:lvl5pPr marL="803275" indent="-180975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-"/>
                <a:defRPr sz="1200" baseline="0"/>
              </a:lvl5pPr>
              <a:lvl6pPr marL="719138" indent="-180975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-"/>
                <a:defRPr sz="1500">
                  <a:solidFill>
                    <a:schemeClr val="tx2"/>
                  </a:solidFill>
                </a:defRPr>
              </a:lvl6pPr>
              <a:lvl7pPr marL="896938" indent="-17780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tx2"/>
                  </a:solidFill>
                </a:defRPr>
              </a:lvl7pPr>
              <a:lvl8pPr marL="1074738" indent="-17780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-"/>
                <a:defRPr sz="1500">
                  <a:solidFill>
                    <a:schemeClr val="tx2"/>
                  </a:solidFill>
                </a:defRPr>
              </a:lvl8pPr>
              <a:lvl9pPr marL="1257300" indent="-182563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2"/>
                  </a:solidFill>
                </a:defRPr>
              </a:lvl9pPr>
            </a:lstStyle>
            <a:p>
              <a:pPr lvl="0"/>
              <a:r>
                <a:rPr lang="en-US" sz="8800"/>
                <a:t>&lt;N&gt;</a:t>
              </a:r>
            </a:p>
          </p:txBody>
        </p:sp>
      </p:grpSp>
      <p:grpSp>
        <p:nvGrpSpPr>
          <p:cNvPr id="78" name="SP Agenda Subsection" hidden="1">
            <a:extLst>
              <a:ext uri="{FF2B5EF4-FFF2-40B4-BE49-F238E27FC236}">
                <a16:creationId xmlns:a16="http://schemas.microsoft.com/office/drawing/2014/main" id="{3CDEAECC-3C3D-40DC-8048-05157150AD6E}"/>
              </a:ext>
            </a:extLst>
          </p:cNvPr>
          <p:cNvGrpSpPr>
            <a:grpSpLocks/>
          </p:cNvGrpSpPr>
          <p:nvPr userDrawn="1"/>
        </p:nvGrpSpPr>
        <p:grpSpPr>
          <a:xfrm>
            <a:off x="1311956" y="1140068"/>
            <a:ext cx="5252402" cy="4996828"/>
            <a:chOff x="1800669" y="-870393"/>
            <a:chExt cx="3095554" cy="4996828"/>
          </a:xfrm>
        </p:grpSpPr>
        <p:sp>
          <p:nvSpPr>
            <p:cNvPr id="79" name="Section Title" hidden="1">
              <a:extLst>
                <a:ext uri="{FF2B5EF4-FFF2-40B4-BE49-F238E27FC236}">
                  <a16:creationId xmlns:a16="http://schemas.microsoft.com/office/drawing/2014/main" id="{584D4FFB-892A-49C8-973F-893B258E19B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800670" y="1756290"/>
              <a:ext cx="3095553" cy="2370145"/>
            </a:xfrm>
            <a:prstGeom prst="rect">
              <a:avLst/>
            </a:prstGeom>
            <a:noFill/>
          </p:spPr>
          <p:txBody>
            <a:bodyPr vert="horz" lIns="0" tIns="0" rIns="0" bIns="0" rtlCol="0" anchor="t" anchorCtr="0">
              <a:noAutofit/>
            </a:bodyPr>
            <a:lstStyle>
              <a:defPPr>
                <a:defRPr lang="en-US"/>
              </a:defPPr>
              <a:lvl1pPr lvl="0">
                <a:lnSpc>
                  <a:spcPct val="70000"/>
                </a:lnSpc>
                <a:spcBef>
                  <a:spcPct val="0"/>
                </a:spcBef>
                <a:buNone/>
                <a:defRPr sz="8000" baseline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lvl="0"/>
              <a:r>
                <a:rPr lang="en-US" sz="3200"/>
                <a:t>&lt;TEXT&gt;</a:t>
              </a:r>
            </a:p>
          </p:txBody>
        </p:sp>
        <p:sp>
          <p:nvSpPr>
            <p:cNvPr id="80" name="Section Number" hidden="1">
              <a:extLst>
                <a:ext uri="{FF2B5EF4-FFF2-40B4-BE49-F238E27FC236}">
                  <a16:creationId xmlns:a16="http://schemas.microsoft.com/office/drawing/2014/main" id="{BB144044-4B4E-495D-8D8D-9D01BCCA9A2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800669" y="-870393"/>
              <a:ext cx="1065958" cy="108337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defPPr>
                <a:defRPr lang="en-US"/>
              </a:defPPr>
              <a:lvl1pPr lvl="0" indent="0">
                <a:lnSpc>
                  <a:spcPct val="80000"/>
                </a:lnSpc>
                <a:spcBef>
                  <a:spcPts val="0"/>
                </a:spcBef>
                <a:spcAft>
                  <a:spcPts val="600"/>
                </a:spcAft>
                <a:buFontTx/>
                <a:buNone/>
                <a:defRPr sz="6600" b="0" baseline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171450" indent="-1714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200"/>
              </a:lvl2pPr>
              <a:lvl3pPr marL="341313" indent="-16510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-"/>
                <a:defRPr sz="1200"/>
              </a:lvl3pPr>
              <a:lvl4pPr marL="573088" indent="-231775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200"/>
              </a:lvl4pPr>
              <a:lvl5pPr marL="803275" indent="-180975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-"/>
                <a:defRPr sz="1200" baseline="0"/>
              </a:lvl5pPr>
              <a:lvl6pPr marL="719138" indent="-180975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-"/>
                <a:defRPr sz="1500">
                  <a:solidFill>
                    <a:schemeClr val="tx2"/>
                  </a:solidFill>
                </a:defRPr>
              </a:lvl6pPr>
              <a:lvl7pPr marL="896938" indent="-17780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tx2"/>
                  </a:solidFill>
                </a:defRPr>
              </a:lvl7pPr>
              <a:lvl8pPr marL="1074738" indent="-17780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-"/>
                <a:defRPr sz="1500">
                  <a:solidFill>
                    <a:schemeClr val="tx2"/>
                  </a:solidFill>
                </a:defRPr>
              </a:lvl8pPr>
              <a:lvl9pPr marL="1257300" indent="-182563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2"/>
                  </a:solidFill>
                </a:defRPr>
              </a:lvl9pPr>
            </a:lstStyle>
            <a:p>
              <a:pPr lvl="0"/>
              <a:r>
                <a:rPr lang="en-US" sz="8800">
                  <a:solidFill>
                    <a:schemeClr val="bg2"/>
                  </a:solidFill>
                </a:rPr>
                <a:t>&lt;N&gt;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2145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164">
          <p15:clr>
            <a:srgbClr val="FBAE40"/>
          </p15:clr>
        </p15:guide>
        <p15:guide id="3" pos="816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36415CC-18EE-44C6-AA6A-0C70BEB381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1301" y="4240696"/>
            <a:ext cx="5748399" cy="1854200"/>
          </a:xfrm>
        </p:spPr>
        <p:txBody>
          <a:bodyPr anchor="b"/>
          <a:lstStyle>
            <a:lvl1pPr>
              <a:spcAft>
                <a:spcPts val="1000"/>
              </a:spcAft>
              <a:defRPr lang="en-US" sz="900" b="0" kern="1200" dirty="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spcAft>
                <a:spcPts val="1000"/>
              </a:spcAft>
              <a:defRPr sz="900" b="0">
                <a:solidFill>
                  <a:schemeClr val="tx1"/>
                </a:solidFill>
              </a:defRPr>
            </a:lvl2pPr>
          </a:lstStyle>
          <a:p>
            <a:pPr marL="0" lvl="0" indent="0" algn="l" defTabSz="68576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68576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Second level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BB7DCF77-C63C-4BBE-88C9-6A8B122B8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81CA90-D592-C9D2-D312-E24E59BEEAD5}"/>
              </a:ext>
            </a:extLst>
          </p:cNvPr>
          <p:cNvSpPr txBox="1"/>
          <p:nvPr userDrawn="1"/>
        </p:nvSpPr>
        <p:spPr>
          <a:xfrm>
            <a:off x="741301" y="3824579"/>
            <a:ext cx="1112108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050" b="1">
                <a:solidFill>
                  <a:schemeClr val="tx2"/>
                </a:solidFill>
                <a:effectLst/>
                <a:ea typeface="Calibri" panose="020F0502020204030204" pitchFamily="34" charset="0"/>
              </a:rPr>
              <a:t>Learn about us: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A9FA3A8-95F7-342F-0770-F1DF6F57C670}"/>
              </a:ext>
            </a:extLst>
          </p:cNvPr>
          <p:cNvSpPr/>
          <p:nvPr userDrawn="1"/>
        </p:nvSpPr>
        <p:spPr>
          <a:xfrm>
            <a:off x="1914717" y="3715275"/>
            <a:ext cx="380190" cy="380190"/>
          </a:xfrm>
          <a:custGeom>
            <a:avLst/>
            <a:gdLst>
              <a:gd name="connsiteX0" fmla="*/ 192044 w 207146"/>
              <a:gd name="connsiteY0" fmla="*/ 0 h 207146"/>
              <a:gd name="connsiteX1" fmla="*/ 15251 w 207146"/>
              <a:gd name="connsiteY1" fmla="*/ 0 h 207146"/>
              <a:gd name="connsiteX2" fmla="*/ 0 w 207146"/>
              <a:gd name="connsiteY2" fmla="*/ 15251 h 207146"/>
              <a:gd name="connsiteX3" fmla="*/ 0 w 207146"/>
              <a:gd name="connsiteY3" fmla="*/ 191896 h 207146"/>
              <a:gd name="connsiteX4" fmla="*/ 15251 w 207146"/>
              <a:gd name="connsiteY4" fmla="*/ 207147 h 207146"/>
              <a:gd name="connsiteX5" fmla="*/ 191896 w 207146"/>
              <a:gd name="connsiteY5" fmla="*/ 207147 h 207146"/>
              <a:gd name="connsiteX6" fmla="*/ 207147 w 207146"/>
              <a:gd name="connsiteY6" fmla="*/ 191896 h 207146"/>
              <a:gd name="connsiteX7" fmla="*/ 207147 w 207146"/>
              <a:gd name="connsiteY7" fmla="*/ 15251 h 207146"/>
              <a:gd name="connsiteX8" fmla="*/ 191896 w 207146"/>
              <a:gd name="connsiteY8" fmla="*/ 0 h 207146"/>
              <a:gd name="connsiteX9" fmla="*/ 61892 w 207146"/>
              <a:gd name="connsiteY9" fmla="*/ 176645 h 207146"/>
              <a:gd name="connsiteX10" fmla="*/ 30798 w 207146"/>
              <a:gd name="connsiteY10" fmla="*/ 176645 h 207146"/>
              <a:gd name="connsiteX11" fmla="*/ 30798 w 207146"/>
              <a:gd name="connsiteY11" fmla="*/ 77587 h 207146"/>
              <a:gd name="connsiteX12" fmla="*/ 61892 w 207146"/>
              <a:gd name="connsiteY12" fmla="*/ 77587 h 207146"/>
              <a:gd name="connsiteX13" fmla="*/ 61892 w 207146"/>
              <a:gd name="connsiteY13" fmla="*/ 176645 h 207146"/>
              <a:gd name="connsiteX14" fmla="*/ 46345 w 207146"/>
              <a:gd name="connsiteY14" fmla="*/ 63965 h 207146"/>
              <a:gd name="connsiteX15" fmla="*/ 28429 w 207146"/>
              <a:gd name="connsiteY15" fmla="*/ 46049 h 207146"/>
              <a:gd name="connsiteX16" fmla="*/ 46345 w 207146"/>
              <a:gd name="connsiteY16" fmla="*/ 28133 h 207146"/>
              <a:gd name="connsiteX17" fmla="*/ 64261 w 207146"/>
              <a:gd name="connsiteY17" fmla="*/ 46049 h 207146"/>
              <a:gd name="connsiteX18" fmla="*/ 46345 w 207146"/>
              <a:gd name="connsiteY18" fmla="*/ 63965 h 207146"/>
              <a:gd name="connsiteX19" fmla="*/ 176793 w 207146"/>
              <a:gd name="connsiteY19" fmla="*/ 176793 h 207146"/>
              <a:gd name="connsiteX20" fmla="*/ 145699 w 207146"/>
              <a:gd name="connsiteY20" fmla="*/ 176793 h 207146"/>
              <a:gd name="connsiteX21" fmla="*/ 145699 w 207146"/>
              <a:gd name="connsiteY21" fmla="*/ 122748 h 207146"/>
              <a:gd name="connsiteX22" fmla="*/ 130152 w 207146"/>
              <a:gd name="connsiteY22" fmla="*/ 101871 h 207146"/>
              <a:gd name="connsiteX23" fmla="*/ 111791 w 207146"/>
              <a:gd name="connsiteY23" fmla="*/ 123192 h 207146"/>
              <a:gd name="connsiteX24" fmla="*/ 111791 w 207146"/>
              <a:gd name="connsiteY24" fmla="*/ 176941 h 207146"/>
              <a:gd name="connsiteX25" fmla="*/ 80697 w 207146"/>
              <a:gd name="connsiteY25" fmla="*/ 176941 h 207146"/>
              <a:gd name="connsiteX26" fmla="*/ 80697 w 207146"/>
              <a:gd name="connsiteY26" fmla="*/ 77884 h 207146"/>
              <a:gd name="connsiteX27" fmla="*/ 110607 w 207146"/>
              <a:gd name="connsiteY27" fmla="*/ 77884 h 207146"/>
              <a:gd name="connsiteX28" fmla="*/ 110607 w 207146"/>
              <a:gd name="connsiteY28" fmla="*/ 91654 h 207146"/>
              <a:gd name="connsiteX29" fmla="*/ 111051 w 207146"/>
              <a:gd name="connsiteY29" fmla="*/ 91654 h 207146"/>
              <a:gd name="connsiteX30" fmla="*/ 140664 w 207146"/>
              <a:gd name="connsiteY30" fmla="*/ 75218 h 207146"/>
              <a:gd name="connsiteX31" fmla="*/ 176793 w 207146"/>
              <a:gd name="connsiteY31" fmla="*/ 115789 h 207146"/>
              <a:gd name="connsiteX32" fmla="*/ 176793 w 207146"/>
              <a:gd name="connsiteY32" fmla="*/ 177089 h 207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07146" h="207146">
                <a:moveTo>
                  <a:pt x="192044" y="0"/>
                </a:moveTo>
                <a:lnTo>
                  <a:pt x="15251" y="0"/>
                </a:lnTo>
                <a:cubicBezTo>
                  <a:pt x="6811" y="0"/>
                  <a:pt x="0" y="6811"/>
                  <a:pt x="0" y="15251"/>
                </a:cubicBezTo>
                <a:lnTo>
                  <a:pt x="0" y="191896"/>
                </a:lnTo>
                <a:cubicBezTo>
                  <a:pt x="0" y="200336"/>
                  <a:pt x="6811" y="207147"/>
                  <a:pt x="15251" y="207147"/>
                </a:cubicBezTo>
                <a:lnTo>
                  <a:pt x="191896" y="207147"/>
                </a:lnTo>
                <a:cubicBezTo>
                  <a:pt x="200336" y="207147"/>
                  <a:pt x="207147" y="200336"/>
                  <a:pt x="207147" y="191896"/>
                </a:cubicBezTo>
                <a:lnTo>
                  <a:pt x="207147" y="15251"/>
                </a:lnTo>
                <a:cubicBezTo>
                  <a:pt x="207147" y="6811"/>
                  <a:pt x="200336" y="0"/>
                  <a:pt x="191896" y="0"/>
                </a:cubicBezTo>
                <a:close/>
                <a:moveTo>
                  <a:pt x="61892" y="176645"/>
                </a:moveTo>
                <a:lnTo>
                  <a:pt x="30798" y="176645"/>
                </a:lnTo>
                <a:lnTo>
                  <a:pt x="30798" y="77587"/>
                </a:lnTo>
                <a:lnTo>
                  <a:pt x="61892" y="77587"/>
                </a:lnTo>
                <a:lnTo>
                  <a:pt x="61892" y="176645"/>
                </a:lnTo>
                <a:close/>
                <a:moveTo>
                  <a:pt x="46345" y="63965"/>
                </a:moveTo>
                <a:cubicBezTo>
                  <a:pt x="36425" y="63965"/>
                  <a:pt x="28429" y="56414"/>
                  <a:pt x="28429" y="46049"/>
                </a:cubicBezTo>
                <a:cubicBezTo>
                  <a:pt x="28429" y="35684"/>
                  <a:pt x="36425" y="28133"/>
                  <a:pt x="46345" y="28133"/>
                </a:cubicBezTo>
                <a:cubicBezTo>
                  <a:pt x="56266" y="28133"/>
                  <a:pt x="64261" y="35684"/>
                  <a:pt x="64261" y="46049"/>
                </a:cubicBezTo>
                <a:cubicBezTo>
                  <a:pt x="64261" y="56414"/>
                  <a:pt x="56266" y="63965"/>
                  <a:pt x="46345" y="63965"/>
                </a:cubicBezTo>
                <a:close/>
                <a:moveTo>
                  <a:pt x="176793" y="176793"/>
                </a:moveTo>
                <a:lnTo>
                  <a:pt x="145699" y="176793"/>
                </a:lnTo>
                <a:lnTo>
                  <a:pt x="145699" y="122748"/>
                </a:lnTo>
                <a:cubicBezTo>
                  <a:pt x="145699" y="106757"/>
                  <a:pt x="138888" y="101871"/>
                  <a:pt x="130152" y="101871"/>
                </a:cubicBezTo>
                <a:cubicBezTo>
                  <a:pt x="120971" y="101871"/>
                  <a:pt x="111791" y="108830"/>
                  <a:pt x="111791" y="123192"/>
                </a:cubicBezTo>
                <a:lnTo>
                  <a:pt x="111791" y="176941"/>
                </a:lnTo>
                <a:lnTo>
                  <a:pt x="80697" y="176941"/>
                </a:lnTo>
                <a:lnTo>
                  <a:pt x="80697" y="77884"/>
                </a:lnTo>
                <a:lnTo>
                  <a:pt x="110607" y="77884"/>
                </a:lnTo>
                <a:lnTo>
                  <a:pt x="110607" y="91654"/>
                </a:lnTo>
                <a:lnTo>
                  <a:pt x="111051" y="91654"/>
                </a:lnTo>
                <a:cubicBezTo>
                  <a:pt x="114012" y="85583"/>
                  <a:pt x="124525" y="75218"/>
                  <a:pt x="140664" y="75218"/>
                </a:cubicBezTo>
                <a:cubicBezTo>
                  <a:pt x="157988" y="75218"/>
                  <a:pt x="176793" y="85583"/>
                  <a:pt x="176793" y="115789"/>
                </a:cubicBezTo>
                <a:lnTo>
                  <a:pt x="176793" y="177089"/>
                </a:lnTo>
                <a:close/>
              </a:path>
            </a:pathLst>
          </a:custGeom>
          <a:solidFill>
            <a:srgbClr val="0077B5"/>
          </a:solidFill>
          <a:ln w="147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744A530-441A-2937-9A20-D05EFF740899}"/>
              </a:ext>
            </a:extLst>
          </p:cNvPr>
          <p:cNvCxnSpPr>
            <a:cxnSpLocks/>
          </p:cNvCxnSpPr>
          <p:nvPr userDrawn="1"/>
        </p:nvCxnSpPr>
        <p:spPr>
          <a:xfrm>
            <a:off x="2469922" y="3631050"/>
            <a:ext cx="0" cy="54864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7070DF8-AC8F-E0D1-6890-C6CE330EEC6F}"/>
              </a:ext>
            </a:extLst>
          </p:cNvPr>
          <p:cNvSpPr txBox="1"/>
          <p:nvPr userDrawn="1"/>
        </p:nvSpPr>
        <p:spPr>
          <a:xfrm>
            <a:off x="2644938" y="3824579"/>
            <a:ext cx="1112108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050" b="1">
                <a:solidFill>
                  <a:schemeClr val="tx2"/>
                </a:solidFill>
                <a:effectLst/>
                <a:ea typeface="Calibri" panose="020F0502020204030204" pitchFamily="34" charset="0"/>
              </a:rPr>
              <a:t>kpmg.com</a:t>
            </a:r>
          </a:p>
        </p:txBody>
      </p:sp>
    </p:spTree>
    <p:extLst>
      <p:ext uri="{BB962C8B-B14F-4D97-AF65-F5344CB8AC3E}">
        <p14:creationId xmlns:p14="http://schemas.microsoft.com/office/powerpoint/2010/main" val="3722336162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F5724-C137-47F3-B441-6C1B9714F57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CC0FFF-EDF5-49D0-8C1F-A5D5BA3335B9}"/>
              </a:ext>
            </a:extLst>
          </p:cNvPr>
          <p:cNvSpPr/>
          <p:nvPr userDrawn="1"/>
        </p:nvSpPr>
        <p:spPr>
          <a:xfrm>
            <a:off x="998351" y="2246533"/>
            <a:ext cx="839614" cy="411225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30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73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1F4118-D01B-40DD-940F-068338DB15A5}"/>
              </a:ext>
            </a:extLst>
          </p:cNvPr>
          <p:cNvSpPr/>
          <p:nvPr userDrawn="1"/>
        </p:nvSpPr>
        <p:spPr>
          <a:xfrm>
            <a:off x="998351" y="1731971"/>
            <a:ext cx="839614" cy="411225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141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97C791-7BB0-4AC9-BDE9-68939F34221B}"/>
              </a:ext>
            </a:extLst>
          </p:cNvPr>
          <p:cNvSpPr/>
          <p:nvPr userDrawn="1"/>
        </p:nvSpPr>
        <p:spPr>
          <a:xfrm>
            <a:off x="998351" y="2761094"/>
            <a:ext cx="839614" cy="411225"/>
          </a:xfrm>
          <a:prstGeom prst="rect">
            <a:avLst/>
          </a:prstGeom>
          <a:solidFill>
            <a:srgbClr val="0C2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35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693543-F502-48B0-9E65-053408E60BF0}"/>
              </a:ext>
            </a:extLst>
          </p:cNvPr>
          <p:cNvSpPr/>
          <p:nvPr userDrawn="1"/>
        </p:nvSpPr>
        <p:spPr>
          <a:xfrm>
            <a:off x="998351" y="3275656"/>
            <a:ext cx="839614" cy="411225"/>
          </a:xfrm>
          <a:prstGeom prst="rect">
            <a:avLst/>
          </a:prstGeom>
          <a:solidFill>
            <a:srgbClr val="ACE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172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234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09040-9C95-48FE-AA99-4757E8328519}"/>
              </a:ext>
            </a:extLst>
          </p:cNvPr>
          <p:cNvSpPr/>
          <p:nvPr userDrawn="1"/>
        </p:nvSpPr>
        <p:spPr>
          <a:xfrm>
            <a:off x="2992848" y="1732478"/>
            <a:ext cx="839614" cy="411225"/>
          </a:xfrm>
          <a:prstGeom prst="rect">
            <a:avLst/>
          </a:prstGeom>
          <a:solidFill>
            <a:srgbClr val="76D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118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210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897B22-3CA8-4621-8A3B-B9D2E3D07988}"/>
              </a:ext>
            </a:extLst>
          </p:cNvPr>
          <p:cNvSpPr txBox="1"/>
          <p:nvPr userDrawn="1"/>
        </p:nvSpPr>
        <p:spPr>
          <a:xfrm>
            <a:off x="983882" y="1330325"/>
            <a:ext cx="13640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Primary colors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53D312-00EF-44B5-9D91-290BE0E19654}"/>
              </a:ext>
            </a:extLst>
          </p:cNvPr>
          <p:cNvSpPr/>
          <p:nvPr userDrawn="1"/>
        </p:nvSpPr>
        <p:spPr>
          <a:xfrm>
            <a:off x="998351" y="3786711"/>
            <a:ext cx="839614" cy="411225"/>
          </a:xfrm>
          <a:prstGeom prst="rect">
            <a:avLst/>
          </a:prstGeom>
          <a:solidFill>
            <a:srgbClr val="00B8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184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245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D98991-520C-4FD6-8B23-8732995E56B1}"/>
              </a:ext>
            </a:extLst>
          </p:cNvPr>
          <p:cNvSpPr/>
          <p:nvPr userDrawn="1"/>
        </p:nvSpPr>
        <p:spPr>
          <a:xfrm>
            <a:off x="998351" y="4301271"/>
            <a:ext cx="839614" cy="411225"/>
          </a:xfrm>
          <a:prstGeom prst="rect">
            <a:avLst/>
          </a:prstGeom>
          <a:solidFill>
            <a:srgbClr val="7213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114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234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A38B4C-5B80-413E-B283-1F1ADBFD09CD}"/>
              </a:ext>
            </a:extLst>
          </p:cNvPr>
          <p:cNvSpPr/>
          <p:nvPr userDrawn="1"/>
        </p:nvSpPr>
        <p:spPr>
          <a:xfrm>
            <a:off x="998351" y="4809439"/>
            <a:ext cx="839614" cy="411225"/>
          </a:xfrm>
          <a:prstGeom prst="rect">
            <a:avLst/>
          </a:prstGeom>
          <a:solidFill>
            <a:srgbClr val="FD34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253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07E492-5EF0-4085-AA14-90D280B1DF69}"/>
              </a:ext>
            </a:extLst>
          </p:cNvPr>
          <p:cNvSpPr txBox="1"/>
          <p:nvPr userDrawn="1"/>
        </p:nvSpPr>
        <p:spPr>
          <a:xfrm>
            <a:off x="1921682" y="2852903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Dark Blue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8A2D81-3A9C-47D3-8174-874F601607DC}"/>
              </a:ext>
            </a:extLst>
          </p:cNvPr>
          <p:cNvSpPr txBox="1"/>
          <p:nvPr userDrawn="1"/>
        </p:nvSpPr>
        <p:spPr>
          <a:xfrm>
            <a:off x="1921682" y="1830789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KPMG Blue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791116-D184-4C43-9C1C-30181CDF0E84}"/>
              </a:ext>
            </a:extLst>
          </p:cNvPr>
          <p:cNvSpPr txBox="1"/>
          <p:nvPr userDrawn="1"/>
        </p:nvSpPr>
        <p:spPr>
          <a:xfrm>
            <a:off x="1921682" y="3363960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Light Blue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430D78-5EDB-481E-BB6D-67D8689BCE11}"/>
              </a:ext>
            </a:extLst>
          </p:cNvPr>
          <p:cNvSpPr txBox="1"/>
          <p:nvPr userDrawn="1"/>
        </p:nvSpPr>
        <p:spPr>
          <a:xfrm>
            <a:off x="3971415" y="1817279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Blue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2EE987-0425-4CD8-B75D-E3E8F8C2096D}"/>
              </a:ext>
            </a:extLst>
          </p:cNvPr>
          <p:cNvSpPr txBox="1"/>
          <p:nvPr userDrawn="1"/>
        </p:nvSpPr>
        <p:spPr>
          <a:xfrm>
            <a:off x="1921682" y="2341846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Cobalt Blue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01B4DF-404A-4544-B313-2720FCBDD0B4}"/>
              </a:ext>
            </a:extLst>
          </p:cNvPr>
          <p:cNvSpPr txBox="1"/>
          <p:nvPr userDrawn="1"/>
        </p:nvSpPr>
        <p:spPr>
          <a:xfrm>
            <a:off x="1921682" y="3874401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Pacific Blue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DFA940-4699-43CF-A21A-AE4227704697}"/>
              </a:ext>
            </a:extLst>
          </p:cNvPr>
          <p:cNvSpPr txBox="1"/>
          <p:nvPr userDrawn="1"/>
        </p:nvSpPr>
        <p:spPr>
          <a:xfrm>
            <a:off x="1921682" y="4385458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Purple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9A40265-6498-4E16-877D-6BC9A8CE7DCA}"/>
              </a:ext>
            </a:extLst>
          </p:cNvPr>
          <p:cNvSpPr txBox="1"/>
          <p:nvPr userDrawn="1"/>
        </p:nvSpPr>
        <p:spPr>
          <a:xfrm>
            <a:off x="1921682" y="4896518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Pink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B6D9AD-8E94-4A62-B92C-C973F5486E37}"/>
              </a:ext>
            </a:extLst>
          </p:cNvPr>
          <p:cNvSpPr/>
          <p:nvPr userDrawn="1"/>
        </p:nvSpPr>
        <p:spPr>
          <a:xfrm>
            <a:off x="2999643" y="2243028"/>
            <a:ext cx="839614" cy="411225"/>
          </a:xfrm>
          <a:prstGeom prst="rect">
            <a:avLst/>
          </a:prstGeom>
          <a:solidFill>
            <a:srgbClr val="510D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81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188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377AFC-4BDC-44AC-80A6-06A9503B868A}"/>
              </a:ext>
            </a:extLst>
          </p:cNvPr>
          <p:cNvSpPr/>
          <p:nvPr userDrawn="1"/>
        </p:nvSpPr>
        <p:spPr>
          <a:xfrm>
            <a:off x="2999643" y="2757590"/>
            <a:ext cx="839614" cy="411225"/>
          </a:xfrm>
          <a:prstGeom prst="rect">
            <a:avLst/>
          </a:prstGeom>
          <a:solidFill>
            <a:srgbClr val="B49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180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231EB6-12A0-47AA-88B0-D248845383EA}"/>
              </a:ext>
            </a:extLst>
          </p:cNvPr>
          <p:cNvSpPr txBox="1"/>
          <p:nvPr userDrawn="1"/>
        </p:nvSpPr>
        <p:spPr>
          <a:xfrm>
            <a:off x="2992848" y="1330325"/>
            <a:ext cx="19463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Accent colors for infographics and charts only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B8F1FC7-CA8A-485A-9440-4EA69DF44F1B}"/>
              </a:ext>
            </a:extLst>
          </p:cNvPr>
          <p:cNvSpPr/>
          <p:nvPr userDrawn="1"/>
        </p:nvSpPr>
        <p:spPr>
          <a:xfrm>
            <a:off x="2999643" y="3272151"/>
            <a:ext cx="839614" cy="411225"/>
          </a:xfrm>
          <a:prstGeom prst="rect">
            <a:avLst/>
          </a:prstGeom>
          <a:solidFill>
            <a:srgbClr val="AB0D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171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4DC1F0-F2DB-41DC-B843-C645575C978D}"/>
              </a:ext>
            </a:extLst>
          </p:cNvPr>
          <p:cNvSpPr/>
          <p:nvPr userDrawn="1"/>
        </p:nvSpPr>
        <p:spPr>
          <a:xfrm>
            <a:off x="2999643" y="3786713"/>
            <a:ext cx="839614" cy="411225"/>
          </a:xfrm>
          <a:prstGeom prst="rect">
            <a:avLst/>
          </a:prstGeom>
          <a:solidFill>
            <a:srgbClr val="FFA3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163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218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FDCCC15-7DDA-4C27-A66A-86FEF3CE0FDB}"/>
              </a:ext>
            </a:extLst>
          </p:cNvPr>
          <p:cNvSpPr/>
          <p:nvPr userDrawn="1"/>
        </p:nvSpPr>
        <p:spPr>
          <a:xfrm>
            <a:off x="2999643" y="4301273"/>
            <a:ext cx="839614" cy="411225"/>
          </a:xfrm>
          <a:prstGeom prst="rect">
            <a:avLst/>
          </a:prstGeom>
          <a:solidFill>
            <a:srgbClr val="098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142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126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6A7B705-A81A-45EE-B7F8-A08C39775723}"/>
              </a:ext>
            </a:extLst>
          </p:cNvPr>
          <p:cNvSpPr/>
          <p:nvPr userDrawn="1"/>
        </p:nvSpPr>
        <p:spPr>
          <a:xfrm>
            <a:off x="2999643" y="4809441"/>
            <a:ext cx="839614" cy="411225"/>
          </a:xfrm>
          <a:prstGeom prst="rect">
            <a:avLst/>
          </a:prstGeom>
          <a:solidFill>
            <a:srgbClr val="00C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174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0C56EF7-AC83-449B-8CC3-F1D314081B92}"/>
              </a:ext>
            </a:extLst>
          </p:cNvPr>
          <p:cNvSpPr/>
          <p:nvPr userDrawn="1"/>
        </p:nvSpPr>
        <p:spPr>
          <a:xfrm>
            <a:off x="2999643" y="5324001"/>
            <a:ext cx="839614" cy="411225"/>
          </a:xfrm>
          <a:prstGeom prst="rect">
            <a:avLst/>
          </a:prstGeom>
          <a:solidFill>
            <a:srgbClr val="63EB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accent3"/>
                </a:solidFill>
              </a:rPr>
              <a:t>99</a:t>
            </a:r>
          </a:p>
          <a:p>
            <a:pPr algn="ctr"/>
            <a:r>
              <a:rPr lang="en-GB" sz="800">
                <a:solidFill>
                  <a:schemeClr val="accent3"/>
                </a:solidFill>
              </a:rPr>
              <a:t>235</a:t>
            </a:r>
          </a:p>
          <a:p>
            <a:pPr algn="ctr"/>
            <a:r>
              <a:rPr lang="en-GB" sz="800">
                <a:solidFill>
                  <a:schemeClr val="accent3"/>
                </a:solidFill>
              </a:rPr>
              <a:t>218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4556660-1591-47B1-B18E-F2FCE5FDCA50}"/>
              </a:ext>
            </a:extLst>
          </p:cNvPr>
          <p:cNvGrpSpPr/>
          <p:nvPr userDrawn="1"/>
        </p:nvGrpSpPr>
        <p:grpSpPr>
          <a:xfrm>
            <a:off x="3971416" y="2341846"/>
            <a:ext cx="1253995" cy="3303408"/>
            <a:chOff x="2169429" y="1756308"/>
            <a:chExt cx="2286000" cy="3303408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1242448-F6EA-445E-86F6-56F1F6B8DCA0}"/>
                </a:ext>
              </a:extLst>
            </p:cNvPr>
            <p:cNvSpPr txBox="1"/>
            <p:nvPr userDrawn="1"/>
          </p:nvSpPr>
          <p:spPr>
            <a:xfrm>
              <a:off x="2169429" y="2778422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Pink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9F2D96E-0391-44D3-9D85-C49CD2682224}"/>
                </a:ext>
              </a:extLst>
            </p:cNvPr>
            <p:cNvSpPr txBox="1"/>
            <p:nvPr userDrawn="1"/>
          </p:nvSpPr>
          <p:spPr>
            <a:xfrm>
              <a:off x="2169429" y="1756308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Purple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12A9094-C141-4137-91C8-07CDF0270449}"/>
                </a:ext>
              </a:extLst>
            </p:cNvPr>
            <p:cNvSpPr txBox="1"/>
            <p:nvPr userDrawn="1"/>
          </p:nvSpPr>
          <p:spPr>
            <a:xfrm>
              <a:off x="2169429" y="3289479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Pink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455B7B5-73DE-46AF-B400-88997B50AD80}"/>
                </a:ext>
              </a:extLst>
            </p:cNvPr>
            <p:cNvSpPr txBox="1"/>
            <p:nvPr userDrawn="1"/>
          </p:nvSpPr>
          <p:spPr>
            <a:xfrm>
              <a:off x="2169429" y="3800536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Green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B4C4881-6213-41A5-AC03-CCE78498A9AE}"/>
                </a:ext>
              </a:extLst>
            </p:cNvPr>
            <p:cNvSpPr txBox="1"/>
            <p:nvPr userDrawn="1"/>
          </p:nvSpPr>
          <p:spPr>
            <a:xfrm>
              <a:off x="2169429" y="2267365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Purple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40387EA-5FDE-4F6F-BAF2-604549CCD0F0}"/>
                </a:ext>
              </a:extLst>
            </p:cNvPr>
            <p:cNvSpPr txBox="1"/>
            <p:nvPr userDrawn="1"/>
          </p:nvSpPr>
          <p:spPr>
            <a:xfrm>
              <a:off x="2169429" y="4311593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Green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92671DE-F6BD-48CB-B11C-208DD1F1CCB3}"/>
                </a:ext>
              </a:extLst>
            </p:cNvPr>
            <p:cNvSpPr txBox="1"/>
            <p:nvPr userDrawn="1"/>
          </p:nvSpPr>
          <p:spPr>
            <a:xfrm>
              <a:off x="2169429" y="4822650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Green</a:t>
              </a: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35C7B945-9627-4D94-B008-C987FEA96972}"/>
              </a:ext>
            </a:extLst>
          </p:cNvPr>
          <p:cNvSpPr/>
          <p:nvPr userDrawn="1"/>
        </p:nvSpPr>
        <p:spPr>
          <a:xfrm>
            <a:off x="5232206" y="1731971"/>
            <a:ext cx="839614" cy="4112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EB1F170-4966-4AAF-ABAA-3D2A0369F7FA}"/>
              </a:ext>
            </a:extLst>
          </p:cNvPr>
          <p:cNvSpPr/>
          <p:nvPr userDrawn="1"/>
        </p:nvSpPr>
        <p:spPr>
          <a:xfrm>
            <a:off x="5232206" y="2246533"/>
            <a:ext cx="839614" cy="411225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033C2B2-E4D1-4420-8509-EC1E2C80321F}"/>
              </a:ext>
            </a:extLst>
          </p:cNvPr>
          <p:cNvSpPr txBox="1"/>
          <p:nvPr userDrawn="1"/>
        </p:nvSpPr>
        <p:spPr>
          <a:xfrm>
            <a:off x="5225411" y="1330325"/>
            <a:ext cx="15452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Neutrals for infographics and charts only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BFC6FF0-9D30-4829-A667-26B9E6467077}"/>
              </a:ext>
            </a:extLst>
          </p:cNvPr>
          <p:cNvSpPr/>
          <p:nvPr userDrawn="1"/>
        </p:nvSpPr>
        <p:spPr>
          <a:xfrm>
            <a:off x="5232206" y="2761094"/>
            <a:ext cx="839614" cy="411225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F40F7A4-A491-46D0-AC78-F38FB368D987}"/>
              </a:ext>
            </a:extLst>
          </p:cNvPr>
          <p:cNvSpPr/>
          <p:nvPr userDrawn="1"/>
        </p:nvSpPr>
        <p:spPr>
          <a:xfrm>
            <a:off x="5232206" y="3275656"/>
            <a:ext cx="839614" cy="411225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22CE48C-CD62-438B-AF1B-E80398CE41CF}"/>
              </a:ext>
            </a:extLst>
          </p:cNvPr>
          <p:cNvSpPr/>
          <p:nvPr userDrawn="1"/>
        </p:nvSpPr>
        <p:spPr>
          <a:xfrm>
            <a:off x="5232206" y="3790216"/>
            <a:ext cx="839614" cy="4112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FA814C9-BD96-4348-B664-2AD4A5DAAB12}"/>
              </a:ext>
            </a:extLst>
          </p:cNvPr>
          <p:cNvSpPr txBox="1"/>
          <p:nvPr userDrawn="1"/>
        </p:nvSpPr>
        <p:spPr>
          <a:xfrm>
            <a:off x="6203979" y="2852903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38E8C09-0782-4E70-887B-080A8FC240A9}"/>
              </a:ext>
            </a:extLst>
          </p:cNvPr>
          <p:cNvSpPr txBox="1"/>
          <p:nvPr userDrawn="1"/>
        </p:nvSpPr>
        <p:spPr>
          <a:xfrm>
            <a:off x="6203979" y="1830789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C3E17E9-EAB5-401D-99B5-E01BBCBAAE59}"/>
              </a:ext>
            </a:extLst>
          </p:cNvPr>
          <p:cNvSpPr txBox="1"/>
          <p:nvPr userDrawn="1"/>
        </p:nvSpPr>
        <p:spPr>
          <a:xfrm>
            <a:off x="6203979" y="3363960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95C41B-9591-4042-8AC0-03DBDA91FD18}"/>
              </a:ext>
            </a:extLst>
          </p:cNvPr>
          <p:cNvSpPr txBox="1"/>
          <p:nvPr userDrawn="1"/>
        </p:nvSpPr>
        <p:spPr>
          <a:xfrm>
            <a:off x="6203979" y="3875017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924189F-5F86-46B9-810F-1AF60243011B}"/>
              </a:ext>
            </a:extLst>
          </p:cNvPr>
          <p:cNvSpPr txBox="1"/>
          <p:nvPr userDrawn="1"/>
        </p:nvSpPr>
        <p:spPr>
          <a:xfrm>
            <a:off x="6203979" y="2341846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ACB48A6-B340-401D-8994-A0E53291AC9B}"/>
              </a:ext>
            </a:extLst>
          </p:cNvPr>
          <p:cNvSpPr/>
          <p:nvPr userDrawn="1"/>
        </p:nvSpPr>
        <p:spPr>
          <a:xfrm>
            <a:off x="7170486" y="2656172"/>
            <a:ext cx="839614" cy="411225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6F71474-A782-4BB1-8B9F-8DCCEAF88E0C}"/>
              </a:ext>
            </a:extLst>
          </p:cNvPr>
          <p:cNvSpPr/>
          <p:nvPr userDrawn="1"/>
        </p:nvSpPr>
        <p:spPr>
          <a:xfrm>
            <a:off x="9170077" y="2656172"/>
            <a:ext cx="839614" cy="411225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02BFCC-8EF9-4273-ADB0-A655CD827F66}"/>
              </a:ext>
            </a:extLst>
          </p:cNvPr>
          <p:cNvSpPr txBox="1"/>
          <p:nvPr userDrawn="1"/>
        </p:nvSpPr>
        <p:spPr>
          <a:xfrm>
            <a:off x="8028290" y="2743862"/>
            <a:ext cx="1568421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Purple/</a:t>
            </a:r>
            <a:br>
              <a:rPr lang="en-GB" sz="1000"/>
            </a:br>
            <a:r>
              <a:rPr lang="en-GB" sz="1000"/>
              <a:t>Cobalt gradient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2D8D802-07C6-434C-B36C-582D2F2FAF7C}"/>
              </a:ext>
            </a:extLst>
          </p:cNvPr>
          <p:cNvSpPr txBox="1"/>
          <p:nvPr userDrawn="1"/>
        </p:nvSpPr>
        <p:spPr>
          <a:xfrm>
            <a:off x="10053992" y="2743862"/>
            <a:ext cx="1709098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Pacific/</a:t>
            </a:r>
            <a:br>
              <a:rPr lang="en-GB" sz="1000"/>
            </a:br>
            <a:r>
              <a:rPr lang="en-GB" sz="1000"/>
              <a:t>Light Blue gradient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56630A0-1CC3-4558-99F3-72A9846C3FA4}"/>
              </a:ext>
            </a:extLst>
          </p:cNvPr>
          <p:cNvSpPr txBox="1"/>
          <p:nvPr userDrawn="1"/>
        </p:nvSpPr>
        <p:spPr>
          <a:xfrm>
            <a:off x="7146554" y="1298952"/>
            <a:ext cx="4047046" cy="12695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Gradients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</a:t>
            </a:r>
            <a:r>
              <a:rPr lang="en-US" sz="1000" b="0" noProof="0">
                <a:solidFill>
                  <a:sysClr val="windowText" lastClr="000000"/>
                </a:solidFill>
              </a:rPr>
              <a:t>colors</a:t>
            </a:r>
            <a:r>
              <a:rPr lang="en-GB" sz="1000" b="0">
                <a:solidFill>
                  <a:sysClr val="windowText" lastClr="000000"/>
                </a:solidFill>
              </a:rPr>
              <a:t> are applied at both ends of the gradient, at 0% and 100% locations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midpoint is at 50%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gradients are used at a 0º angle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Use the linear gradient, never radial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Do not create new gradients; use only the gradients shown here</a:t>
            </a:r>
            <a:endParaRPr lang="en-US" sz="1000" b="0">
              <a:solidFill>
                <a:sysClr val="windowText" lastClr="00000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D5AAA1F-BD76-48F7-8C50-6E5979B9537B}"/>
              </a:ext>
            </a:extLst>
          </p:cNvPr>
          <p:cNvSpPr/>
          <p:nvPr userDrawn="1"/>
        </p:nvSpPr>
        <p:spPr>
          <a:xfrm>
            <a:off x="5225411" y="4304594"/>
            <a:ext cx="839614" cy="4112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85E89C-C25F-4DDF-BA6F-8600323267FE}"/>
              </a:ext>
            </a:extLst>
          </p:cNvPr>
          <p:cNvSpPr txBox="1"/>
          <p:nvPr userDrawn="1"/>
        </p:nvSpPr>
        <p:spPr>
          <a:xfrm>
            <a:off x="6197184" y="4389395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White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6117D9B-6EF8-4B36-A112-FD6D19D0AE23}"/>
              </a:ext>
            </a:extLst>
          </p:cNvPr>
          <p:cNvSpPr txBox="1"/>
          <p:nvPr userDrawn="1"/>
        </p:nvSpPr>
        <p:spPr>
          <a:xfrm>
            <a:off x="7146554" y="3336981"/>
            <a:ext cx="1194238" cy="15388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Traffic Light palette</a:t>
            </a:r>
            <a:endParaRPr lang="en-US" sz="1000" b="0">
              <a:solidFill>
                <a:sysClr val="windowText" lastClr="000000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629CA1F-9C19-4EBE-AACF-DD30D2A7CB9D}"/>
              </a:ext>
            </a:extLst>
          </p:cNvPr>
          <p:cNvSpPr>
            <a:spLocks/>
          </p:cNvSpPr>
          <p:nvPr userDrawn="1"/>
        </p:nvSpPr>
        <p:spPr>
          <a:xfrm>
            <a:off x="9353776" y="3589581"/>
            <a:ext cx="839614" cy="411225"/>
          </a:xfrm>
          <a:prstGeom prst="rect">
            <a:avLst/>
          </a:prstGeom>
          <a:solidFill>
            <a:srgbClr val="269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38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8F50825-9522-489D-AFE6-03DCC983AE45}"/>
              </a:ext>
            </a:extLst>
          </p:cNvPr>
          <p:cNvSpPr>
            <a:spLocks/>
          </p:cNvSpPr>
          <p:nvPr userDrawn="1"/>
        </p:nvSpPr>
        <p:spPr>
          <a:xfrm>
            <a:off x="8262131" y="3589581"/>
            <a:ext cx="839614" cy="411225"/>
          </a:xfrm>
          <a:prstGeom prst="rect">
            <a:avLst/>
          </a:prstGeom>
          <a:solidFill>
            <a:srgbClr val="F1C4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241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196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77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20DF8B8-BB57-4FAB-8303-1EA0BDA6B7F5}"/>
              </a:ext>
            </a:extLst>
          </p:cNvPr>
          <p:cNvSpPr>
            <a:spLocks/>
          </p:cNvSpPr>
          <p:nvPr userDrawn="1"/>
        </p:nvSpPr>
        <p:spPr>
          <a:xfrm>
            <a:off x="7170486" y="3589581"/>
            <a:ext cx="839614" cy="411225"/>
          </a:xfrm>
          <a:prstGeom prst="rect">
            <a:avLst/>
          </a:prstGeom>
          <a:solidFill>
            <a:srgbClr val="ED21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237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E284CC6-D89E-4E2E-9C1A-D2D015D4CCE1}"/>
              </a:ext>
            </a:extLst>
          </p:cNvPr>
          <p:cNvSpPr txBox="1"/>
          <p:nvPr userDrawn="1"/>
        </p:nvSpPr>
        <p:spPr>
          <a:xfrm>
            <a:off x="7146553" y="4285684"/>
            <a:ext cx="4159622" cy="6263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Potential chart color order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ysClr val="windowText" lastClr="000000"/>
                </a:solidFill>
              </a:rPr>
              <a:t>Prioritize our blues, but they don’t have to be used all at once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ysClr val="windowText" lastClr="000000"/>
                </a:solidFill>
              </a:rPr>
              <a:t>Mix light, mid, and dark tones within data sets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2E93FD9-5621-45B8-BDA7-4C88B41DB4D9}"/>
              </a:ext>
            </a:extLst>
          </p:cNvPr>
          <p:cNvCxnSpPr/>
          <p:nvPr userDrawn="1"/>
        </p:nvCxnSpPr>
        <p:spPr>
          <a:xfrm>
            <a:off x="7170486" y="3242602"/>
            <a:ext cx="40231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8F7303C-5EE8-4FA6-A437-87F2BF61E6C8}"/>
              </a:ext>
            </a:extLst>
          </p:cNvPr>
          <p:cNvCxnSpPr/>
          <p:nvPr userDrawn="1"/>
        </p:nvCxnSpPr>
        <p:spPr>
          <a:xfrm>
            <a:off x="7170486" y="4176642"/>
            <a:ext cx="40231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9C72177-73C5-408A-8C21-86379F35DFDA}"/>
              </a:ext>
            </a:extLst>
          </p:cNvPr>
          <p:cNvGrpSpPr/>
          <p:nvPr userDrawn="1"/>
        </p:nvGrpSpPr>
        <p:grpSpPr>
          <a:xfrm>
            <a:off x="7170486" y="5015319"/>
            <a:ext cx="4023114" cy="868052"/>
            <a:chOff x="6942744" y="5227726"/>
            <a:chExt cx="6397168" cy="1380293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9C4E567-3FDF-4915-8D1F-4D3869F8570F}"/>
                </a:ext>
              </a:extLst>
            </p:cNvPr>
            <p:cNvSpPr/>
            <p:nvPr userDrawn="1"/>
          </p:nvSpPr>
          <p:spPr>
            <a:xfrm>
              <a:off x="8821942" y="5227726"/>
              <a:ext cx="759576" cy="592341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30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73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226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2DA33985-45D0-4046-B44C-8DCBCFFD86AC}"/>
                </a:ext>
              </a:extLst>
            </p:cNvPr>
            <p:cNvSpPr/>
            <p:nvPr userDrawn="1"/>
          </p:nvSpPr>
          <p:spPr>
            <a:xfrm>
              <a:off x="6942744" y="5227726"/>
              <a:ext cx="759576" cy="592341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141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60024D76-5422-4C07-A547-F2C593130265}"/>
                </a:ext>
              </a:extLst>
            </p:cNvPr>
            <p:cNvSpPr/>
            <p:nvPr userDrawn="1"/>
          </p:nvSpPr>
          <p:spPr>
            <a:xfrm>
              <a:off x="9761541" y="5227726"/>
              <a:ext cx="759576" cy="592341"/>
            </a:xfrm>
            <a:prstGeom prst="rect">
              <a:avLst/>
            </a:prstGeom>
            <a:solidFill>
              <a:srgbClr val="76D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118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210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255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06E42AD4-4E53-43DB-966B-14EA0ED3E458}"/>
                </a:ext>
              </a:extLst>
            </p:cNvPr>
            <p:cNvSpPr/>
            <p:nvPr userDrawn="1"/>
          </p:nvSpPr>
          <p:spPr>
            <a:xfrm>
              <a:off x="11640737" y="5227726"/>
              <a:ext cx="759576" cy="592341"/>
            </a:xfrm>
            <a:prstGeom prst="rect">
              <a:avLst/>
            </a:prstGeom>
            <a:solidFill>
              <a:srgbClr val="B497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180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255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3123BFF0-C9BC-4A9F-8C1A-6677CDC1F631}"/>
                </a:ext>
              </a:extLst>
            </p:cNvPr>
            <p:cNvSpPr/>
            <p:nvPr userDrawn="1"/>
          </p:nvSpPr>
          <p:spPr>
            <a:xfrm>
              <a:off x="8821942" y="6015678"/>
              <a:ext cx="759576" cy="592341"/>
            </a:xfrm>
            <a:prstGeom prst="rect">
              <a:avLst/>
            </a:prstGeom>
            <a:solidFill>
              <a:srgbClr val="FD34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156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B91896C-FA19-4C29-A6A4-8285D7F3418C}"/>
                </a:ext>
              </a:extLst>
            </p:cNvPr>
            <p:cNvSpPr/>
            <p:nvPr userDrawn="1"/>
          </p:nvSpPr>
          <p:spPr>
            <a:xfrm>
              <a:off x="10701139" y="5227726"/>
              <a:ext cx="759576" cy="592341"/>
            </a:xfrm>
            <a:prstGeom prst="rect">
              <a:avLst/>
            </a:prstGeom>
            <a:solidFill>
              <a:srgbClr val="7213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114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234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8E4376B-58CB-4B0E-AB7F-3AF61E7659F9}"/>
                </a:ext>
              </a:extLst>
            </p:cNvPr>
            <p:cNvSpPr/>
            <p:nvPr userDrawn="1"/>
          </p:nvSpPr>
          <p:spPr>
            <a:xfrm>
              <a:off x="9761541" y="6015678"/>
              <a:ext cx="759576" cy="592341"/>
            </a:xfrm>
            <a:prstGeom prst="rect">
              <a:avLst/>
            </a:prstGeom>
            <a:solidFill>
              <a:srgbClr val="FFA3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255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163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218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CCBC42E-797C-4CB6-8C59-2D6FCDDB1F33}"/>
                </a:ext>
              </a:extLst>
            </p:cNvPr>
            <p:cNvSpPr/>
            <p:nvPr userDrawn="1"/>
          </p:nvSpPr>
          <p:spPr>
            <a:xfrm>
              <a:off x="6942744" y="6015678"/>
              <a:ext cx="759576" cy="592341"/>
            </a:xfrm>
            <a:prstGeom prst="rect">
              <a:avLst/>
            </a:prstGeom>
            <a:solidFill>
              <a:srgbClr val="00C0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174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91DA2AF-1629-48DB-9571-C0A4059F3B38}"/>
                </a:ext>
              </a:extLst>
            </p:cNvPr>
            <p:cNvSpPr/>
            <p:nvPr userDrawn="1"/>
          </p:nvSpPr>
          <p:spPr>
            <a:xfrm>
              <a:off x="12580336" y="6015678"/>
              <a:ext cx="759576" cy="592341"/>
            </a:xfrm>
            <a:prstGeom prst="rect">
              <a:avLst/>
            </a:prstGeom>
            <a:solidFill>
              <a:srgbClr val="63E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99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235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218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7004D9F3-522B-4798-8584-5DAEBCA82D69}"/>
                </a:ext>
              </a:extLst>
            </p:cNvPr>
            <p:cNvSpPr/>
            <p:nvPr userDrawn="1"/>
          </p:nvSpPr>
          <p:spPr>
            <a:xfrm>
              <a:off x="7882343" y="5227726"/>
              <a:ext cx="759576" cy="592341"/>
            </a:xfrm>
            <a:prstGeom prst="rect">
              <a:avLst/>
            </a:prstGeom>
            <a:solidFill>
              <a:srgbClr val="00B8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245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DDFAE922-1756-4DBB-9867-8AF985CB3C58}"/>
                </a:ext>
              </a:extLst>
            </p:cNvPr>
            <p:cNvSpPr/>
            <p:nvPr userDrawn="1"/>
          </p:nvSpPr>
          <p:spPr>
            <a:xfrm>
              <a:off x="11640737" y="6015678"/>
              <a:ext cx="759576" cy="592341"/>
            </a:xfrm>
            <a:prstGeom prst="rect">
              <a:avLst/>
            </a:prstGeom>
            <a:solidFill>
              <a:srgbClr val="510D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81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188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88FF5845-C594-4FAB-AA8F-EA33A333B321}"/>
                </a:ext>
              </a:extLst>
            </p:cNvPr>
            <p:cNvSpPr/>
            <p:nvPr userDrawn="1"/>
          </p:nvSpPr>
          <p:spPr>
            <a:xfrm>
              <a:off x="12580336" y="5227726"/>
              <a:ext cx="759576" cy="592341"/>
            </a:xfrm>
            <a:prstGeom prst="rect">
              <a:avLst/>
            </a:prstGeom>
            <a:solidFill>
              <a:srgbClr val="098E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142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126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DF8DBD9-3426-4B1A-A0E8-1F5F3DA02FE2}"/>
                </a:ext>
              </a:extLst>
            </p:cNvPr>
            <p:cNvSpPr/>
            <p:nvPr userDrawn="1"/>
          </p:nvSpPr>
          <p:spPr>
            <a:xfrm>
              <a:off x="10701139" y="6015678"/>
              <a:ext cx="759576" cy="592341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7F2702EE-4E6E-4980-B5D2-9FC76A136BA8}"/>
                </a:ext>
              </a:extLst>
            </p:cNvPr>
            <p:cNvSpPr/>
            <p:nvPr userDrawn="1"/>
          </p:nvSpPr>
          <p:spPr>
            <a:xfrm>
              <a:off x="7882343" y="6015678"/>
              <a:ext cx="759576" cy="592341"/>
            </a:xfrm>
            <a:prstGeom prst="rect">
              <a:avLst/>
            </a:prstGeom>
            <a:solidFill>
              <a:srgbClr val="AB0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171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69414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5800B6-9CCF-7254-698A-A635BF3B42BA}"/>
              </a:ext>
            </a:extLst>
          </p:cNvPr>
          <p:cNvSpPr>
            <a:spLocks/>
          </p:cNvSpPr>
          <p:nvPr userDrawn="1"/>
        </p:nvSpPr>
        <p:spPr>
          <a:xfrm>
            <a:off x="4" y="0"/>
            <a:ext cx="2603496" cy="5876926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PMG Bold" panose="020B0803030202040204" pitchFamily="34" charset="0"/>
              <a:ea typeface="+mn-ea"/>
              <a:cs typeface="+mn-cs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1FF3C933-885B-F70F-F20E-15CC63E9D930}"/>
              </a:ext>
            </a:extLst>
          </p:cNvPr>
          <p:cNvSpPr/>
          <p:nvPr userDrawn="1"/>
        </p:nvSpPr>
        <p:spPr>
          <a:xfrm>
            <a:off x="-1" y="2892744"/>
            <a:ext cx="2651760" cy="45719"/>
          </a:xfrm>
          <a:custGeom>
            <a:avLst/>
            <a:gdLst/>
            <a:ahLst/>
            <a:cxnLst/>
            <a:rect l="l" t="t" r="r" b="b"/>
            <a:pathLst>
              <a:path w="3560445">
                <a:moveTo>
                  <a:pt x="0" y="0"/>
                </a:moveTo>
                <a:lnTo>
                  <a:pt x="3560101" y="0"/>
                </a:lnTo>
              </a:path>
            </a:pathLst>
          </a:custGeom>
          <a:ln w="628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0140BDF6-1709-4038-8A40-FB1269320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5902" y="418374"/>
            <a:ext cx="8443912" cy="47397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9B63D89-0E15-8B95-9176-0C624643A4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9544" y="238868"/>
            <a:ext cx="1216152" cy="1216152"/>
          </a:xfrm>
          <a:prstGeom prst="ellipse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8173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6">
          <p15:clr>
            <a:srgbClr val="5ACBF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386752" y="478968"/>
            <a:ext cx="1621536" cy="1399032"/>
          </a:xfrm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8667" y="478969"/>
            <a:ext cx="8310133" cy="445529"/>
          </a:xfrm>
        </p:spPr>
        <p:txBody>
          <a:bodyPr anchor="ctr" anchorCtr="0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6" name="Straight Connector 5"/>
          <p:cNvCxnSpPr/>
          <p:nvPr userDrawn="1"/>
        </p:nvCxnSpPr>
        <p:spPr>
          <a:xfrm flipH="1">
            <a:off x="2380348" y="478969"/>
            <a:ext cx="1" cy="5355771"/>
          </a:xfrm>
          <a:prstGeom prst="line">
            <a:avLst/>
          </a:prstGeom>
          <a:ln w="12700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16985" y="2260600"/>
            <a:ext cx="1875367" cy="3378200"/>
          </a:xfrm>
        </p:spPr>
        <p:txBody>
          <a:bodyPr/>
          <a:lstStyle>
            <a:lvl1pPr>
              <a:spcAft>
                <a:spcPts val="200"/>
              </a:spcAft>
              <a:defRPr sz="900" b="0"/>
            </a:lvl1pPr>
            <a:lvl2pPr>
              <a:spcAft>
                <a:spcPts val="0"/>
              </a:spcAft>
              <a:defRPr sz="800" baseline="0">
                <a:solidFill>
                  <a:schemeClr val="tx1"/>
                </a:solidFill>
              </a:defRPr>
            </a:lvl2pPr>
            <a:lvl3pPr marL="174625" indent="-174625">
              <a:defRPr sz="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2878668" y="1049339"/>
            <a:ext cx="8310033" cy="4784725"/>
          </a:xfrm>
        </p:spPr>
        <p:txBody>
          <a:bodyPr/>
          <a:lstStyle>
            <a:lvl1pPr>
              <a:defRPr sz="1200"/>
            </a:lvl1pPr>
            <a:lvl2pPr>
              <a:defRPr sz="9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1119640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umes">
  <p:cSld name="Resume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7325" y="1049700"/>
            <a:ext cx="1264875" cy="126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>
            <a:spLocks noGrp="1"/>
          </p:cNvSpPr>
          <p:nvPr>
            <p:ph type="pic" idx="2"/>
          </p:nvPr>
        </p:nvSpPr>
        <p:spPr>
          <a:xfrm>
            <a:off x="1226842" y="1179217"/>
            <a:ext cx="1005840" cy="100584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1003200" y="2406803"/>
            <a:ext cx="2423632" cy="3697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Pts val="700"/>
              <a:buFont typeface="Arial"/>
              <a:buNone/>
              <a:defRPr sz="700">
                <a:solidFill>
                  <a:srgbClr val="00338D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Pts val="700"/>
              <a:buFont typeface="Arial"/>
              <a:buNone/>
              <a:defRPr sz="700">
                <a:solidFill>
                  <a:srgbClr val="00338D"/>
                </a:solidFill>
              </a:defRPr>
            </a:lvl2pPr>
            <a:lvl3pPr marL="1371600" lvl="2" indent="-26416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"/>
              <a:buChar char="—"/>
              <a:defRPr sz="700">
                <a:solidFill>
                  <a:srgbClr val="00338D"/>
                </a:solidFill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-"/>
              <a:defRPr sz="700"/>
            </a:lvl4pPr>
            <a:lvl5pPr marL="2286000" lvl="4" indent="-2730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00"/>
              <a:buChar char="—"/>
              <a:defRPr sz="700"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—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8pPr>
            <a:lvl9pPr marL="4114800" lvl="8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9" name="Google Shape;19;p2"/>
          <p:cNvCxnSpPr/>
          <p:nvPr/>
        </p:nvCxnSpPr>
        <p:spPr>
          <a:xfrm>
            <a:off x="3562299" y="1025199"/>
            <a:ext cx="0" cy="5053576"/>
          </a:xfrm>
          <a:prstGeom prst="straightConnector1">
            <a:avLst/>
          </a:prstGeom>
          <a:noFill/>
          <a:ln w="12700" cap="flat" cmpd="sng">
            <a:solidFill>
              <a:srgbClr val="00338D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" name="Google Shape;20;p2"/>
          <p:cNvSpPr txBox="1">
            <a:spLocks noGrp="1"/>
          </p:cNvSpPr>
          <p:nvPr>
            <p:ph type="body" idx="3"/>
          </p:nvPr>
        </p:nvSpPr>
        <p:spPr>
          <a:xfrm>
            <a:off x="1003201" y="843700"/>
            <a:ext cx="10227156" cy="12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—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—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—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8pPr>
            <a:lvl9pPr marL="4114800" lvl="8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body" idx="4"/>
          </p:nvPr>
        </p:nvSpPr>
        <p:spPr>
          <a:xfrm>
            <a:off x="3680832" y="1371600"/>
            <a:ext cx="7507967" cy="4707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Pts val="900"/>
              <a:buFont typeface="Arial"/>
              <a:buNone/>
              <a:defRPr sz="900">
                <a:solidFill>
                  <a:srgbClr val="00338D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8D"/>
              </a:buClr>
              <a:buSzPts val="900"/>
              <a:buFont typeface="Arial"/>
              <a:buNone/>
              <a:defRPr sz="900">
                <a:solidFill>
                  <a:srgbClr val="00338D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8D"/>
              </a:buClr>
              <a:buSzPts val="900"/>
              <a:buChar char="—"/>
              <a:defRPr sz="900">
                <a:solidFill>
                  <a:srgbClr val="00338D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8D"/>
              </a:buClr>
              <a:buSzPts val="900"/>
              <a:buChar char="-"/>
              <a:defRPr sz="900">
                <a:solidFill>
                  <a:srgbClr val="00338D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8D"/>
              </a:buClr>
              <a:buSzPts val="900"/>
              <a:buChar char="—"/>
              <a:defRPr sz="900">
                <a:solidFill>
                  <a:srgbClr val="00338D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—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8pPr>
            <a:lvl9pPr marL="4114800" lvl="8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title"/>
          </p:nvPr>
        </p:nvSpPr>
        <p:spPr>
          <a:xfrm>
            <a:off x="996317" y="491269"/>
            <a:ext cx="10202967" cy="270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body" idx="5"/>
          </p:nvPr>
        </p:nvSpPr>
        <p:spPr>
          <a:xfrm>
            <a:off x="1553671" y="237483"/>
            <a:ext cx="9645614" cy="164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—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—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—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8pPr>
            <a:lvl9pPr marL="4114800" lvl="8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24" name="Google Shape;24;p2"/>
          <p:cNvGrpSpPr/>
          <p:nvPr/>
        </p:nvGrpSpPr>
        <p:grpSpPr>
          <a:xfrm>
            <a:off x="-3193" y="0"/>
            <a:ext cx="343710" cy="1956595"/>
            <a:chOff x="-3193" y="0"/>
            <a:chExt cx="343710" cy="1956595"/>
          </a:xfrm>
        </p:grpSpPr>
        <p:grpSp>
          <p:nvGrpSpPr>
            <p:cNvPr id="25" name="Google Shape;25;p2"/>
            <p:cNvGrpSpPr/>
            <p:nvPr/>
          </p:nvGrpSpPr>
          <p:grpSpPr>
            <a:xfrm flipH="1">
              <a:off x="-3193" y="978695"/>
              <a:ext cx="343710" cy="977900"/>
              <a:chOff x="482600" y="399410"/>
              <a:chExt cx="361499" cy="6211986"/>
            </a:xfrm>
          </p:grpSpPr>
          <p:sp>
            <p:nvSpPr>
              <p:cNvPr id="26" name="Google Shape;26;p2"/>
              <p:cNvSpPr/>
              <p:nvPr/>
            </p:nvSpPr>
            <p:spPr>
              <a:xfrm>
                <a:off x="663058" y="399410"/>
                <a:ext cx="180190" cy="10353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482600" y="1434741"/>
                <a:ext cx="180190" cy="1035331"/>
              </a:xfrm>
              <a:prstGeom prst="rect">
                <a:avLst/>
              </a:prstGeom>
              <a:solidFill>
                <a:srgbClr val="BC204B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663058" y="2470074"/>
                <a:ext cx="180190" cy="1035329"/>
              </a:xfrm>
              <a:prstGeom prst="rect">
                <a:avLst/>
              </a:prstGeom>
              <a:solidFill>
                <a:srgbClr val="EAAA00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482600" y="3505403"/>
                <a:ext cx="180190" cy="1035331"/>
              </a:xfrm>
              <a:prstGeom prst="rect">
                <a:avLst/>
              </a:prstGeom>
              <a:solidFill>
                <a:srgbClr val="009A44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663909" y="4540732"/>
                <a:ext cx="180190" cy="1035329"/>
              </a:xfrm>
              <a:prstGeom prst="rect">
                <a:avLst/>
              </a:prstGeom>
              <a:solidFill>
                <a:srgbClr val="005EB8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482600" y="5576065"/>
                <a:ext cx="180190" cy="1035331"/>
              </a:xfrm>
              <a:prstGeom prst="rect">
                <a:avLst/>
              </a:prstGeom>
              <a:solidFill>
                <a:srgbClr val="483698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" name="Google Shape;32;p2"/>
            <p:cNvGrpSpPr/>
            <p:nvPr/>
          </p:nvGrpSpPr>
          <p:grpSpPr>
            <a:xfrm flipH="1">
              <a:off x="0" y="0"/>
              <a:ext cx="333822" cy="977900"/>
              <a:chOff x="482600" y="399410"/>
              <a:chExt cx="361573" cy="6211986"/>
            </a:xfrm>
          </p:grpSpPr>
          <p:sp>
            <p:nvSpPr>
              <p:cNvPr id="33" name="Google Shape;33;p2"/>
              <p:cNvSpPr/>
              <p:nvPr/>
            </p:nvSpPr>
            <p:spPr>
              <a:xfrm>
                <a:off x="662983" y="399410"/>
                <a:ext cx="180190" cy="10353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482600" y="1434741"/>
                <a:ext cx="180190" cy="1035331"/>
              </a:xfrm>
              <a:prstGeom prst="rect">
                <a:avLst/>
              </a:prstGeom>
              <a:solidFill>
                <a:srgbClr val="BC204B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662983" y="2470074"/>
                <a:ext cx="180190" cy="1035329"/>
              </a:xfrm>
              <a:prstGeom prst="rect">
                <a:avLst/>
              </a:prstGeom>
              <a:solidFill>
                <a:srgbClr val="EAAA00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482600" y="3505403"/>
                <a:ext cx="180190" cy="1035331"/>
              </a:xfrm>
              <a:prstGeom prst="rect">
                <a:avLst/>
              </a:prstGeom>
              <a:solidFill>
                <a:srgbClr val="009A44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663983" y="4540732"/>
                <a:ext cx="180190" cy="1035329"/>
              </a:xfrm>
              <a:prstGeom prst="rect">
                <a:avLst/>
              </a:prstGeom>
              <a:solidFill>
                <a:srgbClr val="005EB8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482600" y="5576065"/>
                <a:ext cx="180190" cy="1035331"/>
              </a:xfrm>
              <a:prstGeom prst="rect">
                <a:avLst/>
              </a:prstGeom>
              <a:solidFill>
                <a:srgbClr val="483698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9" name="Google Shape;39;p2"/>
          <p:cNvGrpSpPr/>
          <p:nvPr/>
        </p:nvGrpSpPr>
        <p:grpSpPr>
          <a:xfrm rot="10800000">
            <a:off x="12073466" y="6183241"/>
            <a:ext cx="118533" cy="674758"/>
            <a:chOff x="-3193" y="0"/>
            <a:chExt cx="343710" cy="1956595"/>
          </a:xfrm>
        </p:grpSpPr>
        <p:grpSp>
          <p:nvGrpSpPr>
            <p:cNvPr id="40" name="Google Shape;40;p2"/>
            <p:cNvGrpSpPr/>
            <p:nvPr/>
          </p:nvGrpSpPr>
          <p:grpSpPr>
            <a:xfrm flipH="1">
              <a:off x="-3193" y="978695"/>
              <a:ext cx="343710" cy="977900"/>
              <a:chOff x="482600" y="399410"/>
              <a:chExt cx="361499" cy="6211986"/>
            </a:xfrm>
          </p:grpSpPr>
          <p:sp>
            <p:nvSpPr>
              <p:cNvPr id="41" name="Google Shape;41;p2"/>
              <p:cNvSpPr/>
              <p:nvPr/>
            </p:nvSpPr>
            <p:spPr>
              <a:xfrm>
                <a:off x="663058" y="399410"/>
                <a:ext cx="180190" cy="10353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482600" y="1434741"/>
                <a:ext cx="180190" cy="1035331"/>
              </a:xfrm>
              <a:prstGeom prst="rect">
                <a:avLst/>
              </a:prstGeom>
              <a:solidFill>
                <a:srgbClr val="BC204B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663058" y="2470074"/>
                <a:ext cx="180190" cy="1035329"/>
              </a:xfrm>
              <a:prstGeom prst="rect">
                <a:avLst/>
              </a:prstGeom>
              <a:solidFill>
                <a:srgbClr val="EAAA00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482600" y="3505403"/>
                <a:ext cx="180190" cy="1035331"/>
              </a:xfrm>
              <a:prstGeom prst="rect">
                <a:avLst/>
              </a:prstGeom>
              <a:solidFill>
                <a:srgbClr val="009A44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663909" y="4540732"/>
                <a:ext cx="180190" cy="1035329"/>
              </a:xfrm>
              <a:prstGeom prst="rect">
                <a:avLst/>
              </a:prstGeom>
              <a:solidFill>
                <a:srgbClr val="005EB8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482600" y="5576065"/>
                <a:ext cx="180190" cy="1035331"/>
              </a:xfrm>
              <a:prstGeom prst="rect">
                <a:avLst/>
              </a:prstGeom>
              <a:solidFill>
                <a:srgbClr val="483698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" name="Google Shape;47;p2"/>
            <p:cNvGrpSpPr/>
            <p:nvPr/>
          </p:nvGrpSpPr>
          <p:grpSpPr>
            <a:xfrm flipH="1">
              <a:off x="0" y="0"/>
              <a:ext cx="333822" cy="977900"/>
              <a:chOff x="482600" y="399410"/>
              <a:chExt cx="361573" cy="6211986"/>
            </a:xfrm>
          </p:grpSpPr>
          <p:sp>
            <p:nvSpPr>
              <p:cNvPr id="48" name="Google Shape;48;p2"/>
              <p:cNvSpPr/>
              <p:nvPr/>
            </p:nvSpPr>
            <p:spPr>
              <a:xfrm>
                <a:off x="662983" y="399410"/>
                <a:ext cx="180190" cy="10353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482600" y="1434741"/>
                <a:ext cx="180190" cy="1035331"/>
              </a:xfrm>
              <a:prstGeom prst="rect">
                <a:avLst/>
              </a:prstGeom>
              <a:solidFill>
                <a:srgbClr val="BC204B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662983" y="2470074"/>
                <a:ext cx="180190" cy="1035329"/>
              </a:xfrm>
              <a:prstGeom prst="rect">
                <a:avLst/>
              </a:prstGeom>
              <a:solidFill>
                <a:srgbClr val="EAAA00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482600" y="3505403"/>
                <a:ext cx="180190" cy="1035331"/>
              </a:xfrm>
              <a:prstGeom prst="rect">
                <a:avLst/>
              </a:prstGeom>
              <a:solidFill>
                <a:srgbClr val="009A44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663983" y="4540732"/>
                <a:ext cx="180190" cy="1035329"/>
              </a:xfrm>
              <a:prstGeom prst="rect">
                <a:avLst/>
              </a:prstGeom>
              <a:solidFill>
                <a:srgbClr val="005EB8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482600" y="5576065"/>
                <a:ext cx="180190" cy="1035331"/>
              </a:xfrm>
              <a:prstGeom prst="rect">
                <a:avLst/>
              </a:prstGeom>
              <a:solidFill>
                <a:srgbClr val="483698"/>
              </a:solidFill>
              <a:ln>
                <a:noFill/>
              </a:ln>
            </p:spPr>
            <p:txBody>
              <a:bodyPr spcFirstLastPara="1" wrap="square" lIns="54600" tIns="54600" rIns="54600" bIns="546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058527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247331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06C60-BBAD-4B44-9D69-536848922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147A601A-3AE8-4889-A026-9740E00CCFBB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489844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break 2">
    <p:bg>
      <p:bgPr>
        <a:gradFill flip="none" rotWithShape="1">
          <a:gsLst>
            <a:gs pos="0">
              <a:schemeClr val="accent5"/>
            </a:gs>
            <a:gs pos="100000">
              <a:schemeClr val="accent1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AF31653-DA95-4567-9106-71E1E49BA627}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43250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2925CE2F-8945-49DE-BCC2-8BCACF480E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9860" y="5308261"/>
            <a:ext cx="5252400" cy="246221"/>
          </a:xfrm>
        </p:spPr>
        <p:txBody>
          <a:bodyPr wrap="square" anchor="b">
            <a:sp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  <a:lvl2pPr>
              <a:defRPr sz="1600">
                <a:solidFill>
                  <a:schemeClr val="accent2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C346F2F1-AF73-4284-8702-745152AF53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48173127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335E8F-D0E6-4E91-BC16-1E970996B1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9" y="467"/>
            <a:ext cx="12190341" cy="68570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302" y="1456388"/>
            <a:ext cx="5354698" cy="1686205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614966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357588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41302" y="3457743"/>
            <a:ext cx="55066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84BD71-38D7-4AC1-B38A-7DE8843A6D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98207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4">
    <p:bg>
      <p:bgPr>
        <a:gradFill flip="none" rotWithShape="1">
          <a:gsLst>
            <a:gs pos="100000">
              <a:schemeClr val="accent1"/>
            </a:gs>
            <a:gs pos="0">
              <a:schemeClr val="accent5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302" y="1456388"/>
            <a:ext cx="4916548" cy="3442681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614966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357588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41302" y="5007009"/>
            <a:ext cx="49165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84BD71-38D7-4AC1-B38A-7DE8843A6D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  <p:pic>
        <p:nvPicPr>
          <p:cNvPr id="3" name="Picture 2" descr="A close up of a computer&#10;&#10;Description automatically generated">
            <a:extLst>
              <a:ext uri="{FF2B5EF4-FFF2-40B4-BE49-F238E27FC236}">
                <a16:creationId xmlns:a16="http://schemas.microsoft.com/office/drawing/2014/main" id="{CED48CBB-8F06-86B1-9F7A-8B4772850D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83"/>
          <a:stretch/>
        </p:blipFill>
        <p:spPr>
          <a:xfrm>
            <a:off x="7682844" y="720351"/>
            <a:ext cx="3767853" cy="541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483476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Horizontal Window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96C774-8B31-4EC8-BF6C-ACF71C2F0C15}"/>
              </a:ext>
            </a:extLst>
          </p:cNvPr>
          <p:cNvSpPr>
            <a:spLocks noChangeAspect="1"/>
          </p:cNvSpPr>
          <p:nvPr userDrawn="1"/>
        </p:nvSpPr>
        <p:spPr>
          <a:xfrm>
            <a:off x="741301" y="1470479"/>
            <a:ext cx="6350010" cy="4445007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7666" y="1759937"/>
            <a:ext cx="5765982" cy="2903488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017666" y="4752153"/>
            <a:ext cx="5765982" cy="816606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AE81D1E-EC03-4E35-9F55-9751C67CE0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1354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Vertical Window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F73FA8F-86B4-4B38-9318-B211F1BBAFEB}"/>
              </a:ext>
            </a:extLst>
          </p:cNvPr>
          <p:cNvSpPr>
            <a:spLocks noChangeAspect="1"/>
          </p:cNvSpPr>
          <p:nvPr userDrawn="1"/>
        </p:nvSpPr>
        <p:spPr>
          <a:xfrm>
            <a:off x="741301" y="1470479"/>
            <a:ext cx="3099633" cy="441094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7666" y="1759937"/>
            <a:ext cx="2487266" cy="2900514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1017666" y="4752153"/>
            <a:ext cx="2487267" cy="81577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8ADB91F-075F-40EA-BBF8-09E1B53E17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61719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Horizontal Window_Pacific Blue">
    <p:bg>
      <p:bgPr>
        <a:gradFill>
          <a:gsLst>
            <a:gs pos="100000">
              <a:srgbClr val="ACEAFF"/>
            </a:gs>
            <a:gs pos="0">
              <a:schemeClr val="accent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96C774-8B31-4EC8-BF6C-ACF71C2F0C15}"/>
              </a:ext>
            </a:extLst>
          </p:cNvPr>
          <p:cNvSpPr>
            <a:spLocks noChangeAspect="1"/>
          </p:cNvSpPr>
          <p:nvPr userDrawn="1"/>
        </p:nvSpPr>
        <p:spPr>
          <a:xfrm>
            <a:off x="3656602" y="736722"/>
            <a:ext cx="7794097" cy="545586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923066" y="5075895"/>
            <a:ext cx="7260639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A9E5DDB-2262-4657-AA4F-9CE87AA83B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22009" y="1002219"/>
            <a:ext cx="7260639" cy="3950972"/>
          </a:xfrm>
        </p:spPr>
        <p:txBody>
          <a:bodyPr/>
          <a:lstStyle>
            <a:lvl1pPr>
              <a:defRPr lang="en-GB" sz="66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Title slide text only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BDA91F4-0EDF-45F7-BE99-6872894A16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895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Vertical Window_Pacific Blue">
    <p:bg>
      <p:bgPr>
        <a:gradFill>
          <a:gsLst>
            <a:gs pos="100000">
              <a:srgbClr val="ACEAFF"/>
            </a:gs>
            <a:gs pos="0">
              <a:schemeClr val="accent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BC1A25C-9C23-47D0-BC86-BD2474043CD3}"/>
              </a:ext>
            </a:extLst>
          </p:cNvPr>
          <p:cNvGrpSpPr/>
          <p:nvPr userDrawn="1"/>
        </p:nvGrpSpPr>
        <p:grpSpPr>
          <a:xfrm>
            <a:off x="998476" y="0"/>
            <a:ext cx="911399" cy="1485244"/>
            <a:chOff x="1008000" y="0"/>
            <a:chExt cx="911399" cy="1485244"/>
          </a:xfrm>
          <a:solidFill>
            <a:schemeClr val="bg1">
              <a:alpha val="0"/>
            </a:schemeClr>
          </a:solidFill>
        </p:grpSpPr>
        <p:sp>
          <p:nvSpPr>
            <p:cNvPr id="5" name="Freeform 19">
              <a:extLst>
                <a:ext uri="{FF2B5EF4-FFF2-40B4-BE49-F238E27FC236}">
                  <a16:creationId xmlns:a16="http://schemas.microsoft.com/office/drawing/2014/main" id="{EEC5B735-00AD-41B9-A513-0F7783FFBE36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1008000" y="0"/>
              <a:ext cx="911399" cy="371311"/>
            </a:xfrm>
            <a:custGeom>
              <a:avLst/>
              <a:gdLst>
                <a:gd name="T0" fmla="*/ 269 w 283"/>
                <a:gd name="T1" fmla="*/ 77 h 114"/>
                <a:gd name="T2" fmla="*/ 222 w 283"/>
                <a:gd name="T3" fmla="*/ 87 h 114"/>
                <a:gd name="T4" fmla="*/ 244 w 283"/>
                <a:gd name="T5" fmla="*/ 60 h 114"/>
                <a:gd name="T6" fmla="*/ 269 w 283"/>
                <a:gd name="T7" fmla="*/ 56 h 114"/>
                <a:gd name="T8" fmla="*/ 222 w 283"/>
                <a:gd name="T9" fmla="*/ 2 h 114"/>
                <a:gd name="T10" fmla="*/ 281 w 283"/>
                <a:gd name="T11" fmla="*/ 87 h 114"/>
                <a:gd name="T12" fmla="*/ 222 w 283"/>
                <a:gd name="T13" fmla="*/ 89 h 114"/>
                <a:gd name="T14" fmla="*/ 246 w 283"/>
                <a:gd name="T15" fmla="*/ 101 h 114"/>
                <a:gd name="T16" fmla="*/ 205 w 283"/>
                <a:gd name="T17" fmla="*/ 82 h 114"/>
                <a:gd name="T18" fmla="*/ 203 w 283"/>
                <a:gd name="T19" fmla="*/ 52 h 114"/>
                <a:gd name="T20" fmla="*/ 154 w 283"/>
                <a:gd name="T21" fmla="*/ 87 h 114"/>
                <a:gd name="T22" fmla="*/ 213 w 283"/>
                <a:gd name="T23" fmla="*/ 53 h 114"/>
                <a:gd name="T24" fmla="*/ 171 w 283"/>
                <a:gd name="T25" fmla="*/ 87 h 114"/>
                <a:gd name="T26" fmla="*/ 180 w 283"/>
                <a:gd name="T27" fmla="*/ 87 h 114"/>
                <a:gd name="T28" fmla="*/ 120 w 283"/>
                <a:gd name="T29" fmla="*/ 87 h 114"/>
                <a:gd name="T30" fmla="*/ 117 w 283"/>
                <a:gd name="T31" fmla="*/ 56 h 114"/>
                <a:gd name="T32" fmla="*/ 86 w 283"/>
                <a:gd name="T33" fmla="*/ 2 h 114"/>
                <a:gd name="T34" fmla="*/ 145 w 283"/>
                <a:gd name="T35" fmla="*/ 52 h 114"/>
                <a:gd name="T36" fmla="*/ 142 w 283"/>
                <a:gd name="T37" fmla="*/ 87 h 114"/>
                <a:gd name="T38" fmla="*/ 93 w 283"/>
                <a:gd name="T39" fmla="*/ 79 h 114"/>
                <a:gd name="T40" fmla="*/ 89 w 283"/>
                <a:gd name="T41" fmla="*/ 79 h 114"/>
                <a:gd name="T42" fmla="*/ 87 w 283"/>
                <a:gd name="T43" fmla="*/ 69 h 114"/>
                <a:gd name="T44" fmla="*/ 95 w 283"/>
                <a:gd name="T45" fmla="*/ 62 h 114"/>
                <a:gd name="T46" fmla="*/ 93 w 283"/>
                <a:gd name="T47" fmla="*/ 79 h 114"/>
                <a:gd name="T48" fmla="*/ 67 w 283"/>
                <a:gd name="T49" fmla="*/ 86 h 114"/>
                <a:gd name="T50" fmla="*/ 37 w 283"/>
                <a:gd name="T51" fmla="*/ 82 h 114"/>
                <a:gd name="T52" fmla="*/ 25 w 283"/>
                <a:gd name="T53" fmla="*/ 77 h 114"/>
                <a:gd name="T54" fmla="*/ 18 w 283"/>
                <a:gd name="T55" fmla="*/ 2 h 114"/>
                <a:gd name="T56" fmla="*/ 76 w 283"/>
                <a:gd name="T57" fmla="*/ 55 h 114"/>
                <a:gd name="T58" fmla="*/ 22 w 283"/>
                <a:gd name="T59" fmla="*/ 87 h 114"/>
                <a:gd name="T60" fmla="*/ 220 w 283"/>
                <a:gd name="T61" fmla="*/ 0 h 114"/>
                <a:gd name="T62" fmla="*/ 215 w 283"/>
                <a:gd name="T63" fmla="*/ 0 h 114"/>
                <a:gd name="T64" fmla="*/ 147 w 283"/>
                <a:gd name="T65" fmla="*/ 52 h 114"/>
                <a:gd name="T66" fmla="*/ 84 w 283"/>
                <a:gd name="T67" fmla="*/ 52 h 114"/>
                <a:gd name="T68" fmla="*/ 16 w 283"/>
                <a:gd name="T69" fmla="*/ 0 h 114"/>
                <a:gd name="T70" fmla="*/ 14 w 283"/>
                <a:gd name="T71" fmla="*/ 113 h 114"/>
                <a:gd name="T72" fmla="*/ 35 w 283"/>
                <a:gd name="T73" fmla="*/ 113 h 114"/>
                <a:gd name="T74" fmla="*/ 66 w 283"/>
                <a:gd name="T75" fmla="*/ 89 h 114"/>
                <a:gd name="T76" fmla="*/ 81 w 283"/>
                <a:gd name="T77" fmla="*/ 89 h 114"/>
                <a:gd name="T78" fmla="*/ 90 w 283"/>
                <a:gd name="T79" fmla="*/ 89 h 114"/>
                <a:gd name="T80" fmla="*/ 112 w 283"/>
                <a:gd name="T81" fmla="*/ 113 h 114"/>
                <a:gd name="T82" fmla="*/ 142 w 283"/>
                <a:gd name="T83" fmla="*/ 89 h 114"/>
                <a:gd name="T84" fmla="*/ 170 w 283"/>
                <a:gd name="T85" fmla="*/ 89 h 114"/>
                <a:gd name="T86" fmla="*/ 190 w 283"/>
                <a:gd name="T87" fmla="*/ 113 h 114"/>
                <a:gd name="T88" fmla="*/ 210 w 283"/>
                <a:gd name="T89" fmla="*/ 108 h 114"/>
                <a:gd name="T90" fmla="*/ 266 w 283"/>
                <a:gd name="T91" fmla="*/ 89 h 114"/>
                <a:gd name="T92" fmla="*/ 220 w 283"/>
                <a:gd name="T9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83" h="114">
                  <a:moveTo>
                    <a:pt x="281" y="87"/>
                  </a:moveTo>
                  <a:cubicBezTo>
                    <a:pt x="266" y="87"/>
                    <a:pt x="266" y="87"/>
                    <a:pt x="266" y="87"/>
                  </a:cubicBezTo>
                  <a:cubicBezTo>
                    <a:pt x="269" y="77"/>
                    <a:pt x="269" y="77"/>
                    <a:pt x="269" y="77"/>
                  </a:cubicBezTo>
                  <a:cubicBezTo>
                    <a:pt x="239" y="77"/>
                    <a:pt x="239" y="77"/>
                    <a:pt x="239" y="77"/>
                  </a:cubicBezTo>
                  <a:cubicBezTo>
                    <a:pt x="237" y="87"/>
                    <a:pt x="237" y="87"/>
                    <a:pt x="237" y="87"/>
                  </a:cubicBezTo>
                  <a:cubicBezTo>
                    <a:pt x="222" y="87"/>
                    <a:pt x="222" y="87"/>
                    <a:pt x="222" y="87"/>
                  </a:cubicBezTo>
                  <a:cubicBezTo>
                    <a:pt x="222" y="85"/>
                    <a:pt x="222" y="85"/>
                    <a:pt x="222" y="85"/>
                  </a:cubicBezTo>
                  <a:cubicBezTo>
                    <a:pt x="223" y="84"/>
                    <a:pt x="223" y="83"/>
                    <a:pt x="223" y="81"/>
                  </a:cubicBezTo>
                  <a:cubicBezTo>
                    <a:pt x="226" y="71"/>
                    <a:pt x="233" y="60"/>
                    <a:pt x="244" y="60"/>
                  </a:cubicBezTo>
                  <a:cubicBezTo>
                    <a:pt x="249" y="60"/>
                    <a:pt x="254" y="62"/>
                    <a:pt x="253" y="69"/>
                  </a:cubicBezTo>
                  <a:cubicBezTo>
                    <a:pt x="271" y="69"/>
                    <a:pt x="271" y="69"/>
                    <a:pt x="271" y="69"/>
                  </a:cubicBezTo>
                  <a:cubicBezTo>
                    <a:pt x="272" y="66"/>
                    <a:pt x="273" y="61"/>
                    <a:pt x="269" y="56"/>
                  </a:cubicBezTo>
                  <a:cubicBezTo>
                    <a:pt x="266" y="51"/>
                    <a:pt x="258" y="48"/>
                    <a:pt x="248" y="48"/>
                  </a:cubicBezTo>
                  <a:cubicBezTo>
                    <a:pt x="241" y="48"/>
                    <a:pt x="231" y="50"/>
                    <a:pt x="222" y="55"/>
                  </a:cubicBezTo>
                  <a:cubicBezTo>
                    <a:pt x="222" y="2"/>
                    <a:pt x="222" y="2"/>
                    <a:pt x="222" y="2"/>
                  </a:cubicBezTo>
                  <a:cubicBezTo>
                    <a:pt x="281" y="2"/>
                    <a:pt x="281" y="2"/>
                    <a:pt x="281" y="2"/>
                  </a:cubicBezTo>
                  <a:cubicBezTo>
                    <a:pt x="281" y="87"/>
                    <a:pt x="281" y="87"/>
                    <a:pt x="281" y="87"/>
                  </a:cubicBezTo>
                  <a:cubicBezTo>
                    <a:pt x="281" y="87"/>
                    <a:pt x="281" y="87"/>
                    <a:pt x="281" y="87"/>
                  </a:cubicBezTo>
                  <a:close/>
                  <a:moveTo>
                    <a:pt x="246" y="101"/>
                  </a:moveTo>
                  <a:cubicBezTo>
                    <a:pt x="243" y="102"/>
                    <a:pt x="240" y="102"/>
                    <a:pt x="237" y="102"/>
                  </a:cubicBezTo>
                  <a:cubicBezTo>
                    <a:pt x="228" y="102"/>
                    <a:pt x="222" y="98"/>
                    <a:pt x="222" y="89"/>
                  </a:cubicBezTo>
                  <a:cubicBezTo>
                    <a:pt x="249" y="89"/>
                    <a:pt x="249" y="89"/>
                    <a:pt x="249" y="89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6" y="101"/>
                    <a:pt x="246" y="101"/>
                    <a:pt x="246" y="101"/>
                  </a:cubicBezTo>
                  <a:close/>
                  <a:moveTo>
                    <a:pt x="213" y="53"/>
                  </a:moveTo>
                  <a:cubicBezTo>
                    <a:pt x="213" y="65"/>
                    <a:pt x="213" y="65"/>
                    <a:pt x="213" y="65"/>
                  </a:cubicBezTo>
                  <a:cubicBezTo>
                    <a:pt x="209" y="71"/>
                    <a:pt x="206" y="77"/>
                    <a:pt x="205" y="82"/>
                  </a:cubicBezTo>
                  <a:cubicBezTo>
                    <a:pt x="204" y="83"/>
                    <a:pt x="204" y="85"/>
                    <a:pt x="204" y="87"/>
                  </a:cubicBezTo>
                  <a:cubicBezTo>
                    <a:pt x="195" y="87"/>
                    <a:pt x="195" y="87"/>
                    <a:pt x="195" y="87"/>
                  </a:cubicBezTo>
                  <a:cubicBezTo>
                    <a:pt x="203" y="52"/>
                    <a:pt x="203" y="52"/>
                    <a:pt x="203" y="52"/>
                  </a:cubicBezTo>
                  <a:cubicBezTo>
                    <a:pt x="178" y="52"/>
                    <a:pt x="178" y="52"/>
                    <a:pt x="178" y="52"/>
                  </a:cubicBezTo>
                  <a:cubicBezTo>
                    <a:pt x="156" y="87"/>
                    <a:pt x="156" y="87"/>
                    <a:pt x="156" y="87"/>
                  </a:cubicBezTo>
                  <a:cubicBezTo>
                    <a:pt x="154" y="87"/>
                    <a:pt x="154" y="87"/>
                    <a:pt x="154" y="87"/>
                  </a:cubicBezTo>
                  <a:cubicBezTo>
                    <a:pt x="154" y="2"/>
                    <a:pt x="154" y="2"/>
                    <a:pt x="154" y="2"/>
                  </a:cubicBezTo>
                  <a:cubicBezTo>
                    <a:pt x="213" y="2"/>
                    <a:pt x="213" y="2"/>
                    <a:pt x="213" y="2"/>
                  </a:cubicBezTo>
                  <a:cubicBezTo>
                    <a:pt x="213" y="53"/>
                    <a:pt x="213" y="53"/>
                    <a:pt x="213" y="53"/>
                  </a:cubicBezTo>
                  <a:cubicBezTo>
                    <a:pt x="213" y="53"/>
                    <a:pt x="213" y="53"/>
                    <a:pt x="213" y="53"/>
                  </a:cubicBezTo>
                  <a:close/>
                  <a:moveTo>
                    <a:pt x="180" y="87"/>
                  </a:moveTo>
                  <a:cubicBezTo>
                    <a:pt x="171" y="87"/>
                    <a:pt x="171" y="87"/>
                    <a:pt x="171" y="87"/>
                  </a:cubicBezTo>
                  <a:cubicBezTo>
                    <a:pt x="185" y="66"/>
                    <a:pt x="185" y="66"/>
                    <a:pt x="185" y="66"/>
                  </a:cubicBezTo>
                  <a:cubicBezTo>
                    <a:pt x="180" y="87"/>
                    <a:pt x="180" y="87"/>
                    <a:pt x="180" y="87"/>
                  </a:cubicBezTo>
                  <a:cubicBezTo>
                    <a:pt x="180" y="87"/>
                    <a:pt x="180" y="87"/>
                    <a:pt x="180" y="87"/>
                  </a:cubicBezTo>
                  <a:close/>
                  <a:moveTo>
                    <a:pt x="145" y="52"/>
                  </a:moveTo>
                  <a:cubicBezTo>
                    <a:pt x="130" y="52"/>
                    <a:pt x="130" y="52"/>
                    <a:pt x="130" y="52"/>
                  </a:cubicBezTo>
                  <a:cubicBezTo>
                    <a:pt x="120" y="87"/>
                    <a:pt x="120" y="87"/>
                    <a:pt x="120" y="87"/>
                  </a:cubicBezTo>
                  <a:cubicBezTo>
                    <a:pt x="104" y="87"/>
                    <a:pt x="104" y="87"/>
                    <a:pt x="104" y="87"/>
                  </a:cubicBezTo>
                  <a:cubicBezTo>
                    <a:pt x="112" y="84"/>
                    <a:pt x="117" y="78"/>
                    <a:pt x="119" y="70"/>
                  </a:cubicBezTo>
                  <a:cubicBezTo>
                    <a:pt x="120" y="64"/>
                    <a:pt x="119" y="59"/>
                    <a:pt x="117" y="56"/>
                  </a:cubicBezTo>
                  <a:cubicBezTo>
                    <a:pt x="113" y="51"/>
                    <a:pt x="105" y="52"/>
                    <a:pt x="98" y="52"/>
                  </a:cubicBezTo>
                  <a:cubicBezTo>
                    <a:pt x="97" y="52"/>
                    <a:pt x="86" y="52"/>
                    <a:pt x="86" y="52"/>
                  </a:cubicBezTo>
                  <a:cubicBezTo>
                    <a:pt x="86" y="2"/>
                    <a:pt x="86" y="2"/>
                    <a:pt x="86" y="2"/>
                  </a:cubicBezTo>
                  <a:cubicBezTo>
                    <a:pt x="145" y="2"/>
                    <a:pt x="145" y="2"/>
                    <a:pt x="145" y="2"/>
                  </a:cubicBezTo>
                  <a:cubicBezTo>
                    <a:pt x="145" y="52"/>
                    <a:pt x="145" y="52"/>
                    <a:pt x="145" y="52"/>
                  </a:cubicBezTo>
                  <a:cubicBezTo>
                    <a:pt x="145" y="52"/>
                    <a:pt x="145" y="52"/>
                    <a:pt x="145" y="52"/>
                  </a:cubicBezTo>
                  <a:close/>
                  <a:moveTo>
                    <a:pt x="135" y="87"/>
                  </a:moveTo>
                  <a:cubicBezTo>
                    <a:pt x="141" y="65"/>
                    <a:pt x="141" y="65"/>
                    <a:pt x="141" y="65"/>
                  </a:cubicBezTo>
                  <a:cubicBezTo>
                    <a:pt x="142" y="87"/>
                    <a:pt x="142" y="87"/>
                    <a:pt x="142" y="87"/>
                  </a:cubicBezTo>
                  <a:cubicBezTo>
                    <a:pt x="135" y="87"/>
                    <a:pt x="135" y="87"/>
                    <a:pt x="135" y="87"/>
                  </a:cubicBezTo>
                  <a:cubicBezTo>
                    <a:pt x="135" y="87"/>
                    <a:pt x="135" y="87"/>
                    <a:pt x="135" y="87"/>
                  </a:cubicBezTo>
                  <a:close/>
                  <a:moveTo>
                    <a:pt x="93" y="79"/>
                  </a:moveTo>
                  <a:cubicBezTo>
                    <a:pt x="93" y="79"/>
                    <a:pt x="93" y="79"/>
                    <a:pt x="93" y="79"/>
                  </a:cubicBezTo>
                  <a:cubicBezTo>
                    <a:pt x="92" y="79"/>
                    <a:pt x="91" y="79"/>
                    <a:pt x="91" y="79"/>
                  </a:cubicBezTo>
                  <a:cubicBezTo>
                    <a:pt x="90" y="79"/>
                    <a:pt x="89" y="79"/>
                    <a:pt x="89" y="79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69"/>
                    <a:pt x="87" y="69"/>
                    <a:pt x="87" y="69"/>
                  </a:cubicBezTo>
                  <a:cubicBezTo>
                    <a:pt x="89" y="62"/>
                    <a:pt x="89" y="62"/>
                    <a:pt x="89" y="62"/>
                  </a:cubicBezTo>
                  <a:cubicBezTo>
                    <a:pt x="90" y="62"/>
                    <a:pt x="91" y="62"/>
                    <a:pt x="92" y="62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100" y="62"/>
                    <a:pt x="103" y="62"/>
                    <a:pt x="104" y="63"/>
                  </a:cubicBezTo>
                  <a:cubicBezTo>
                    <a:pt x="105" y="65"/>
                    <a:pt x="105" y="67"/>
                    <a:pt x="104" y="70"/>
                  </a:cubicBezTo>
                  <a:cubicBezTo>
                    <a:pt x="102" y="75"/>
                    <a:pt x="100" y="78"/>
                    <a:pt x="93" y="79"/>
                  </a:cubicBezTo>
                  <a:moveTo>
                    <a:pt x="76" y="55"/>
                  </a:moveTo>
                  <a:cubicBezTo>
                    <a:pt x="75" y="58"/>
                    <a:pt x="75" y="58"/>
                    <a:pt x="75" y="58"/>
                  </a:cubicBezTo>
                  <a:cubicBezTo>
                    <a:pt x="67" y="86"/>
                    <a:pt x="67" y="86"/>
                    <a:pt x="67" y="86"/>
                  </a:cubicBezTo>
                  <a:cubicBezTo>
                    <a:pt x="67" y="87"/>
                    <a:pt x="67" y="87"/>
                    <a:pt x="67" y="87"/>
                  </a:cubicBezTo>
                  <a:cubicBezTo>
                    <a:pt x="39" y="87"/>
                    <a:pt x="39" y="87"/>
                    <a:pt x="39" y="87"/>
                  </a:cubicBezTo>
                  <a:cubicBezTo>
                    <a:pt x="37" y="82"/>
                    <a:pt x="37" y="82"/>
                    <a:pt x="37" y="82"/>
                  </a:cubicBezTo>
                  <a:cubicBezTo>
                    <a:pt x="67" y="52"/>
                    <a:pt x="67" y="52"/>
                    <a:pt x="67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6" y="55"/>
                    <a:pt x="76" y="55"/>
                    <a:pt x="76" y="55"/>
                  </a:cubicBezTo>
                  <a:cubicBezTo>
                    <a:pt x="76" y="55"/>
                    <a:pt x="76" y="55"/>
                    <a:pt x="76" y="55"/>
                  </a:cubicBezTo>
                  <a:close/>
                  <a:moveTo>
                    <a:pt x="22" y="87"/>
                  </a:move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lose/>
                  <a:moveTo>
                    <a:pt x="220" y="0"/>
                  </a:moveTo>
                  <a:cubicBezTo>
                    <a:pt x="220" y="57"/>
                    <a:pt x="220" y="57"/>
                    <a:pt x="220" y="57"/>
                  </a:cubicBezTo>
                  <a:cubicBezTo>
                    <a:pt x="218" y="59"/>
                    <a:pt x="216" y="60"/>
                    <a:pt x="215" y="62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2" y="52"/>
                    <a:pt x="152" y="52"/>
                    <a:pt x="152" y="52"/>
                  </a:cubicBezTo>
                  <a:cubicBezTo>
                    <a:pt x="147" y="52"/>
                    <a:pt x="147" y="52"/>
                    <a:pt x="147" y="52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3" y="89"/>
                    <a:pt x="23" y="89"/>
                    <a:pt x="23" y="89"/>
                  </a:cubicBezTo>
                  <a:cubicBezTo>
                    <a:pt x="35" y="113"/>
                    <a:pt x="35" y="113"/>
                    <a:pt x="35" y="113"/>
                  </a:cubicBezTo>
                  <a:cubicBezTo>
                    <a:pt x="52" y="113"/>
                    <a:pt x="52" y="113"/>
                    <a:pt x="52" y="113"/>
                  </a:cubicBezTo>
                  <a:cubicBezTo>
                    <a:pt x="40" y="89"/>
                    <a:pt x="40" y="89"/>
                    <a:pt x="40" y="89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59" y="113"/>
                    <a:pt x="59" y="113"/>
                    <a:pt x="59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112" y="113"/>
                    <a:pt x="112" y="113"/>
                    <a:pt x="112" y="113"/>
                  </a:cubicBezTo>
                  <a:cubicBezTo>
                    <a:pt x="128" y="113"/>
                    <a:pt x="128" y="113"/>
                    <a:pt x="128" y="113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42" y="89"/>
                    <a:pt x="142" y="89"/>
                    <a:pt x="142" y="89"/>
                  </a:cubicBezTo>
                  <a:cubicBezTo>
                    <a:pt x="142" y="113"/>
                    <a:pt x="142" y="113"/>
                    <a:pt x="142" y="113"/>
                  </a:cubicBezTo>
                  <a:cubicBezTo>
                    <a:pt x="155" y="113"/>
                    <a:pt x="155" y="113"/>
                    <a:pt x="155" y="113"/>
                  </a:cubicBezTo>
                  <a:cubicBezTo>
                    <a:pt x="170" y="89"/>
                    <a:pt x="170" y="89"/>
                    <a:pt x="170" y="89"/>
                  </a:cubicBezTo>
                  <a:cubicBezTo>
                    <a:pt x="180" y="89"/>
                    <a:pt x="180" y="89"/>
                    <a:pt x="180" y="89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90" y="113"/>
                    <a:pt x="190" y="113"/>
                    <a:pt x="190" y="113"/>
                  </a:cubicBezTo>
                  <a:cubicBezTo>
                    <a:pt x="195" y="89"/>
                    <a:pt x="195" y="89"/>
                    <a:pt x="195" y="89"/>
                  </a:cubicBezTo>
                  <a:cubicBezTo>
                    <a:pt x="204" y="89"/>
                    <a:pt x="204" y="89"/>
                    <a:pt x="204" y="89"/>
                  </a:cubicBezTo>
                  <a:cubicBezTo>
                    <a:pt x="203" y="96"/>
                    <a:pt x="205" y="103"/>
                    <a:pt x="210" y="108"/>
                  </a:cubicBezTo>
                  <a:cubicBezTo>
                    <a:pt x="216" y="113"/>
                    <a:pt x="225" y="114"/>
                    <a:pt x="232" y="114"/>
                  </a:cubicBezTo>
                  <a:cubicBezTo>
                    <a:pt x="241" y="114"/>
                    <a:pt x="251" y="113"/>
                    <a:pt x="260" y="111"/>
                  </a:cubicBezTo>
                  <a:cubicBezTo>
                    <a:pt x="266" y="89"/>
                    <a:pt x="266" y="89"/>
                    <a:pt x="266" y="89"/>
                  </a:cubicBezTo>
                  <a:cubicBezTo>
                    <a:pt x="283" y="89"/>
                    <a:pt x="283" y="89"/>
                    <a:pt x="283" y="89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220" y="0"/>
                    <a:pt x="220" y="0"/>
                    <a:pt x="2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Freeform 19">
              <a:extLst>
                <a:ext uri="{FF2B5EF4-FFF2-40B4-BE49-F238E27FC236}">
                  <a16:creationId xmlns:a16="http://schemas.microsoft.com/office/drawing/2014/main" id="{C5CCCCF1-8E34-4341-A6C5-97CC39680E55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1008000" y="742622"/>
              <a:ext cx="911399" cy="371311"/>
            </a:xfrm>
            <a:custGeom>
              <a:avLst/>
              <a:gdLst>
                <a:gd name="T0" fmla="*/ 269 w 283"/>
                <a:gd name="T1" fmla="*/ 77 h 114"/>
                <a:gd name="T2" fmla="*/ 222 w 283"/>
                <a:gd name="T3" fmla="*/ 87 h 114"/>
                <a:gd name="T4" fmla="*/ 244 w 283"/>
                <a:gd name="T5" fmla="*/ 60 h 114"/>
                <a:gd name="T6" fmla="*/ 269 w 283"/>
                <a:gd name="T7" fmla="*/ 56 h 114"/>
                <a:gd name="T8" fmla="*/ 222 w 283"/>
                <a:gd name="T9" fmla="*/ 2 h 114"/>
                <a:gd name="T10" fmla="*/ 281 w 283"/>
                <a:gd name="T11" fmla="*/ 87 h 114"/>
                <a:gd name="T12" fmla="*/ 222 w 283"/>
                <a:gd name="T13" fmla="*/ 89 h 114"/>
                <a:gd name="T14" fmla="*/ 246 w 283"/>
                <a:gd name="T15" fmla="*/ 101 h 114"/>
                <a:gd name="T16" fmla="*/ 205 w 283"/>
                <a:gd name="T17" fmla="*/ 82 h 114"/>
                <a:gd name="T18" fmla="*/ 203 w 283"/>
                <a:gd name="T19" fmla="*/ 52 h 114"/>
                <a:gd name="T20" fmla="*/ 154 w 283"/>
                <a:gd name="T21" fmla="*/ 87 h 114"/>
                <a:gd name="T22" fmla="*/ 213 w 283"/>
                <a:gd name="T23" fmla="*/ 53 h 114"/>
                <a:gd name="T24" fmla="*/ 171 w 283"/>
                <a:gd name="T25" fmla="*/ 87 h 114"/>
                <a:gd name="T26" fmla="*/ 180 w 283"/>
                <a:gd name="T27" fmla="*/ 87 h 114"/>
                <a:gd name="T28" fmla="*/ 120 w 283"/>
                <a:gd name="T29" fmla="*/ 87 h 114"/>
                <a:gd name="T30" fmla="*/ 117 w 283"/>
                <a:gd name="T31" fmla="*/ 56 h 114"/>
                <a:gd name="T32" fmla="*/ 86 w 283"/>
                <a:gd name="T33" fmla="*/ 2 h 114"/>
                <a:gd name="T34" fmla="*/ 145 w 283"/>
                <a:gd name="T35" fmla="*/ 52 h 114"/>
                <a:gd name="T36" fmla="*/ 142 w 283"/>
                <a:gd name="T37" fmla="*/ 87 h 114"/>
                <a:gd name="T38" fmla="*/ 93 w 283"/>
                <a:gd name="T39" fmla="*/ 79 h 114"/>
                <a:gd name="T40" fmla="*/ 89 w 283"/>
                <a:gd name="T41" fmla="*/ 79 h 114"/>
                <a:gd name="T42" fmla="*/ 87 w 283"/>
                <a:gd name="T43" fmla="*/ 69 h 114"/>
                <a:gd name="T44" fmla="*/ 95 w 283"/>
                <a:gd name="T45" fmla="*/ 62 h 114"/>
                <a:gd name="T46" fmla="*/ 93 w 283"/>
                <a:gd name="T47" fmla="*/ 79 h 114"/>
                <a:gd name="T48" fmla="*/ 67 w 283"/>
                <a:gd name="T49" fmla="*/ 86 h 114"/>
                <a:gd name="T50" fmla="*/ 37 w 283"/>
                <a:gd name="T51" fmla="*/ 82 h 114"/>
                <a:gd name="T52" fmla="*/ 25 w 283"/>
                <a:gd name="T53" fmla="*/ 77 h 114"/>
                <a:gd name="T54" fmla="*/ 18 w 283"/>
                <a:gd name="T55" fmla="*/ 2 h 114"/>
                <a:gd name="T56" fmla="*/ 76 w 283"/>
                <a:gd name="T57" fmla="*/ 55 h 114"/>
                <a:gd name="T58" fmla="*/ 22 w 283"/>
                <a:gd name="T59" fmla="*/ 87 h 114"/>
                <a:gd name="T60" fmla="*/ 220 w 283"/>
                <a:gd name="T61" fmla="*/ 0 h 114"/>
                <a:gd name="T62" fmla="*/ 215 w 283"/>
                <a:gd name="T63" fmla="*/ 0 h 114"/>
                <a:gd name="T64" fmla="*/ 147 w 283"/>
                <a:gd name="T65" fmla="*/ 52 h 114"/>
                <a:gd name="T66" fmla="*/ 84 w 283"/>
                <a:gd name="T67" fmla="*/ 52 h 114"/>
                <a:gd name="T68" fmla="*/ 16 w 283"/>
                <a:gd name="T69" fmla="*/ 0 h 114"/>
                <a:gd name="T70" fmla="*/ 14 w 283"/>
                <a:gd name="T71" fmla="*/ 113 h 114"/>
                <a:gd name="T72" fmla="*/ 35 w 283"/>
                <a:gd name="T73" fmla="*/ 113 h 114"/>
                <a:gd name="T74" fmla="*/ 66 w 283"/>
                <a:gd name="T75" fmla="*/ 89 h 114"/>
                <a:gd name="T76" fmla="*/ 81 w 283"/>
                <a:gd name="T77" fmla="*/ 89 h 114"/>
                <a:gd name="T78" fmla="*/ 90 w 283"/>
                <a:gd name="T79" fmla="*/ 89 h 114"/>
                <a:gd name="T80" fmla="*/ 112 w 283"/>
                <a:gd name="T81" fmla="*/ 113 h 114"/>
                <a:gd name="T82" fmla="*/ 142 w 283"/>
                <a:gd name="T83" fmla="*/ 89 h 114"/>
                <a:gd name="T84" fmla="*/ 170 w 283"/>
                <a:gd name="T85" fmla="*/ 89 h 114"/>
                <a:gd name="T86" fmla="*/ 190 w 283"/>
                <a:gd name="T87" fmla="*/ 113 h 114"/>
                <a:gd name="T88" fmla="*/ 210 w 283"/>
                <a:gd name="T89" fmla="*/ 108 h 114"/>
                <a:gd name="T90" fmla="*/ 266 w 283"/>
                <a:gd name="T91" fmla="*/ 89 h 114"/>
                <a:gd name="T92" fmla="*/ 220 w 283"/>
                <a:gd name="T9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83" h="114">
                  <a:moveTo>
                    <a:pt x="281" y="87"/>
                  </a:moveTo>
                  <a:cubicBezTo>
                    <a:pt x="266" y="87"/>
                    <a:pt x="266" y="87"/>
                    <a:pt x="266" y="87"/>
                  </a:cubicBezTo>
                  <a:cubicBezTo>
                    <a:pt x="269" y="77"/>
                    <a:pt x="269" y="77"/>
                    <a:pt x="269" y="77"/>
                  </a:cubicBezTo>
                  <a:cubicBezTo>
                    <a:pt x="239" y="77"/>
                    <a:pt x="239" y="77"/>
                    <a:pt x="239" y="77"/>
                  </a:cubicBezTo>
                  <a:cubicBezTo>
                    <a:pt x="237" y="87"/>
                    <a:pt x="237" y="87"/>
                    <a:pt x="237" y="87"/>
                  </a:cubicBezTo>
                  <a:cubicBezTo>
                    <a:pt x="222" y="87"/>
                    <a:pt x="222" y="87"/>
                    <a:pt x="222" y="87"/>
                  </a:cubicBezTo>
                  <a:cubicBezTo>
                    <a:pt x="222" y="85"/>
                    <a:pt x="222" y="85"/>
                    <a:pt x="222" y="85"/>
                  </a:cubicBezTo>
                  <a:cubicBezTo>
                    <a:pt x="223" y="84"/>
                    <a:pt x="223" y="83"/>
                    <a:pt x="223" y="81"/>
                  </a:cubicBezTo>
                  <a:cubicBezTo>
                    <a:pt x="226" y="71"/>
                    <a:pt x="233" y="60"/>
                    <a:pt x="244" y="60"/>
                  </a:cubicBezTo>
                  <a:cubicBezTo>
                    <a:pt x="249" y="60"/>
                    <a:pt x="254" y="62"/>
                    <a:pt x="253" y="69"/>
                  </a:cubicBezTo>
                  <a:cubicBezTo>
                    <a:pt x="271" y="69"/>
                    <a:pt x="271" y="69"/>
                    <a:pt x="271" y="69"/>
                  </a:cubicBezTo>
                  <a:cubicBezTo>
                    <a:pt x="272" y="66"/>
                    <a:pt x="273" y="61"/>
                    <a:pt x="269" y="56"/>
                  </a:cubicBezTo>
                  <a:cubicBezTo>
                    <a:pt x="266" y="51"/>
                    <a:pt x="258" y="48"/>
                    <a:pt x="248" y="48"/>
                  </a:cubicBezTo>
                  <a:cubicBezTo>
                    <a:pt x="241" y="48"/>
                    <a:pt x="231" y="50"/>
                    <a:pt x="222" y="55"/>
                  </a:cubicBezTo>
                  <a:cubicBezTo>
                    <a:pt x="222" y="2"/>
                    <a:pt x="222" y="2"/>
                    <a:pt x="222" y="2"/>
                  </a:cubicBezTo>
                  <a:cubicBezTo>
                    <a:pt x="281" y="2"/>
                    <a:pt x="281" y="2"/>
                    <a:pt x="281" y="2"/>
                  </a:cubicBezTo>
                  <a:cubicBezTo>
                    <a:pt x="281" y="87"/>
                    <a:pt x="281" y="87"/>
                    <a:pt x="281" y="87"/>
                  </a:cubicBezTo>
                  <a:cubicBezTo>
                    <a:pt x="281" y="87"/>
                    <a:pt x="281" y="87"/>
                    <a:pt x="281" y="87"/>
                  </a:cubicBezTo>
                  <a:close/>
                  <a:moveTo>
                    <a:pt x="246" y="101"/>
                  </a:moveTo>
                  <a:cubicBezTo>
                    <a:pt x="243" y="102"/>
                    <a:pt x="240" y="102"/>
                    <a:pt x="237" y="102"/>
                  </a:cubicBezTo>
                  <a:cubicBezTo>
                    <a:pt x="228" y="102"/>
                    <a:pt x="222" y="98"/>
                    <a:pt x="222" y="89"/>
                  </a:cubicBezTo>
                  <a:cubicBezTo>
                    <a:pt x="249" y="89"/>
                    <a:pt x="249" y="89"/>
                    <a:pt x="249" y="89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6" y="101"/>
                    <a:pt x="246" y="101"/>
                    <a:pt x="246" y="101"/>
                  </a:cubicBezTo>
                  <a:close/>
                  <a:moveTo>
                    <a:pt x="213" y="53"/>
                  </a:moveTo>
                  <a:cubicBezTo>
                    <a:pt x="213" y="65"/>
                    <a:pt x="213" y="65"/>
                    <a:pt x="213" y="65"/>
                  </a:cubicBezTo>
                  <a:cubicBezTo>
                    <a:pt x="209" y="71"/>
                    <a:pt x="206" y="77"/>
                    <a:pt x="205" y="82"/>
                  </a:cubicBezTo>
                  <a:cubicBezTo>
                    <a:pt x="204" y="83"/>
                    <a:pt x="204" y="85"/>
                    <a:pt x="204" y="87"/>
                  </a:cubicBezTo>
                  <a:cubicBezTo>
                    <a:pt x="195" y="87"/>
                    <a:pt x="195" y="87"/>
                    <a:pt x="195" y="87"/>
                  </a:cubicBezTo>
                  <a:cubicBezTo>
                    <a:pt x="203" y="52"/>
                    <a:pt x="203" y="52"/>
                    <a:pt x="203" y="52"/>
                  </a:cubicBezTo>
                  <a:cubicBezTo>
                    <a:pt x="178" y="52"/>
                    <a:pt x="178" y="52"/>
                    <a:pt x="178" y="52"/>
                  </a:cubicBezTo>
                  <a:cubicBezTo>
                    <a:pt x="156" y="87"/>
                    <a:pt x="156" y="87"/>
                    <a:pt x="156" y="87"/>
                  </a:cubicBezTo>
                  <a:cubicBezTo>
                    <a:pt x="154" y="87"/>
                    <a:pt x="154" y="87"/>
                    <a:pt x="154" y="87"/>
                  </a:cubicBezTo>
                  <a:cubicBezTo>
                    <a:pt x="154" y="2"/>
                    <a:pt x="154" y="2"/>
                    <a:pt x="154" y="2"/>
                  </a:cubicBezTo>
                  <a:cubicBezTo>
                    <a:pt x="213" y="2"/>
                    <a:pt x="213" y="2"/>
                    <a:pt x="213" y="2"/>
                  </a:cubicBezTo>
                  <a:cubicBezTo>
                    <a:pt x="213" y="53"/>
                    <a:pt x="213" y="53"/>
                    <a:pt x="213" y="53"/>
                  </a:cubicBezTo>
                  <a:cubicBezTo>
                    <a:pt x="213" y="53"/>
                    <a:pt x="213" y="53"/>
                    <a:pt x="213" y="53"/>
                  </a:cubicBezTo>
                  <a:close/>
                  <a:moveTo>
                    <a:pt x="180" y="87"/>
                  </a:moveTo>
                  <a:cubicBezTo>
                    <a:pt x="171" y="87"/>
                    <a:pt x="171" y="87"/>
                    <a:pt x="171" y="87"/>
                  </a:cubicBezTo>
                  <a:cubicBezTo>
                    <a:pt x="185" y="66"/>
                    <a:pt x="185" y="66"/>
                    <a:pt x="185" y="66"/>
                  </a:cubicBezTo>
                  <a:cubicBezTo>
                    <a:pt x="180" y="87"/>
                    <a:pt x="180" y="87"/>
                    <a:pt x="180" y="87"/>
                  </a:cubicBezTo>
                  <a:cubicBezTo>
                    <a:pt x="180" y="87"/>
                    <a:pt x="180" y="87"/>
                    <a:pt x="180" y="87"/>
                  </a:cubicBezTo>
                  <a:close/>
                  <a:moveTo>
                    <a:pt x="145" y="52"/>
                  </a:moveTo>
                  <a:cubicBezTo>
                    <a:pt x="130" y="52"/>
                    <a:pt x="130" y="52"/>
                    <a:pt x="130" y="52"/>
                  </a:cubicBezTo>
                  <a:cubicBezTo>
                    <a:pt x="120" y="87"/>
                    <a:pt x="120" y="87"/>
                    <a:pt x="120" y="87"/>
                  </a:cubicBezTo>
                  <a:cubicBezTo>
                    <a:pt x="104" y="87"/>
                    <a:pt x="104" y="87"/>
                    <a:pt x="104" y="87"/>
                  </a:cubicBezTo>
                  <a:cubicBezTo>
                    <a:pt x="112" y="84"/>
                    <a:pt x="117" y="78"/>
                    <a:pt x="119" y="70"/>
                  </a:cubicBezTo>
                  <a:cubicBezTo>
                    <a:pt x="120" y="64"/>
                    <a:pt x="119" y="59"/>
                    <a:pt x="117" y="56"/>
                  </a:cubicBezTo>
                  <a:cubicBezTo>
                    <a:pt x="113" y="51"/>
                    <a:pt x="105" y="52"/>
                    <a:pt x="98" y="52"/>
                  </a:cubicBezTo>
                  <a:cubicBezTo>
                    <a:pt x="97" y="52"/>
                    <a:pt x="86" y="52"/>
                    <a:pt x="86" y="52"/>
                  </a:cubicBezTo>
                  <a:cubicBezTo>
                    <a:pt x="86" y="2"/>
                    <a:pt x="86" y="2"/>
                    <a:pt x="86" y="2"/>
                  </a:cubicBezTo>
                  <a:cubicBezTo>
                    <a:pt x="145" y="2"/>
                    <a:pt x="145" y="2"/>
                    <a:pt x="145" y="2"/>
                  </a:cubicBezTo>
                  <a:cubicBezTo>
                    <a:pt x="145" y="52"/>
                    <a:pt x="145" y="52"/>
                    <a:pt x="145" y="52"/>
                  </a:cubicBezTo>
                  <a:cubicBezTo>
                    <a:pt x="145" y="52"/>
                    <a:pt x="145" y="52"/>
                    <a:pt x="145" y="52"/>
                  </a:cubicBezTo>
                  <a:close/>
                  <a:moveTo>
                    <a:pt x="135" y="87"/>
                  </a:moveTo>
                  <a:cubicBezTo>
                    <a:pt x="141" y="65"/>
                    <a:pt x="141" y="65"/>
                    <a:pt x="141" y="65"/>
                  </a:cubicBezTo>
                  <a:cubicBezTo>
                    <a:pt x="142" y="87"/>
                    <a:pt x="142" y="87"/>
                    <a:pt x="142" y="87"/>
                  </a:cubicBezTo>
                  <a:cubicBezTo>
                    <a:pt x="135" y="87"/>
                    <a:pt x="135" y="87"/>
                    <a:pt x="135" y="87"/>
                  </a:cubicBezTo>
                  <a:cubicBezTo>
                    <a:pt x="135" y="87"/>
                    <a:pt x="135" y="87"/>
                    <a:pt x="135" y="87"/>
                  </a:cubicBezTo>
                  <a:close/>
                  <a:moveTo>
                    <a:pt x="93" y="79"/>
                  </a:moveTo>
                  <a:cubicBezTo>
                    <a:pt x="93" y="79"/>
                    <a:pt x="93" y="79"/>
                    <a:pt x="93" y="79"/>
                  </a:cubicBezTo>
                  <a:cubicBezTo>
                    <a:pt x="92" y="79"/>
                    <a:pt x="91" y="79"/>
                    <a:pt x="91" y="79"/>
                  </a:cubicBezTo>
                  <a:cubicBezTo>
                    <a:pt x="90" y="79"/>
                    <a:pt x="89" y="79"/>
                    <a:pt x="89" y="79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69"/>
                    <a:pt x="87" y="69"/>
                    <a:pt x="87" y="69"/>
                  </a:cubicBezTo>
                  <a:cubicBezTo>
                    <a:pt x="89" y="62"/>
                    <a:pt x="89" y="62"/>
                    <a:pt x="89" y="62"/>
                  </a:cubicBezTo>
                  <a:cubicBezTo>
                    <a:pt x="90" y="62"/>
                    <a:pt x="91" y="62"/>
                    <a:pt x="92" y="62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100" y="62"/>
                    <a:pt x="103" y="62"/>
                    <a:pt x="104" y="63"/>
                  </a:cubicBezTo>
                  <a:cubicBezTo>
                    <a:pt x="105" y="65"/>
                    <a:pt x="105" y="67"/>
                    <a:pt x="104" y="70"/>
                  </a:cubicBezTo>
                  <a:cubicBezTo>
                    <a:pt x="102" y="75"/>
                    <a:pt x="100" y="78"/>
                    <a:pt x="93" y="79"/>
                  </a:cubicBezTo>
                  <a:moveTo>
                    <a:pt x="76" y="55"/>
                  </a:moveTo>
                  <a:cubicBezTo>
                    <a:pt x="75" y="58"/>
                    <a:pt x="75" y="58"/>
                    <a:pt x="75" y="58"/>
                  </a:cubicBezTo>
                  <a:cubicBezTo>
                    <a:pt x="67" y="86"/>
                    <a:pt x="67" y="86"/>
                    <a:pt x="67" y="86"/>
                  </a:cubicBezTo>
                  <a:cubicBezTo>
                    <a:pt x="67" y="87"/>
                    <a:pt x="67" y="87"/>
                    <a:pt x="67" y="87"/>
                  </a:cubicBezTo>
                  <a:cubicBezTo>
                    <a:pt x="39" y="87"/>
                    <a:pt x="39" y="87"/>
                    <a:pt x="39" y="87"/>
                  </a:cubicBezTo>
                  <a:cubicBezTo>
                    <a:pt x="37" y="82"/>
                    <a:pt x="37" y="82"/>
                    <a:pt x="37" y="82"/>
                  </a:cubicBezTo>
                  <a:cubicBezTo>
                    <a:pt x="67" y="52"/>
                    <a:pt x="67" y="52"/>
                    <a:pt x="67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6" y="55"/>
                    <a:pt x="76" y="55"/>
                    <a:pt x="76" y="55"/>
                  </a:cubicBezTo>
                  <a:cubicBezTo>
                    <a:pt x="76" y="55"/>
                    <a:pt x="76" y="55"/>
                    <a:pt x="76" y="55"/>
                  </a:cubicBezTo>
                  <a:close/>
                  <a:moveTo>
                    <a:pt x="22" y="87"/>
                  </a:move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lose/>
                  <a:moveTo>
                    <a:pt x="220" y="0"/>
                  </a:moveTo>
                  <a:cubicBezTo>
                    <a:pt x="220" y="57"/>
                    <a:pt x="220" y="57"/>
                    <a:pt x="220" y="57"/>
                  </a:cubicBezTo>
                  <a:cubicBezTo>
                    <a:pt x="218" y="59"/>
                    <a:pt x="216" y="60"/>
                    <a:pt x="215" y="62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2" y="52"/>
                    <a:pt x="152" y="52"/>
                    <a:pt x="152" y="52"/>
                  </a:cubicBezTo>
                  <a:cubicBezTo>
                    <a:pt x="147" y="52"/>
                    <a:pt x="147" y="52"/>
                    <a:pt x="147" y="52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3" y="89"/>
                    <a:pt x="23" y="89"/>
                    <a:pt x="23" y="89"/>
                  </a:cubicBezTo>
                  <a:cubicBezTo>
                    <a:pt x="35" y="113"/>
                    <a:pt x="35" y="113"/>
                    <a:pt x="35" y="113"/>
                  </a:cubicBezTo>
                  <a:cubicBezTo>
                    <a:pt x="52" y="113"/>
                    <a:pt x="52" y="113"/>
                    <a:pt x="52" y="113"/>
                  </a:cubicBezTo>
                  <a:cubicBezTo>
                    <a:pt x="40" y="89"/>
                    <a:pt x="40" y="89"/>
                    <a:pt x="40" y="89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59" y="113"/>
                    <a:pt x="59" y="113"/>
                    <a:pt x="59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112" y="113"/>
                    <a:pt x="112" y="113"/>
                    <a:pt x="112" y="113"/>
                  </a:cubicBezTo>
                  <a:cubicBezTo>
                    <a:pt x="128" y="113"/>
                    <a:pt x="128" y="113"/>
                    <a:pt x="128" y="113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42" y="89"/>
                    <a:pt x="142" y="89"/>
                    <a:pt x="142" y="89"/>
                  </a:cubicBezTo>
                  <a:cubicBezTo>
                    <a:pt x="142" y="113"/>
                    <a:pt x="142" y="113"/>
                    <a:pt x="142" y="113"/>
                  </a:cubicBezTo>
                  <a:cubicBezTo>
                    <a:pt x="155" y="113"/>
                    <a:pt x="155" y="113"/>
                    <a:pt x="155" y="113"/>
                  </a:cubicBezTo>
                  <a:cubicBezTo>
                    <a:pt x="170" y="89"/>
                    <a:pt x="170" y="89"/>
                    <a:pt x="170" y="89"/>
                  </a:cubicBezTo>
                  <a:cubicBezTo>
                    <a:pt x="180" y="89"/>
                    <a:pt x="180" y="89"/>
                    <a:pt x="180" y="89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90" y="113"/>
                    <a:pt x="190" y="113"/>
                    <a:pt x="190" y="113"/>
                  </a:cubicBezTo>
                  <a:cubicBezTo>
                    <a:pt x="195" y="89"/>
                    <a:pt x="195" y="89"/>
                    <a:pt x="195" y="89"/>
                  </a:cubicBezTo>
                  <a:cubicBezTo>
                    <a:pt x="204" y="89"/>
                    <a:pt x="204" y="89"/>
                    <a:pt x="204" y="89"/>
                  </a:cubicBezTo>
                  <a:cubicBezTo>
                    <a:pt x="203" y="96"/>
                    <a:pt x="205" y="103"/>
                    <a:pt x="210" y="108"/>
                  </a:cubicBezTo>
                  <a:cubicBezTo>
                    <a:pt x="216" y="113"/>
                    <a:pt x="225" y="114"/>
                    <a:pt x="232" y="114"/>
                  </a:cubicBezTo>
                  <a:cubicBezTo>
                    <a:pt x="241" y="114"/>
                    <a:pt x="251" y="113"/>
                    <a:pt x="260" y="111"/>
                  </a:cubicBezTo>
                  <a:cubicBezTo>
                    <a:pt x="266" y="89"/>
                    <a:pt x="266" y="89"/>
                    <a:pt x="266" y="89"/>
                  </a:cubicBezTo>
                  <a:cubicBezTo>
                    <a:pt x="283" y="89"/>
                    <a:pt x="283" y="89"/>
                    <a:pt x="283" y="89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220" y="0"/>
                    <a:pt x="220" y="0"/>
                    <a:pt x="2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Freeform 19">
              <a:extLst>
                <a:ext uri="{FF2B5EF4-FFF2-40B4-BE49-F238E27FC236}">
                  <a16:creationId xmlns:a16="http://schemas.microsoft.com/office/drawing/2014/main" id="{162D722E-1D64-4D54-98B6-8466501BFD3D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1008000" y="1113933"/>
              <a:ext cx="911399" cy="371311"/>
            </a:xfrm>
            <a:custGeom>
              <a:avLst/>
              <a:gdLst>
                <a:gd name="T0" fmla="*/ 269 w 283"/>
                <a:gd name="T1" fmla="*/ 77 h 114"/>
                <a:gd name="T2" fmla="*/ 222 w 283"/>
                <a:gd name="T3" fmla="*/ 87 h 114"/>
                <a:gd name="T4" fmla="*/ 244 w 283"/>
                <a:gd name="T5" fmla="*/ 60 h 114"/>
                <a:gd name="T6" fmla="*/ 269 w 283"/>
                <a:gd name="T7" fmla="*/ 56 h 114"/>
                <a:gd name="T8" fmla="*/ 222 w 283"/>
                <a:gd name="T9" fmla="*/ 2 h 114"/>
                <a:gd name="T10" fmla="*/ 281 w 283"/>
                <a:gd name="T11" fmla="*/ 87 h 114"/>
                <a:gd name="T12" fmla="*/ 222 w 283"/>
                <a:gd name="T13" fmla="*/ 89 h 114"/>
                <a:gd name="T14" fmla="*/ 246 w 283"/>
                <a:gd name="T15" fmla="*/ 101 h 114"/>
                <a:gd name="T16" fmla="*/ 205 w 283"/>
                <a:gd name="T17" fmla="*/ 82 h 114"/>
                <a:gd name="T18" fmla="*/ 203 w 283"/>
                <a:gd name="T19" fmla="*/ 52 h 114"/>
                <a:gd name="T20" fmla="*/ 154 w 283"/>
                <a:gd name="T21" fmla="*/ 87 h 114"/>
                <a:gd name="T22" fmla="*/ 213 w 283"/>
                <a:gd name="T23" fmla="*/ 53 h 114"/>
                <a:gd name="T24" fmla="*/ 171 w 283"/>
                <a:gd name="T25" fmla="*/ 87 h 114"/>
                <a:gd name="T26" fmla="*/ 180 w 283"/>
                <a:gd name="T27" fmla="*/ 87 h 114"/>
                <a:gd name="T28" fmla="*/ 120 w 283"/>
                <a:gd name="T29" fmla="*/ 87 h 114"/>
                <a:gd name="T30" fmla="*/ 117 w 283"/>
                <a:gd name="T31" fmla="*/ 56 h 114"/>
                <a:gd name="T32" fmla="*/ 86 w 283"/>
                <a:gd name="T33" fmla="*/ 2 h 114"/>
                <a:gd name="T34" fmla="*/ 145 w 283"/>
                <a:gd name="T35" fmla="*/ 52 h 114"/>
                <a:gd name="T36" fmla="*/ 142 w 283"/>
                <a:gd name="T37" fmla="*/ 87 h 114"/>
                <a:gd name="T38" fmla="*/ 93 w 283"/>
                <a:gd name="T39" fmla="*/ 79 h 114"/>
                <a:gd name="T40" fmla="*/ 89 w 283"/>
                <a:gd name="T41" fmla="*/ 79 h 114"/>
                <a:gd name="T42" fmla="*/ 87 w 283"/>
                <a:gd name="T43" fmla="*/ 69 h 114"/>
                <a:gd name="T44" fmla="*/ 95 w 283"/>
                <a:gd name="T45" fmla="*/ 62 h 114"/>
                <a:gd name="T46" fmla="*/ 93 w 283"/>
                <a:gd name="T47" fmla="*/ 79 h 114"/>
                <a:gd name="T48" fmla="*/ 67 w 283"/>
                <a:gd name="T49" fmla="*/ 86 h 114"/>
                <a:gd name="T50" fmla="*/ 37 w 283"/>
                <a:gd name="T51" fmla="*/ 82 h 114"/>
                <a:gd name="T52" fmla="*/ 25 w 283"/>
                <a:gd name="T53" fmla="*/ 77 h 114"/>
                <a:gd name="T54" fmla="*/ 18 w 283"/>
                <a:gd name="T55" fmla="*/ 2 h 114"/>
                <a:gd name="T56" fmla="*/ 76 w 283"/>
                <a:gd name="T57" fmla="*/ 55 h 114"/>
                <a:gd name="T58" fmla="*/ 22 w 283"/>
                <a:gd name="T59" fmla="*/ 87 h 114"/>
                <a:gd name="T60" fmla="*/ 220 w 283"/>
                <a:gd name="T61" fmla="*/ 0 h 114"/>
                <a:gd name="T62" fmla="*/ 215 w 283"/>
                <a:gd name="T63" fmla="*/ 0 h 114"/>
                <a:gd name="T64" fmla="*/ 147 w 283"/>
                <a:gd name="T65" fmla="*/ 52 h 114"/>
                <a:gd name="T66" fmla="*/ 84 w 283"/>
                <a:gd name="T67" fmla="*/ 52 h 114"/>
                <a:gd name="T68" fmla="*/ 16 w 283"/>
                <a:gd name="T69" fmla="*/ 0 h 114"/>
                <a:gd name="T70" fmla="*/ 14 w 283"/>
                <a:gd name="T71" fmla="*/ 113 h 114"/>
                <a:gd name="T72" fmla="*/ 35 w 283"/>
                <a:gd name="T73" fmla="*/ 113 h 114"/>
                <a:gd name="T74" fmla="*/ 66 w 283"/>
                <a:gd name="T75" fmla="*/ 89 h 114"/>
                <a:gd name="T76" fmla="*/ 81 w 283"/>
                <a:gd name="T77" fmla="*/ 89 h 114"/>
                <a:gd name="T78" fmla="*/ 90 w 283"/>
                <a:gd name="T79" fmla="*/ 89 h 114"/>
                <a:gd name="T80" fmla="*/ 112 w 283"/>
                <a:gd name="T81" fmla="*/ 113 h 114"/>
                <a:gd name="T82" fmla="*/ 142 w 283"/>
                <a:gd name="T83" fmla="*/ 89 h 114"/>
                <a:gd name="T84" fmla="*/ 170 w 283"/>
                <a:gd name="T85" fmla="*/ 89 h 114"/>
                <a:gd name="T86" fmla="*/ 190 w 283"/>
                <a:gd name="T87" fmla="*/ 113 h 114"/>
                <a:gd name="T88" fmla="*/ 210 w 283"/>
                <a:gd name="T89" fmla="*/ 108 h 114"/>
                <a:gd name="T90" fmla="*/ 266 w 283"/>
                <a:gd name="T91" fmla="*/ 89 h 114"/>
                <a:gd name="T92" fmla="*/ 220 w 283"/>
                <a:gd name="T9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83" h="114">
                  <a:moveTo>
                    <a:pt x="281" y="87"/>
                  </a:moveTo>
                  <a:cubicBezTo>
                    <a:pt x="266" y="87"/>
                    <a:pt x="266" y="87"/>
                    <a:pt x="266" y="87"/>
                  </a:cubicBezTo>
                  <a:cubicBezTo>
                    <a:pt x="269" y="77"/>
                    <a:pt x="269" y="77"/>
                    <a:pt x="269" y="77"/>
                  </a:cubicBezTo>
                  <a:cubicBezTo>
                    <a:pt x="239" y="77"/>
                    <a:pt x="239" y="77"/>
                    <a:pt x="239" y="77"/>
                  </a:cubicBezTo>
                  <a:cubicBezTo>
                    <a:pt x="237" y="87"/>
                    <a:pt x="237" y="87"/>
                    <a:pt x="237" y="87"/>
                  </a:cubicBezTo>
                  <a:cubicBezTo>
                    <a:pt x="222" y="87"/>
                    <a:pt x="222" y="87"/>
                    <a:pt x="222" y="87"/>
                  </a:cubicBezTo>
                  <a:cubicBezTo>
                    <a:pt x="222" y="85"/>
                    <a:pt x="222" y="85"/>
                    <a:pt x="222" y="85"/>
                  </a:cubicBezTo>
                  <a:cubicBezTo>
                    <a:pt x="223" y="84"/>
                    <a:pt x="223" y="83"/>
                    <a:pt x="223" y="81"/>
                  </a:cubicBezTo>
                  <a:cubicBezTo>
                    <a:pt x="226" y="71"/>
                    <a:pt x="233" y="60"/>
                    <a:pt x="244" y="60"/>
                  </a:cubicBezTo>
                  <a:cubicBezTo>
                    <a:pt x="249" y="60"/>
                    <a:pt x="254" y="62"/>
                    <a:pt x="253" y="69"/>
                  </a:cubicBezTo>
                  <a:cubicBezTo>
                    <a:pt x="271" y="69"/>
                    <a:pt x="271" y="69"/>
                    <a:pt x="271" y="69"/>
                  </a:cubicBezTo>
                  <a:cubicBezTo>
                    <a:pt x="272" y="66"/>
                    <a:pt x="273" y="61"/>
                    <a:pt x="269" y="56"/>
                  </a:cubicBezTo>
                  <a:cubicBezTo>
                    <a:pt x="266" y="51"/>
                    <a:pt x="258" y="48"/>
                    <a:pt x="248" y="48"/>
                  </a:cubicBezTo>
                  <a:cubicBezTo>
                    <a:pt x="241" y="48"/>
                    <a:pt x="231" y="50"/>
                    <a:pt x="222" y="55"/>
                  </a:cubicBezTo>
                  <a:cubicBezTo>
                    <a:pt x="222" y="2"/>
                    <a:pt x="222" y="2"/>
                    <a:pt x="222" y="2"/>
                  </a:cubicBezTo>
                  <a:cubicBezTo>
                    <a:pt x="281" y="2"/>
                    <a:pt x="281" y="2"/>
                    <a:pt x="281" y="2"/>
                  </a:cubicBezTo>
                  <a:cubicBezTo>
                    <a:pt x="281" y="87"/>
                    <a:pt x="281" y="87"/>
                    <a:pt x="281" y="87"/>
                  </a:cubicBezTo>
                  <a:cubicBezTo>
                    <a:pt x="281" y="87"/>
                    <a:pt x="281" y="87"/>
                    <a:pt x="281" y="87"/>
                  </a:cubicBezTo>
                  <a:close/>
                  <a:moveTo>
                    <a:pt x="246" y="101"/>
                  </a:moveTo>
                  <a:cubicBezTo>
                    <a:pt x="243" y="102"/>
                    <a:pt x="240" y="102"/>
                    <a:pt x="237" y="102"/>
                  </a:cubicBezTo>
                  <a:cubicBezTo>
                    <a:pt x="228" y="102"/>
                    <a:pt x="222" y="98"/>
                    <a:pt x="222" y="89"/>
                  </a:cubicBezTo>
                  <a:cubicBezTo>
                    <a:pt x="249" y="89"/>
                    <a:pt x="249" y="89"/>
                    <a:pt x="249" y="89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6" y="101"/>
                    <a:pt x="246" y="101"/>
                    <a:pt x="246" y="101"/>
                  </a:cubicBezTo>
                  <a:close/>
                  <a:moveTo>
                    <a:pt x="213" y="53"/>
                  </a:moveTo>
                  <a:cubicBezTo>
                    <a:pt x="213" y="65"/>
                    <a:pt x="213" y="65"/>
                    <a:pt x="213" y="65"/>
                  </a:cubicBezTo>
                  <a:cubicBezTo>
                    <a:pt x="209" y="71"/>
                    <a:pt x="206" y="77"/>
                    <a:pt x="205" y="82"/>
                  </a:cubicBezTo>
                  <a:cubicBezTo>
                    <a:pt x="204" y="83"/>
                    <a:pt x="204" y="85"/>
                    <a:pt x="204" y="87"/>
                  </a:cubicBezTo>
                  <a:cubicBezTo>
                    <a:pt x="195" y="87"/>
                    <a:pt x="195" y="87"/>
                    <a:pt x="195" y="87"/>
                  </a:cubicBezTo>
                  <a:cubicBezTo>
                    <a:pt x="203" y="52"/>
                    <a:pt x="203" y="52"/>
                    <a:pt x="203" y="52"/>
                  </a:cubicBezTo>
                  <a:cubicBezTo>
                    <a:pt x="178" y="52"/>
                    <a:pt x="178" y="52"/>
                    <a:pt x="178" y="52"/>
                  </a:cubicBezTo>
                  <a:cubicBezTo>
                    <a:pt x="156" y="87"/>
                    <a:pt x="156" y="87"/>
                    <a:pt x="156" y="87"/>
                  </a:cubicBezTo>
                  <a:cubicBezTo>
                    <a:pt x="154" y="87"/>
                    <a:pt x="154" y="87"/>
                    <a:pt x="154" y="87"/>
                  </a:cubicBezTo>
                  <a:cubicBezTo>
                    <a:pt x="154" y="2"/>
                    <a:pt x="154" y="2"/>
                    <a:pt x="154" y="2"/>
                  </a:cubicBezTo>
                  <a:cubicBezTo>
                    <a:pt x="213" y="2"/>
                    <a:pt x="213" y="2"/>
                    <a:pt x="213" y="2"/>
                  </a:cubicBezTo>
                  <a:cubicBezTo>
                    <a:pt x="213" y="53"/>
                    <a:pt x="213" y="53"/>
                    <a:pt x="213" y="53"/>
                  </a:cubicBezTo>
                  <a:cubicBezTo>
                    <a:pt x="213" y="53"/>
                    <a:pt x="213" y="53"/>
                    <a:pt x="213" y="53"/>
                  </a:cubicBezTo>
                  <a:close/>
                  <a:moveTo>
                    <a:pt x="180" y="87"/>
                  </a:moveTo>
                  <a:cubicBezTo>
                    <a:pt x="171" y="87"/>
                    <a:pt x="171" y="87"/>
                    <a:pt x="171" y="87"/>
                  </a:cubicBezTo>
                  <a:cubicBezTo>
                    <a:pt x="185" y="66"/>
                    <a:pt x="185" y="66"/>
                    <a:pt x="185" y="66"/>
                  </a:cubicBezTo>
                  <a:cubicBezTo>
                    <a:pt x="180" y="87"/>
                    <a:pt x="180" y="87"/>
                    <a:pt x="180" y="87"/>
                  </a:cubicBezTo>
                  <a:cubicBezTo>
                    <a:pt x="180" y="87"/>
                    <a:pt x="180" y="87"/>
                    <a:pt x="180" y="87"/>
                  </a:cubicBezTo>
                  <a:close/>
                  <a:moveTo>
                    <a:pt x="145" y="52"/>
                  </a:moveTo>
                  <a:cubicBezTo>
                    <a:pt x="130" y="52"/>
                    <a:pt x="130" y="52"/>
                    <a:pt x="130" y="52"/>
                  </a:cubicBezTo>
                  <a:cubicBezTo>
                    <a:pt x="120" y="87"/>
                    <a:pt x="120" y="87"/>
                    <a:pt x="120" y="87"/>
                  </a:cubicBezTo>
                  <a:cubicBezTo>
                    <a:pt x="104" y="87"/>
                    <a:pt x="104" y="87"/>
                    <a:pt x="104" y="87"/>
                  </a:cubicBezTo>
                  <a:cubicBezTo>
                    <a:pt x="112" y="84"/>
                    <a:pt x="117" y="78"/>
                    <a:pt x="119" y="70"/>
                  </a:cubicBezTo>
                  <a:cubicBezTo>
                    <a:pt x="120" y="64"/>
                    <a:pt x="119" y="59"/>
                    <a:pt x="117" y="56"/>
                  </a:cubicBezTo>
                  <a:cubicBezTo>
                    <a:pt x="113" y="51"/>
                    <a:pt x="105" y="52"/>
                    <a:pt x="98" y="52"/>
                  </a:cubicBezTo>
                  <a:cubicBezTo>
                    <a:pt x="97" y="52"/>
                    <a:pt x="86" y="52"/>
                    <a:pt x="86" y="52"/>
                  </a:cubicBezTo>
                  <a:cubicBezTo>
                    <a:pt x="86" y="2"/>
                    <a:pt x="86" y="2"/>
                    <a:pt x="86" y="2"/>
                  </a:cubicBezTo>
                  <a:cubicBezTo>
                    <a:pt x="145" y="2"/>
                    <a:pt x="145" y="2"/>
                    <a:pt x="145" y="2"/>
                  </a:cubicBezTo>
                  <a:cubicBezTo>
                    <a:pt x="145" y="52"/>
                    <a:pt x="145" y="52"/>
                    <a:pt x="145" y="52"/>
                  </a:cubicBezTo>
                  <a:cubicBezTo>
                    <a:pt x="145" y="52"/>
                    <a:pt x="145" y="52"/>
                    <a:pt x="145" y="52"/>
                  </a:cubicBezTo>
                  <a:close/>
                  <a:moveTo>
                    <a:pt x="135" y="87"/>
                  </a:moveTo>
                  <a:cubicBezTo>
                    <a:pt x="141" y="65"/>
                    <a:pt x="141" y="65"/>
                    <a:pt x="141" y="65"/>
                  </a:cubicBezTo>
                  <a:cubicBezTo>
                    <a:pt x="142" y="87"/>
                    <a:pt x="142" y="87"/>
                    <a:pt x="142" y="87"/>
                  </a:cubicBezTo>
                  <a:cubicBezTo>
                    <a:pt x="135" y="87"/>
                    <a:pt x="135" y="87"/>
                    <a:pt x="135" y="87"/>
                  </a:cubicBezTo>
                  <a:cubicBezTo>
                    <a:pt x="135" y="87"/>
                    <a:pt x="135" y="87"/>
                    <a:pt x="135" y="87"/>
                  </a:cubicBezTo>
                  <a:close/>
                  <a:moveTo>
                    <a:pt x="93" y="79"/>
                  </a:moveTo>
                  <a:cubicBezTo>
                    <a:pt x="93" y="79"/>
                    <a:pt x="93" y="79"/>
                    <a:pt x="93" y="79"/>
                  </a:cubicBezTo>
                  <a:cubicBezTo>
                    <a:pt x="92" y="79"/>
                    <a:pt x="91" y="79"/>
                    <a:pt x="91" y="79"/>
                  </a:cubicBezTo>
                  <a:cubicBezTo>
                    <a:pt x="90" y="79"/>
                    <a:pt x="89" y="79"/>
                    <a:pt x="89" y="79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69"/>
                    <a:pt x="87" y="69"/>
                    <a:pt x="87" y="69"/>
                  </a:cubicBezTo>
                  <a:cubicBezTo>
                    <a:pt x="89" y="62"/>
                    <a:pt x="89" y="62"/>
                    <a:pt x="89" y="62"/>
                  </a:cubicBezTo>
                  <a:cubicBezTo>
                    <a:pt x="90" y="62"/>
                    <a:pt x="91" y="62"/>
                    <a:pt x="92" y="62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100" y="62"/>
                    <a:pt x="103" y="62"/>
                    <a:pt x="104" y="63"/>
                  </a:cubicBezTo>
                  <a:cubicBezTo>
                    <a:pt x="105" y="65"/>
                    <a:pt x="105" y="67"/>
                    <a:pt x="104" y="70"/>
                  </a:cubicBezTo>
                  <a:cubicBezTo>
                    <a:pt x="102" y="75"/>
                    <a:pt x="100" y="78"/>
                    <a:pt x="93" y="79"/>
                  </a:cubicBezTo>
                  <a:moveTo>
                    <a:pt x="76" y="55"/>
                  </a:moveTo>
                  <a:cubicBezTo>
                    <a:pt x="75" y="58"/>
                    <a:pt x="75" y="58"/>
                    <a:pt x="75" y="58"/>
                  </a:cubicBezTo>
                  <a:cubicBezTo>
                    <a:pt x="67" y="86"/>
                    <a:pt x="67" y="86"/>
                    <a:pt x="67" y="86"/>
                  </a:cubicBezTo>
                  <a:cubicBezTo>
                    <a:pt x="67" y="87"/>
                    <a:pt x="67" y="87"/>
                    <a:pt x="67" y="87"/>
                  </a:cubicBezTo>
                  <a:cubicBezTo>
                    <a:pt x="39" y="87"/>
                    <a:pt x="39" y="87"/>
                    <a:pt x="39" y="87"/>
                  </a:cubicBezTo>
                  <a:cubicBezTo>
                    <a:pt x="37" y="82"/>
                    <a:pt x="37" y="82"/>
                    <a:pt x="37" y="82"/>
                  </a:cubicBezTo>
                  <a:cubicBezTo>
                    <a:pt x="67" y="52"/>
                    <a:pt x="67" y="52"/>
                    <a:pt x="67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6" y="55"/>
                    <a:pt x="76" y="55"/>
                    <a:pt x="76" y="55"/>
                  </a:cubicBezTo>
                  <a:cubicBezTo>
                    <a:pt x="76" y="55"/>
                    <a:pt x="76" y="55"/>
                    <a:pt x="76" y="55"/>
                  </a:cubicBezTo>
                  <a:close/>
                  <a:moveTo>
                    <a:pt x="22" y="87"/>
                  </a:move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lose/>
                  <a:moveTo>
                    <a:pt x="220" y="0"/>
                  </a:moveTo>
                  <a:cubicBezTo>
                    <a:pt x="220" y="57"/>
                    <a:pt x="220" y="57"/>
                    <a:pt x="220" y="57"/>
                  </a:cubicBezTo>
                  <a:cubicBezTo>
                    <a:pt x="218" y="59"/>
                    <a:pt x="216" y="60"/>
                    <a:pt x="215" y="62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2" y="52"/>
                    <a:pt x="152" y="52"/>
                    <a:pt x="152" y="52"/>
                  </a:cubicBezTo>
                  <a:cubicBezTo>
                    <a:pt x="147" y="52"/>
                    <a:pt x="147" y="52"/>
                    <a:pt x="147" y="52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3" y="89"/>
                    <a:pt x="23" y="89"/>
                    <a:pt x="23" y="89"/>
                  </a:cubicBezTo>
                  <a:cubicBezTo>
                    <a:pt x="35" y="113"/>
                    <a:pt x="35" y="113"/>
                    <a:pt x="35" y="113"/>
                  </a:cubicBezTo>
                  <a:cubicBezTo>
                    <a:pt x="52" y="113"/>
                    <a:pt x="52" y="113"/>
                    <a:pt x="52" y="113"/>
                  </a:cubicBezTo>
                  <a:cubicBezTo>
                    <a:pt x="40" y="89"/>
                    <a:pt x="40" y="89"/>
                    <a:pt x="40" y="89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59" y="113"/>
                    <a:pt x="59" y="113"/>
                    <a:pt x="59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112" y="113"/>
                    <a:pt x="112" y="113"/>
                    <a:pt x="112" y="113"/>
                  </a:cubicBezTo>
                  <a:cubicBezTo>
                    <a:pt x="128" y="113"/>
                    <a:pt x="128" y="113"/>
                    <a:pt x="128" y="113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42" y="89"/>
                    <a:pt x="142" y="89"/>
                    <a:pt x="142" y="89"/>
                  </a:cubicBezTo>
                  <a:cubicBezTo>
                    <a:pt x="142" y="113"/>
                    <a:pt x="142" y="113"/>
                    <a:pt x="142" y="113"/>
                  </a:cubicBezTo>
                  <a:cubicBezTo>
                    <a:pt x="155" y="113"/>
                    <a:pt x="155" y="113"/>
                    <a:pt x="155" y="113"/>
                  </a:cubicBezTo>
                  <a:cubicBezTo>
                    <a:pt x="170" y="89"/>
                    <a:pt x="170" y="89"/>
                    <a:pt x="170" y="89"/>
                  </a:cubicBezTo>
                  <a:cubicBezTo>
                    <a:pt x="180" y="89"/>
                    <a:pt x="180" y="89"/>
                    <a:pt x="180" y="89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90" y="113"/>
                    <a:pt x="190" y="113"/>
                    <a:pt x="190" y="113"/>
                  </a:cubicBezTo>
                  <a:cubicBezTo>
                    <a:pt x="195" y="89"/>
                    <a:pt x="195" y="89"/>
                    <a:pt x="195" y="89"/>
                  </a:cubicBezTo>
                  <a:cubicBezTo>
                    <a:pt x="204" y="89"/>
                    <a:pt x="204" y="89"/>
                    <a:pt x="204" y="89"/>
                  </a:cubicBezTo>
                  <a:cubicBezTo>
                    <a:pt x="203" y="96"/>
                    <a:pt x="205" y="103"/>
                    <a:pt x="210" y="108"/>
                  </a:cubicBezTo>
                  <a:cubicBezTo>
                    <a:pt x="216" y="113"/>
                    <a:pt x="225" y="114"/>
                    <a:pt x="232" y="114"/>
                  </a:cubicBezTo>
                  <a:cubicBezTo>
                    <a:pt x="241" y="114"/>
                    <a:pt x="251" y="113"/>
                    <a:pt x="260" y="111"/>
                  </a:cubicBezTo>
                  <a:cubicBezTo>
                    <a:pt x="266" y="89"/>
                    <a:pt x="266" y="89"/>
                    <a:pt x="266" y="89"/>
                  </a:cubicBezTo>
                  <a:cubicBezTo>
                    <a:pt x="283" y="89"/>
                    <a:pt x="283" y="89"/>
                    <a:pt x="283" y="89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220" y="0"/>
                    <a:pt x="220" y="0"/>
                    <a:pt x="2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A6246C3-5BC1-4146-9E95-B8B3F1B77C22}"/>
              </a:ext>
            </a:extLst>
          </p:cNvPr>
          <p:cNvSpPr>
            <a:spLocks noChangeAspect="1"/>
          </p:cNvSpPr>
          <p:nvPr userDrawn="1"/>
        </p:nvSpPr>
        <p:spPr>
          <a:xfrm>
            <a:off x="7686675" y="736722"/>
            <a:ext cx="3764024" cy="5415923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06" name="Text Placeholder 3">
            <a:extLst>
              <a:ext uri="{FF2B5EF4-FFF2-40B4-BE49-F238E27FC236}">
                <a16:creationId xmlns:a16="http://schemas.microsoft.com/office/drawing/2014/main" id="{E9A5689E-A0AC-4126-A5A7-5CD8528C6C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53138" y="5075895"/>
            <a:ext cx="3229510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53138" y="1002219"/>
            <a:ext cx="3229510" cy="3950972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ECC0639-96E3-412C-BC90-5540FE2BEC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14552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Horizontal Window Image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200E6EA-7AA4-4C98-8E47-F5F83446E051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41301" y="1468380"/>
            <a:ext cx="5885053" cy="4087973"/>
          </a:xfrm>
          <a:solidFill>
            <a:schemeClr val="accent1"/>
          </a:solidFill>
        </p:spPr>
        <p:txBody>
          <a:bodyPr anchor="ctr"/>
          <a:lstStyle>
            <a:lvl1pPr algn="ctr"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642337" y="1468380"/>
            <a:ext cx="3551186" cy="3098109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648627" y="1129527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648627" y="1872149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648628" y="4746353"/>
            <a:ext cx="3551186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82C8FF-4554-4D33-9E91-3BB7D4A856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2337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502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98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Vertical Window Image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445BA5F7-F13B-4C20-B0E0-112E55400EE4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41301" y="732868"/>
            <a:ext cx="3727618" cy="5392264"/>
          </a:xfrm>
          <a:solidFill>
            <a:schemeClr val="accent1"/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lang="en-GB" sz="1000" b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89910" y="1453783"/>
            <a:ext cx="5301922" cy="3446223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729193" y="614966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5489910" y="4953575"/>
            <a:ext cx="5301922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0418D56-2AD4-4649-A855-7B7DABEE4F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9910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832092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Horizontal Window Image_Cobal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129527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872149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1D0B9D96-907F-4E37-B5A7-830AD095F223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4909676" y="1456388"/>
            <a:ext cx="6283848" cy="4364991"/>
          </a:xfrm>
          <a:solidFill>
            <a:schemeClr val="accent2"/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lang="en-GB" sz="1000" b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E8E14845-BB2E-4EA2-8CBD-F35A520E36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1301" y="1456388"/>
            <a:ext cx="3432043" cy="3427743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423222F2-0E39-45E4-8918-49125CD7C1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1301" y="5007010"/>
            <a:ext cx="3432043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6BE9D60-8E37-4DED-A951-A9C36EAA76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494177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Vertical Window Image_Cobal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302" y="1456388"/>
            <a:ext cx="5506648" cy="3442681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614966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357588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41302" y="5007009"/>
            <a:ext cx="55066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13BD1F9C-C7CA-4162-BCD4-0E8701D30076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686141" y="736722"/>
            <a:ext cx="3764557" cy="5391258"/>
          </a:xfrm>
          <a:solidFill>
            <a:schemeClr val="accent2"/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lang="en-GB" sz="1000" b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84BD71-38D7-4AC1-B38A-7DE8843A6D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99999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B00C76C-8FDF-939D-9BF7-ED86B8A09683}"/>
              </a:ext>
            </a:extLst>
          </p:cNvPr>
          <p:cNvSpPr/>
          <p:nvPr userDrawn="1"/>
        </p:nvSpPr>
        <p:spPr>
          <a:xfrm>
            <a:off x="0" y="0"/>
            <a:ext cx="7146235" cy="6029608"/>
          </a:xfrm>
          <a:prstGeom prst="rect">
            <a:avLst/>
          </a:prstGeom>
          <a:gradFill>
            <a:gsLst>
              <a:gs pos="0">
                <a:srgbClr val="7213EA"/>
              </a:gs>
              <a:gs pos="100000">
                <a:srgbClr val="1E49E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2296814"/>
            <a:ext cx="4020256" cy="533400"/>
          </a:xfrm>
        </p:spPr>
        <p:txBody>
          <a:bodyPr anchor="ctr"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858FFCE-70FF-E8A9-1517-97027D03F8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2081" y="518036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EE4DAAF-DB2D-B25E-7B9D-0F44ED0E90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081" y="1253897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1E977FBC-993E-BFBA-2C6A-08F5FD3B70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22081" y="1986458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1098360-6E22-9234-483A-A7F9E44963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22081" y="2719019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7F3E4A42-CF45-2915-6B61-FC6A1477D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2081" y="3451580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5B54C6F9-611B-E49E-B97E-FDA98D09CB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22081" y="4191427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112AF84-8A2E-895B-95CA-747F03F655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22081" y="4931274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30DB1C0-6A8F-C400-D535-756CF0C3CD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42361" y="517525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BDAFC491-0350-72A9-16A2-A09188C5C2D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42361" y="1248732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1EF314C3-E5F9-AB91-47BC-9447371C24F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342361" y="1986458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641329B7-7972-61B0-C0AC-5550316CF8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42361" y="2727844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EEBD0451-DC0E-3D9D-8C4A-787DC788A9C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42361" y="3447406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135029D0-C3C3-1A14-5396-8F72B837156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42361" y="4189839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F8F78E0D-C775-4EB0-7C8E-EB5FF985689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342361" y="4936023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4113387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5010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222044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06C60-BBAD-4B44-9D69-536848922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147A601A-3AE8-4889-A026-9740E00CCFBB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202662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FC99C-7410-4D22-BA8D-48877FCF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F0349-D058-A407-0551-F4C4F624967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319213"/>
            <a:ext cx="8759824" cy="4552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9778785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_double title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8">
            <a:extLst>
              <a:ext uri="{FF2B5EF4-FFF2-40B4-BE49-F238E27FC236}">
                <a16:creationId xmlns:a16="http://schemas.microsoft.com/office/drawing/2014/main" id="{F4561A05-7671-4539-AB97-A9979F67EB4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3AAE32-05EB-420A-97AB-3254804D3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364" y="431799"/>
            <a:ext cx="10204450" cy="9633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en-GB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567897B5-3A96-440B-8018-FDD880280B2A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C56427-BEBE-72D5-9F72-57A321667ED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700213"/>
            <a:ext cx="8745536" cy="41767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5116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69D30F-5094-425F-A158-0850AE27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B3EC5E-F3D7-A1BA-615C-40D2A155A4B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95363" y="1330325"/>
            <a:ext cx="4968000" cy="454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A7FDECC-089E-DBE5-1B2C-4C338AF06D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0800" y="1330325"/>
            <a:ext cx="4968000" cy="454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5592470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wo Column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C918AE-52AC-4531-9640-0D2CA3A28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79D6C947-06F1-4188-A558-E10C77FF12CE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92138313-6F7E-9B18-D72C-5FB26A14BE9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95363" y="1330125"/>
            <a:ext cx="4968000" cy="45465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451948A6-255B-1B23-B9F9-4670FB4176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0800" y="1330125"/>
            <a:ext cx="4968000" cy="45465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3122300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Two Column +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398D60-3AA9-4DD4-AFCF-8682C70E39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3200" y="1322389"/>
            <a:ext cx="10185400" cy="518400"/>
          </a:xfrm>
        </p:spPr>
        <p:txBody>
          <a:bodyPr/>
          <a:lstStyle>
            <a:lvl1pPr>
              <a:defRPr sz="1800" kern="0"/>
            </a:lvl1pPr>
          </a:lstStyle>
          <a:p>
            <a:pPr lvl="0"/>
            <a:r>
              <a:rPr lang="en-US"/>
              <a:t>Introduction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C6ADA-51FB-F5AE-B78E-993E3048257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03300" y="2051049"/>
            <a:ext cx="4967288" cy="3825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7FAE8E2-031A-E822-2E9D-3F665FC6E6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20800" y="2051049"/>
            <a:ext cx="4967288" cy="3825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0186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wo Column + Intro + Bottom content 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398D60-3AA9-4DD4-AFCF-8682C70E39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3200" y="1322389"/>
            <a:ext cx="10185400" cy="518400"/>
          </a:xfrm>
        </p:spPr>
        <p:txBody>
          <a:bodyPr/>
          <a:lstStyle>
            <a:lvl1pPr>
              <a:defRPr sz="1800" kern="0"/>
            </a:lvl1pPr>
          </a:lstStyle>
          <a:p>
            <a:pPr lvl="0"/>
            <a:r>
              <a:rPr lang="en-US"/>
              <a:t>Introduction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C6ADA-51FB-F5AE-B78E-993E3048257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03300" y="2051050"/>
            <a:ext cx="4967288" cy="1470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7FAE8E2-031A-E822-2E9D-3F665FC6E6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20800" y="2051050"/>
            <a:ext cx="4967288" cy="1470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7D83062-1E57-69E1-3C81-C160D7CFD6E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03199" y="3675709"/>
            <a:ext cx="10187363" cy="22021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0001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wo column + header imag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F83AC61-1BCB-1F69-DD53-B0AAED647D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250166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2910600"/>
            <a:ext cx="10185600" cy="518400"/>
          </a:xfrm>
        </p:spPr>
        <p:txBody>
          <a:bodyPr/>
          <a:lstStyle>
            <a:lvl1pPr>
              <a:defRPr kern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5CD9A9-9858-C4E3-4703-C9709BC2E35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03300" y="3733800"/>
            <a:ext cx="4967288" cy="21902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6B4FB7A-CA88-373B-4037-472FAF622F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1412" y="3733800"/>
            <a:ext cx="4967288" cy="21902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345708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 Column 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93B809-7A30-47BC-953E-AF9FE10FD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054C0-4190-A073-FF06-A5EB62316AA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5363" y="1331912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6105C62-91E0-B66D-85BA-D26896F940D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02150" y="1331912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887642C3-1AC2-77F0-4602-3BAD72478B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08937" y="1331912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5E75ECB-D0CA-2D00-702F-1AD57C5EBA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95363" y="3742126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B33D029-7198-2E2E-5E6C-B289731A27F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502150" y="3742126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7A19DB0-EA08-D699-0C88-37B4D178D11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08937" y="3742126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87123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FIV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>
            <a:lvl1pPr>
              <a:defRPr kern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0C064-15D1-24D5-3E98-71739E8B8974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003300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428DB69-A5E6-3995-43BE-21D7823D616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074470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84EA45F-006F-C693-3D9A-C894873CED48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145641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92FB52F-B0E0-37C7-5F65-EEF98E215D4C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7216812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B7BF63F-B2C0-FCAC-0EB5-D84B8D6B88E0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287982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0142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rocess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1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3068984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134768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7200552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3068984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5134768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7200552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9266337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9266337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F9AD75-9C5D-491A-8EB6-1E4763A9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285806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rocess 5 Columns_Cobal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A68D3E60-F95F-4250-92C1-89CF93433E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3201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8D8E592C-F128-4E4B-970B-BFB5C0F2A4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68984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EE6B17CD-E0EF-40A4-A171-4E4B731CE0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34768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03C9A44B-2A8F-416D-A76B-F3A018572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00552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D3A5B3AC-C2E0-40CF-9D31-036461F790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969E3860-942E-40E2-A1C8-AF5DF2967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68984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8E580107-2025-4C04-9884-4A6DBB63DE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34768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BC4D5128-392D-4FC9-A83F-FA43203A40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0552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A8EB5529-8601-4864-9983-FBB672B8B9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66337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4715BC67-F699-49E6-B5D7-22ED9DFA817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266337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51C022-C0B7-4310-BC9F-D7C63034F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370329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5 column + intro + heade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580C36-1E70-46DD-9783-AFD66B7DEC90}"/>
              </a:ext>
            </a:extLst>
          </p:cNvPr>
          <p:cNvSpPr/>
          <p:nvPr userDrawn="1"/>
        </p:nvSpPr>
        <p:spPr>
          <a:xfrm>
            <a:off x="0" y="0"/>
            <a:ext cx="12192000" cy="268605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400" err="1">
              <a:solidFill>
                <a:schemeClr val="bg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8557E01-A30E-46EA-BAB3-4F33E0992F3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95363" y="1330325"/>
            <a:ext cx="10185400" cy="246221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9724627-195E-4BFD-9A60-FFD6EECF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3FA197-29C7-A542-7F4A-98E54EAA4044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95363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80062C7F-1E7F-D3F0-42DA-19C1A9676E4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048397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DB8C39D9-73AE-A115-2AC4-E84A2758E60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101431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ED9CEF0B-75E3-E133-3C7E-37C7249C4ACC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154465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891467F-14E8-7772-2AA4-3FE5032AA06B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9207500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184628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rocess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3593775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184350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8774926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3593775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618435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8774926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70D7C0-6953-439A-A54E-CED56520F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0254931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rocess 4 Columns_Cobal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BA5FBEF-FE77-4CC8-B2D5-D94327DAF6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3200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659D9BAA-2BF4-4A94-BAA4-5D091A2962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93775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E3D170C1-7106-44D2-A62F-A804F244A0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84350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5DDAC4CF-AC2F-4D83-9FB0-DDFB71EE9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74926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3C84B130-9B9F-460C-87A1-4E3012ECEA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FC076374-F8FA-413A-9C7F-81C8235123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3775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2DC24D7-E120-435A-8A2A-98E939AC4C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435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41F15369-328E-43E6-894F-1F86414EB3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74926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90D0D6-CEB9-47AA-B0BF-EB213FE3B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8446141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FIVE COLUMN + Subtitl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2C7EC625-DE37-4829-ACBE-0373F0B829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32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>
                <a:solidFill>
                  <a:schemeClr val="tx1"/>
                </a:solidFill>
              </a:defRPr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>
            <a:lvl1pPr>
              <a:defRPr kern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037C46F-D057-4106-9B45-A730A557B5D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726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E33DBCF-2199-4682-AAC2-C3FC0CBE92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420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E130E5C8-8660-4D01-AD3B-CEEFB37F753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114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F404CCF0-6C3D-42EE-9F8D-FE237FEEB1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80798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7138E-6EE9-4E16-AB30-D7C7DA3DCE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98538" y="1630363"/>
            <a:ext cx="1906587" cy="563562"/>
          </a:xfrm>
          <a:solidFill>
            <a:srgbClr val="1E49E2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E652417-F61A-4ABE-AAED-E30436B90B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73464" y="1630363"/>
            <a:ext cx="1906587" cy="563562"/>
          </a:xfrm>
          <a:solidFill>
            <a:schemeClr val="tx2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218554-B99A-45E3-9AE4-434D8CA5AD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40699" y="1630363"/>
            <a:ext cx="1906587" cy="563562"/>
          </a:xfrm>
          <a:solidFill>
            <a:schemeClr val="accent4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FCA38BE-76B7-4635-8179-9D7DD99CD97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07934" y="1630363"/>
            <a:ext cx="1906587" cy="563562"/>
          </a:xfrm>
          <a:solidFill>
            <a:schemeClr val="accent3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2020005-E0B8-4233-8022-8AC559F11D2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80798" y="1630363"/>
            <a:ext cx="1906587" cy="563562"/>
          </a:xfrm>
          <a:solidFill>
            <a:schemeClr val="accent1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21615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Quad Box with Center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19862B5-E58D-4F98-8070-F04E6659AC38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3346" y="1330325"/>
            <a:ext cx="4967685" cy="2132614"/>
          </a:xfrm>
          <a:custGeom>
            <a:avLst/>
            <a:gdLst>
              <a:gd name="connsiteX0" fmla="*/ 0 w 4967685"/>
              <a:gd name="connsiteY0" fmla="*/ 0 h 2132614"/>
              <a:gd name="connsiteX1" fmla="*/ 4967685 w 4967685"/>
              <a:gd name="connsiteY1" fmla="*/ 0 h 2132614"/>
              <a:gd name="connsiteX2" fmla="*/ 4967685 w 4967685"/>
              <a:gd name="connsiteY2" fmla="*/ 1013538 h 2132614"/>
              <a:gd name="connsiteX3" fmla="*/ 3364916 w 4967685"/>
              <a:gd name="connsiteY3" fmla="*/ 1013538 h 2132614"/>
              <a:gd name="connsiteX4" fmla="*/ 3364916 w 4967685"/>
              <a:gd name="connsiteY4" fmla="*/ 2132614 h 2132614"/>
              <a:gd name="connsiteX5" fmla="*/ 0 w 4967685"/>
              <a:gd name="connsiteY5" fmla="*/ 2132614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7685" h="2132614">
                <a:moveTo>
                  <a:pt x="0" y="0"/>
                </a:moveTo>
                <a:lnTo>
                  <a:pt x="4967685" y="0"/>
                </a:lnTo>
                <a:lnTo>
                  <a:pt x="4967685" y="1013538"/>
                </a:lnTo>
                <a:lnTo>
                  <a:pt x="3364916" y="1013538"/>
                </a:lnTo>
                <a:lnTo>
                  <a:pt x="3364916" y="2132614"/>
                </a:lnTo>
                <a:lnTo>
                  <a:pt x="0" y="2132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08000" tIns="108000" rIns="1872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EEBDCDC-F212-4ED4-8D32-7B1BC919EF2D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6232260" y="1330325"/>
            <a:ext cx="4970724" cy="2132614"/>
          </a:xfrm>
          <a:custGeom>
            <a:avLst/>
            <a:gdLst>
              <a:gd name="connsiteX0" fmla="*/ 0 w 4970724"/>
              <a:gd name="connsiteY0" fmla="*/ 0 h 2132614"/>
              <a:gd name="connsiteX1" fmla="*/ 4970724 w 4970724"/>
              <a:gd name="connsiteY1" fmla="*/ 0 h 2132614"/>
              <a:gd name="connsiteX2" fmla="*/ 4970724 w 4970724"/>
              <a:gd name="connsiteY2" fmla="*/ 2132614 h 2132614"/>
              <a:gd name="connsiteX3" fmla="*/ 1602767 w 4970724"/>
              <a:gd name="connsiteY3" fmla="*/ 2132614 h 2132614"/>
              <a:gd name="connsiteX4" fmla="*/ 1602767 w 4970724"/>
              <a:gd name="connsiteY4" fmla="*/ 1013538 h 2132614"/>
              <a:gd name="connsiteX5" fmla="*/ 0 w 4970724"/>
              <a:gd name="connsiteY5" fmla="*/ 1013538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70724" h="2132614">
                <a:moveTo>
                  <a:pt x="0" y="0"/>
                </a:moveTo>
                <a:lnTo>
                  <a:pt x="4970724" y="0"/>
                </a:lnTo>
                <a:lnTo>
                  <a:pt x="4970724" y="2132614"/>
                </a:lnTo>
                <a:lnTo>
                  <a:pt x="1602767" y="2132614"/>
                </a:lnTo>
                <a:lnTo>
                  <a:pt x="1602767" y="1013538"/>
                </a:lnTo>
                <a:lnTo>
                  <a:pt x="0" y="10135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872000" tIns="108000" rIns="108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E0E984E-3A85-42BD-A2C6-26D3EB300D8B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1003346" y="3747502"/>
            <a:ext cx="4967685" cy="2132614"/>
          </a:xfrm>
          <a:custGeom>
            <a:avLst/>
            <a:gdLst>
              <a:gd name="connsiteX0" fmla="*/ 0 w 4967685"/>
              <a:gd name="connsiteY0" fmla="*/ 0 h 2132614"/>
              <a:gd name="connsiteX1" fmla="*/ 3364916 w 4967685"/>
              <a:gd name="connsiteY1" fmla="*/ 0 h 2132614"/>
              <a:gd name="connsiteX2" fmla="*/ 3364916 w 4967685"/>
              <a:gd name="connsiteY2" fmla="*/ 1119077 h 2132614"/>
              <a:gd name="connsiteX3" fmla="*/ 4967685 w 4967685"/>
              <a:gd name="connsiteY3" fmla="*/ 1119077 h 2132614"/>
              <a:gd name="connsiteX4" fmla="*/ 4967685 w 4967685"/>
              <a:gd name="connsiteY4" fmla="*/ 2132614 h 2132614"/>
              <a:gd name="connsiteX5" fmla="*/ 0 w 4967685"/>
              <a:gd name="connsiteY5" fmla="*/ 2132614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7685" h="2132614">
                <a:moveTo>
                  <a:pt x="0" y="0"/>
                </a:moveTo>
                <a:lnTo>
                  <a:pt x="3364916" y="0"/>
                </a:lnTo>
                <a:lnTo>
                  <a:pt x="3364916" y="1119077"/>
                </a:lnTo>
                <a:lnTo>
                  <a:pt x="4967685" y="1119077"/>
                </a:lnTo>
                <a:lnTo>
                  <a:pt x="4967685" y="2132614"/>
                </a:lnTo>
                <a:lnTo>
                  <a:pt x="0" y="2132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08000" tIns="108000" rIns="1872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DB6DB5B-6EBB-4E77-8ECE-2DE4424BD660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6232260" y="3747502"/>
            <a:ext cx="4970724" cy="2132614"/>
          </a:xfrm>
          <a:custGeom>
            <a:avLst/>
            <a:gdLst>
              <a:gd name="connsiteX0" fmla="*/ 1602767 w 4970724"/>
              <a:gd name="connsiteY0" fmla="*/ 0 h 2132614"/>
              <a:gd name="connsiteX1" fmla="*/ 4970724 w 4970724"/>
              <a:gd name="connsiteY1" fmla="*/ 0 h 2132614"/>
              <a:gd name="connsiteX2" fmla="*/ 4970724 w 4970724"/>
              <a:gd name="connsiteY2" fmla="*/ 2132614 h 2132614"/>
              <a:gd name="connsiteX3" fmla="*/ 0 w 4970724"/>
              <a:gd name="connsiteY3" fmla="*/ 2132614 h 2132614"/>
              <a:gd name="connsiteX4" fmla="*/ 0 w 4970724"/>
              <a:gd name="connsiteY4" fmla="*/ 1119077 h 2132614"/>
              <a:gd name="connsiteX5" fmla="*/ 1602767 w 4970724"/>
              <a:gd name="connsiteY5" fmla="*/ 1119077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70724" h="2132614">
                <a:moveTo>
                  <a:pt x="1602767" y="0"/>
                </a:moveTo>
                <a:lnTo>
                  <a:pt x="4970724" y="0"/>
                </a:lnTo>
                <a:lnTo>
                  <a:pt x="4970724" y="2132614"/>
                </a:lnTo>
                <a:lnTo>
                  <a:pt x="0" y="2132614"/>
                </a:lnTo>
                <a:lnTo>
                  <a:pt x="0" y="1119077"/>
                </a:lnTo>
                <a:lnTo>
                  <a:pt x="1602767" y="111907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872000" tIns="108000" rIns="108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CCA206-C726-4930-8059-66751EC1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9FE0EB-C435-5FB3-FCE5-D3B348E2ACAE}"/>
              </a:ext>
            </a:extLst>
          </p:cNvPr>
          <p:cNvSpPr>
            <a:spLocks noGrp="1"/>
          </p:cNvSpPr>
          <p:nvPr>
            <p:ph sz="quarter" idx="57"/>
          </p:nvPr>
        </p:nvSpPr>
        <p:spPr>
          <a:xfrm>
            <a:off x="4570413" y="2546350"/>
            <a:ext cx="3049649" cy="2132013"/>
          </a:xfrm>
          <a:solidFill>
            <a:schemeClr val="accent1"/>
          </a:solidFill>
          <a:ln>
            <a:noFill/>
          </a:ln>
        </p:spPr>
        <p:txBody>
          <a:bodyPr vert="horz" lIns="108000" tIns="108000" rIns="108000" bIns="108000" rtlCol="0" anchor="ctr" anchorCtr="1">
            <a:noAutofit/>
          </a:bodyPr>
          <a:lstStyle>
            <a:lvl1pPr algn="ctr">
              <a:defRPr lang="en-US" dirty="0" smtClean="0">
                <a:solidFill>
                  <a:schemeClr val="bg1"/>
                </a:solidFill>
                <a:cs typeface="Arial" panose="020B0604020202020204" pitchFamily="34" charset="0"/>
              </a:defRPr>
            </a:lvl1pPr>
            <a:lvl2pPr algn="ctr">
              <a:defRPr lang="en-US" dirty="0" smtClean="0">
                <a:solidFill>
                  <a:schemeClr val="bg1"/>
                </a:solidFill>
              </a:defRPr>
            </a:lvl2pPr>
            <a:lvl3pPr algn="ctr">
              <a:defRPr lang="en-US" dirty="0" smtClean="0">
                <a:solidFill>
                  <a:schemeClr val="bg1"/>
                </a:solidFill>
              </a:defRPr>
            </a:lvl3pPr>
            <a:lvl4pPr algn="ctr">
              <a:defRPr lang="en-US" dirty="0" smtClean="0">
                <a:solidFill>
                  <a:schemeClr val="bg1"/>
                </a:solidFill>
              </a:defRPr>
            </a:lvl4pPr>
            <a:lvl5pPr algn="ctr">
              <a:defRPr lang="en-US" dirty="0">
                <a:solidFill>
                  <a:schemeClr val="bg1"/>
                </a:solidFill>
              </a:defRPr>
            </a:lvl5pPr>
          </a:lstStyle>
          <a:p>
            <a:pPr lvl="0" algn="ctr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9468458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Column + Blu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100320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623604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76913D-77B2-43C9-9A9E-B86D68E1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5EBE6-C4EB-3D63-4351-4FBEA06A0BC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002588" y="1720850"/>
            <a:ext cx="4968000" cy="4156074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E5B1772-E65F-A92F-6EE3-3FB7C60E2E1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240394" y="1720850"/>
            <a:ext cx="4968000" cy="4156074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7270997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Four Boxes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1003200" y="1720714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100320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236040" y="1720714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623604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1003200" y="4130720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4"/>
          </p:nvPr>
        </p:nvSpPr>
        <p:spPr>
          <a:xfrm>
            <a:off x="1003200" y="3741920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5"/>
          </p:nvPr>
        </p:nvSpPr>
        <p:spPr>
          <a:xfrm>
            <a:off x="6236040" y="4130720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6"/>
          </p:nvPr>
        </p:nvSpPr>
        <p:spPr>
          <a:xfrm>
            <a:off x="6236040" y="3741920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F8E881-FC4C-4F00-9389-FF3C71D7C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227808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79D65585-570B-4F7D-B4BC-0F7CFAF52BAF}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4325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BE67C5C-769B-4AEA-A1B7-EFD4A3AA23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9860" y="5308261"/>
            <a:ext cx="5252400" cy="246221"/>
          </a:xfrm>
        </p:spPr>
        <p:txBody>
          <a:bodyPr wrap="square" anchor="b">
            <a:sp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8B0BD-68A6-4AD8-A640-99B893F063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007340253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2">
    <p:bg>
      <p:bgPr>
        <a:gradFill flip="none" rotWithShape="1">
          <a:gsLst>
            <a:gs pos="0">
              <a:schemeClr val="accent5"/>
            </a:gs>
            <a:gs pos="100000">
              <a:schemeClr val="accent1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AF31653-DA95-4567-9106-71E1E49BA627}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43250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2925CE2F-8945-49DE-BCC2-8BCACF480E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9860" y="5308261"/>
            <a:ext cx="5252400" cy="246221"/>
          </a:xfrm>
        </p:spPr>
        <p:txBody>
          <a:bodyPr wrap="square" anchor="b">
            <a:sp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  <a:lvl2pPr>
              <a:defRPr sz="1600">
                <a:solidFill>
                  <a:schemeClr val="accent2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C346F2F1-AF73-4284-8702-745152AF53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359651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A87A788-0BF5-4419-BCFC-809F6D2E93AA}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4325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rgbClr val="ACEAFF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5F7723F4-8321-43A3-962F-3DEEE5C6DE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9860" y="5308261"/>
            <a:ext cx="5252400" cy="246221"/>
          </a:xfrm>
        </p:spPr>
        <p:txBody>
          <a:bodyPr wrap="square" anchor="b">
            <a:sp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  <a:lvl2pPr>
              <a:defRPr sz="1600">
                <a:solidFill>
                  <a:schemeClr val="accent2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17B18B8B-EB09-48D8-AC31-3A9DFAC0B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620147870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36415CC-18EE-44C6-AA6A-0C70BEB381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1301" y="4240696"/>
            <a:ext cx="5748399" cy="1854200"/>
          </a:xfrm>
        </p:spPr>
        <p:txBody>
          <a:bodyPr anchor="b"/>
          <a:lstStyle>
            <a:lvl1pPr>
              <a:spcAft>
                <a:spcPts val="1000"/>
              </a:spcAft>
              <a:defRPr lang="en-US" sz="900" b="0" kern="1200" dirty="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spcAft>
                <a:spcPts val="1000"/>
              </a:spcAft>
              <a:defRPr sz="900" b="0">
                <a:solidFill>
                  <a:schemeClr val="tx1"/>
                </a:solidFill>
              </a:defRPr>
            </a:lvl2pPr>
          </a:lstStyle>
          <a:p>
            <a:pPr marL="0" lvl="0" indent="0" algn="l" defTabSz="68576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68576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Second level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BB7DCF77-C63C-4BBE-88C9-6A8B122B8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81CA90-D592-C9D2-D312-E24E59BEEAD5}"/>
              </a:ext>
            </a:extLst>
          </p:cNvPr>
          <p:cNvSpPr txBox="1"/>
          <p:nvPr userDrawn="1"/>
        </p:nvSpPr>
        <p:spPr>
          <a:xfrm>
            <a:off x="741301" y="3824579"/>
            <a:ext cx="1112108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050" b="1">
                <a:solidFill>
                  <a:schemeClr val="tx2"/>
                </a:solidFill>
                <a:effectLst/>
                <a:ea typeface="Calibri" panose="020F0502020204030204" pitchFamily="34" charset="0"/>
              </a:rPr>
              <a:t>Learn about us: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A9FA3A8-95F7-342F-0770-F1DF6F57C670}"/>
              </a:ext>
            </a:extLst>
          </p:cNvPr>
          <p:cNvSpPr/>
          <p:nvPr userDrawn="1"/>
        </p:nvSpPr>
        <p:spPr>
          <a:xfrm>
            <a:off x="1914717" y="3715275"/>
            <a:ext cx="380190" cy="380190"/>
          </a:xfrm>
          <a:custGeom>
            <a:avLst/>
            <a:gdLst>
              <a:gd name="connsiteX0" fmla="*/ 192044 w 207146"/>
              <a:gd name="connsiteY0" fmla="*/ 0 h 207146"/>
              <a:gd name="connsiteX1" fmla="*/ 15251 w 207146"/>
              <a:gd name="connsiteY1" fmla="*/ 0 h 207146"/>
              <a:gd name="connsiteX2" fmla="*/ 0 w 207146"/>
              <a:gd name="connsiteY2" fmla="*/ 15251 h 207146"/>
              <a:gd name="connsiteX3" fmla="*/ 0 w 207146"/>
              <a:gd name="connsiteY3" fmla="*/ 191896 h 207146"/>
              <a:gd name="connsiteX4" fmla="*/ 15251 w 207146"/>
              <a:gd name="connsiteY4" fmla="*/ 207147 h 207146"/>
              <a:gd name="connsiteX5" fmla="*/ 191896 w 207146"/>
              <a:gd name="connsiteY5" fmla="*/ 207147 h 207146"/>
              <a:gd name="connsiteX6" fmla="*/ 207147 w 207146"/>
              <a:gd name="connsiteY6" fmla="*/ 191896 h 207146"/>
              <a:gd name="connsiteX7" fmla="*/ 207147 w 207146"/>
              <a:gd name="connsiteY7" fmla="*/ 15251 h 207146"/>
              <a:gd name="connsiteX8" fmla="*/ 191896 w 207146"/>
              <a:gd name="connsiteY8" fmla="*/ 0 h 207146"/>
              <a:gd name="connsiteX9" fmla="*/ 61892 w 207146"/>
              <a:gd name="connsiteY9" fmla="*/ 176645 h 207146"/>
              <a:gd name="connsiteX10" fmla="*/ 30798 w 207146"/>
              <a:gd name="connsiteY10" fmla="*/ 176645 h 207146"/>
              <a:gd name="connsiteX11" fmla="*/ 30798 w 207146"/>
              <a:gd name="connsiteY11" fmla="*/ 77587 h 207146"/>
              <a:gd name="connsiteX12" fmla="*/ 61892 w 207146"/>
              <a:gd name="connsiteY12" fmla="*/ 77587 h 207146"/>
              <a:gd name="connsiteX13" fmla="*/ 61892 w 207146"/>
              <a:gd name="connsiteY13" fmla="*/ 176645 h 207146"/>
              <a:gd name="connsiteX14" fmla="*/ 46345 w 207146"/>
              <a:gd name="connsiteY14" fmla="*/ 63965 h 207146"/>
              <a:gd name="connsiteX15" fmla="*/ 28429 w 207146"/>
              <a:gd name="connsiteY15" fmla="*/ 46049 h 207146"/>
              <a:gd name="connsiteX16" fmla="*/ 46345 w 207146"/>
              <a:gd name="connsiteY16" fmla="*/ 28133 h 207146"/>
              <a:gd name="connsiteX17" fmla="*/ 64261 w 207146"/>
              <a:gd name="connsiteY17" fmla="*/ 46049 h 207146"/>
              <a:gd name="connsiteX18" fmla="*/ 46345 w 207146"/>
              <a:gd name="connsiteY18" fmla="*/ 63965 h 207146"/>
              <a:gd name="connsiteX19" fmla="*/ 176793 w 207146"/>
              <a:gd name="connsiteY19" fmla="*/ 176793 h 207146"/>
              <a:gd name="connsiteX20" fmla="*/ 145699 w 207146"/>
              <a:gd name="connsiteY20" fmla="*/ 176793 h 207146"/>
              <a:gd name="connsiteX21" fmla="*/ 145699 w 207146"/>
              <a:gd name="connsiteY21" fmla="*/ 122748 h 207146"/>
              <a:gd name="connsiteX22" fmla="*/ 130152 w 207146"/>
              <a:gd name="connsiteY22" fmla="*/ 101871 h 207146"/>
              <a:gd name="connsiteX23" fmla="*/ 111791 w 207146"/>
              <a:gd name="connsiteY23" fmla="*/ 123192 h 207146"/>
              <a:gd name="connsiteX24" fmla="*/ 111791 w 207146"/>
              <a:gd name="connsiteY24" fmla="*/ 176941 h 207146"/>
              <a:gd name="connsiteX25" fmla="*/ 80697 w 207146"/>
              <a:gd name="connsiteY25" fmla="*/ 176941 h 207146"/>
              <a:gd name="connsiteX26" fmla="*/ 80697 w 207146"/>
              <a:gd name="connsiteY26" fmla="*/ 77884 h 207146"/>
              <a:gd name="connsiteX27" fmla="*/ 110607 w 207146"/>
              <a:gd name="connsiteY27" fmla="*/ 77884 h 207146"/>
              <a:gd name="connsiteX28" fmla="*/ 110607 w 207146"/>
              <a:gd name="connsiteY28" fmla="*/ 91654 h 207146"/>
              <a:gd name="connsiteX29" fmla="*/ 111051 w 207146"/>
              <a:gd name="connsiteY29" fmla="*/ 91654 h 207146"/>
              <a:gd name="connsiteX30" fmla="*/ 140664 w 207146"/>
              <a:gd name="connsiteY30" fmla="*/ 75218 h 207146"/>
              <a:gd name="connsiteX31" fmla="*/ 176793 w 207146"/>
              <a:gd name="connsiteY31" fmla="*/ 115789 h 207146"/>
              <a:gd name="connsiteX32" fmla="*/ 176793 w 207146"/>
              <a:gd name="connsiteY32" fmla="*/ 177089 h 207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07146" h="207146">
                <a:moveTo>
                  <a:pt x="192044" y="0"/>
                </a:moveTo>
                <a:lnTo>
                  <a:pt x="15251" y="0"/>
                </a:lnTo>
                <a:cubicBezTo>
                  <a:pt x="6811" y="0"/>
                  <a:pt x="0" y="6811"/>
                  <a:pt x="0" y="15251"/>
                </a:cubicBezTo>
                <a:lnTo>
                  <a:pt x="0" y="191896"/>
                </a:lnTo>
                <a:cubicBezTo>
                  <a:pt x="0" y="200336"/>
                  <a:pt x="6811" y="207147"/>
                  <a:pt x="15251" y="207147"/>
                </a:cubicBezTo>
                <a:lnTo>
                  <a:pt x="191896" y="207147"/>
                </a:lnTo>
                <a:cubicBezTo>
                  <a:pt x="200336" y="207147"/>
                  <a:pt x="207147" y="200336"/>
                  <a:pt x="207147" y="191896"/>
                </a:cubicBezTo>
                <a:lnTo>
                  <a:pt x="207147" y="15251"/>
                </a:lnTo>
                <a:cubicBezTo>
                  <a:pt x="207147" y="6811"/>
                  <a:pt x="200336" y="0"/>
                  <a:pt x="191896" y="0"/>
                </a:cubicBezTo>
                <a:close/>
                <a:moveTo>
                  <a:pt x="61892" y="176645"/>
                </a:moveTo>
                <a:lnTo>
                  <a:pt x="30798" y="176645"/>
                </a:lnTo>
                <a:lnTo>
                  <a:pt x="30798" y="77587"/>
                </a:lnTo>
                <a:lnTo>
                  <a:pt x="61892" y="77587"/>
                </a:lnTo>
                <a:lnTo>
                  <a:pt x="61892" y="176645"/>
                </a:lnTo>
                <a:close/>
                <a:moveTo>
                  <a:pt x="46345" y="63965"/>
                </a:moveTo>
                <a:cubicBezTo>
                  <a:pt x="36425" y="63965"/>
                  <a:pt x="28429" y="56414"/>
                  <a:pt x="28429" y="46049"/>
                </a:cubicBezTo>
                <a:cubicBezTo>
                  <a:pt x="28429" y="35684"/>
                  <a:pt x="36425" y="28133"/>
                  <a:pt x="46345" y="28133"/>
                </a:cubicBezTo>
                <a:cubicBezTo>
                  <a:pt x="56266" y="28133"/>
                  <a:pt x="64261" y="35684"/>
                  <a:pt x="64261" y="46049"/>
                </a:cubicBezTo>
                <a:cubicBezTo>
                  <a:pt x="64261" y="56414"/>
                  <a:pt x="56266" y="63965"/>
                  <a:pt x="46345" y="63965"/>
                </a:cubicBezTo>
                <a:close/>
                <a:moveTo>
                  <a:pt x="176793" y="176793"/>
                </a:moveTo>
                <a:lnTo>
                  <a:pt x="145699" y="176793"/>
                </a:lnTo>
                <a:lnTo>
                  <a:pt x="145699" y="122748"/>
                </a:lnTo>
                <a:cubicBezTo>
                  <a:pt x="145699" y="106757"/>
                  <a:pt x="138888" y="101871"/>
                  <a:pt x="130152" y="101871"/>
                </a:cubicBezTo>
                <a:cubicBezTo>
                  <a:pt x="120971" y="101871"/>
                  <a:pt x="111791" y="108830"/>
                  <a:pt x="111791" y="123192"/>
                </a:cubicBezTo>
                <a:lnTo>
                  <a:pt x="111791" y="176941"/>
                </a:lnTo>
                <a:lnTo>
                  <a:pt x="80697" y="176941"/>
                </a:lnTo>
                <a:lnTo>
                  <a:pt x="80697" y="77884"/>
                </a:lnTo>
                <a:lnTo>
                  <a:pt x="110607" y="77884"/>
                </a:lnTo>
                <a:lnTo>
                  <a:pt x="110607" y="91654"/>
                </a:lnTo>
                <a:lnTo>
                  <a:pt x="111051" y="91654"/>
                </a:lnTo>
                <a:cubicBezTo>
                  <a:pt x="114012" y="85583"/>
                  <a:pt x="124525" y="75218"/>
                  <a:pt x="140664" y="75218"/>
                </a:cubicBezTo>
                <a:cubicBezTo>
                  <a:pt x="157988" y="75218"/>
                  <a:pt x="176793" y="85583"/>
                  <a:pt x="176793" y="115789"/>
                </a:cubicBezTo>
                <a:lnTo>
                  <a:pt x="176793" y="177089"/>
                </a:lnTo>
                <a:close/>
              </a:path>
            </a:pathLst>
          </a:custGeom>
          <a:solidFill>
            <a:srgbClr val="0077B5"/>
          </a:solidFill>
          <a:ln w="147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744A530-441A-2937-9A20-D05EFF740899}"/>
              </a:ext>
            </a:extLst>
          </p:cNvPr>
          <p:cNvCxnSpPr>
            <a:cxnSpLocks/>
          </p:cNvCxnSpPr>
          <p:nvPr userDrawn="1"/>
        </p:nvCxnSpPr>
        <p:spPr>
          <a:xfrm>
            <a:off x="2469922" y="3631050"/>
            <a:ext cx="0" cy="54864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7070DF8-AC8F-E0D1-6890-C6CE330EEC6F}"/>
              </a:ext>
            </a:extLst>
          </p:cNvPr>
          <p:cNvSpPr txBox="1"/>
          <p:nvPr userDrawn="1"/>
        </p:nvSpPr>
        <p:spPr>
          <a:xfrm>
            <a:off x="2644938" y="3824579"/>
            <a:ext cx="1112108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050" b="1">
                <a:solidFill>
                  <a:schemeClr val="tx2"/>
                </a:solidFill>
                <a:effectLst/>
                <a:ea typeface="Calibri" panose="020F0502020204030204" pitchFamily="34" charset="0"/>
              </a:rPr>
              <a:t>kpmg.com</a:t>
            </a:r>
          </a:p>
        </p:txBody>
      </p:sp>
    </p:spTree>
    <p:extLst>
      <p:ext uri="{BB962C8B-B14F-4D97-AF65-F5344CB8AC3E}">
        <p14:creationId xmlns:p14="http://schemas.microsoft.com/office/powerpoint/2010/main" val="2906807736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F5724-C137-47F3-B441-6C1B9714F57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CC0FFF-EDF5-49D0-8C1F-A5D5BA3335B9}"/>
              </a:ext>
            </a:extLst>
          </p:cNvPr>
          <p:cNvSpPr/>
          <p:nvPr userDrawn="1"/>
        </p:nvSpPr>
        <p:spPr>
          <a:xfrm>
            <a:off x="998351" y="2246533"/>
            <a:ext cx="839614" cy="411225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30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73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1F4118-D01B-40DD-940F-068338DB15A5}"/>
              </a:ext>
            </a:extLst>
          </p:cNvPr>
          <p:cNvSpPr/>
          <p:nvPr userDrawn="1"/>
        </p:nvSpPr>
        <p:spPr>
          <a:xfrm>
            <a:off x="998351" y="1731971"/>
            <a:ext cx="839614" cy="411225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141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97C791-7BB0-4AC9-BDE9-68939F34221B}"/>
              </a:ext>
            </a:extLst>
          </p:cNvPr>
          <p:cNvSpPr/>
          <p:nvPr userDrawn="1"/>
        </p:nvSpPr>
        <p:spPr>
          <a:xfrm>
            <a:off x="998351" y="2761094"/>
            <a:ext cx="839614" cy="411225"/>
          </a:xfrm>
          <a:prstGeom prst="rect">
            <a:avLst/>
          </a:prstGeom>
          <a:solidFill>
            <a:srgbClr val="0C2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35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693543-F502-48B0-9E65-053408E60BF0}"/>
              </a:ext>
            </a:extLst>
          </p:cNvPr>
          <p:cNvSpPr/>
          <p:nvPr userDrawn="1"/>
        </p:nvSpPr>
        <p:spPr>
          <a:xfrm>
            <a:off x="998351" y="3275656"/>
            <a:ext cx="839614" cy="411225"/>
          </a:xfrm>
          <a:prstGeom prst="rect">
            <a:avLst/>
          </a:prstGeom>
          <a:solidFill>
            <a:srgbClr val="ACE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172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234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09040-9C95-48FE-AA99-4757E8328519}"/>
              </a:ext>
            </a:extLst>
          </p:cNvPr>
          <p:cNvSpPr/>
          <p:nvPr userDrawn="1"/>
        </p:nvSpPr>
        <p:spPr>
          <a:xfrm>
            <a:off x="2992848" y="1732478"/>
            <a:ext cx="839614" cy="411225"/>
          </a:xfrm>
          <a:prstGeom prst="rect">
            <a:avLst/>
          </a:prstGeom>
          <a:solidFill>
            <a:srgbClr val="76D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118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210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897B22-3CA8-4621-8A3B-B9D2E3D07988}"/>
              </a:ext>
            </a:extLst>
          </p:cNvPr>
          <p:cNvSpPr txBox="1"/>
          <p:nvPr userDrawn="1"/>
        </p:nvSpPr>
        <p:spPr>
          <a:xfrm>
            <a:off x="983882" y="1330325"/>
            <a:ext cx="13640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Primary colors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53D312-00EF-44B5-9D91-290BE0E19654}"/>
              </a:ext>
            </a:extLst>
          </p:cNvPr>
          <p:cNvSpPr/>
          <p:nvPr userDrawn="1"/>
        </p:nvSpPr>
        <p:spPr>
          <a:xfrm>
            <a:off x="998351" y="3786711"/>
            <a:ext cx="839614" cy="411225"/>
          </a:xfrm>
          <a:prstGeom prst="rect">
            <a:avLst/>
          </a:prstGeom>
          <a:solidFill>
            <a:srgbClr val="00B8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184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245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D98991-520C-4FD6-8B23-8732995E56B1}"/>
              </a:ext>
            </a:extLst>
          </p:cNvPr>
          <p:cNvSpPr/>
          <p:nvPr userDrawn="1"/>
        </p:nvSpPr>
        <p:spPr>
          <a:xfrm>
            <a:off x="998351" y="4301271"/>
            <a:ext cx="839614" cy="411225"/>
          </a:xfrm>
          <a:prstGeom prst="rect">
            <a:avLst/>
          </a:prstGeom>
          <a:solidFill>
            <a:srgbClr val="7213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114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234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A38B4C-5B80-413E-B283-1F1ADBFD09CD}"/>
              </a:ext>
            </a:extLst>
          </p:cNvPr>
          <p:cNvSpPr/>
          <p:nvPr userDrawn="1"/>
        </p:nvSpPr>
        <p:spPr>
          <a:xfrm>
            <a:off x="998351" y="4809439"/>
            <a:ext cx="839614" cy="411225"/>
          </a:xfrm>
          <a:prstGeom prst="rect">
            <a:avLst/>
          </a:prstGeom>
          <a:solidFill>
            <a:srgbClr val="FD34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253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07E492-5EF0-4085-AA14-90D280B1DF69}"/>
              </a:ext>
            </a:extLst>
          </p:cNvPr>
          <p:cNvSpPr txBox="1"/>
          <p:nvPr userDrawn="1"/>
        </p:nvSpPr>
        <p:spPr>
          <a:xfrm>
            <a:off x="1921682" y="2852903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Dark Blue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8A2D81-3A9C-47D3-8174-874F601607DC}"/>
              </a:ext>
            </a:extLst>
          </p:cNvPr>
          <p:cNvSpPr txBox="1"/>
          <p:nvPr userDrawn="1"/>
        </p:nvSpPr>
        <p:spPr>
          <a:xfrm>
            <a:off x="1921682" y="1830789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KPMG Blue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791116-D184-4C43-9C1C-30181CDF0E84}"/>
              </a:ext>
            </a:extLst>
          </p:cNvPr>
          <p:cNvSpPr txBox="1"/>
          <p:nvPr userDrawn="1"/>
        </p:nvSpPr>
        <p:spPr>
          <a:xfrm>
            <a:off x="1921682" y="3363960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Light Blue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430D78-5EDB-481E-BB6D-67D8689BCE11}"/>
              </a:ext>
            </a:extLst>
          </p:cNvPr>
          <p:cNvSpPr txBox="1"/>
          <p:nvPr userDrawn="1"/>
        </p:nvSpPr>
        <p:spPr>
          <a:xfrm>
            <a:off x="3971415" y="1817279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Blue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2EE987-0425-4CD8-B75D-E3E8F8C2096D}"/>
              </a:ext>
            </a:extLst>
          </p:cNvPr>
          <p:cNvSpPr txBox="1"/>
          <p:nvPr userDrawn="1"/>
        </p:nvSpPr>
        <p:spPr>
          <a:xfrm>
            <a:off x="1921682" y="2341846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Cobalt Blue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01B4DF-404A-4544-B313-2720FCBDD0B4}"/>
              </a:ext>
            </a:extLst>
          </p:cNvPr>
          <p:cNvSpPr txBox="1"/>
          <p:nvPr userDrawn="1"/>
        </p:nvSpPr>
        <p:spPr>
          <a:xfrm>
            <a:off x="1921682" y="3874401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Pacific Blue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DFA940-4699-43CF-A21A-AE4227704697}"/>
              </a:ext>
            </a:extLst>
          </p:cNvPr>
          <p:cNvSpPr txBox="1"/>
          <p:nvPr userDrawn="1"/>
        </p:nvSpPr>
        <p:spPr>
          <a:xfrm>
            <a:off x="1921682" y="4385458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Purple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9A40265-6498-4E16-877D-6BC9A8CE7DCA}"/>
              </a:ext>
            </a:extLst>
          </p:cNvPr>
          <p:cNvSpPr txBox="1"/>
          <p:nvPr userDrawn="1"/>
        </p:nvSpPr>
        <p:spPr>
          <a:xfrm>
            <a:off x="1921682" y="4896518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Pink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B6D9AD-8E94-4A62-B92C-C973F5486E37}"/>
              </a:ext>
            </a:extLst>
          </p:cNvPr>
          <p:cNvSpPr/>
          <p:nvPr userDrawn="1"/>
        </p:nvSpPr>
        <p:spPr>
          <a:xfrm>
            <a:off x="2999643" y="2243028"/>
            <a:ext cx="839614" cy="411225"/>
          </a:xfrm>
          <a:prstGeom prst="rect">
            <a:avLst/>
          </a:prstGeom>
          <a:solidFill>
            <a:srgbClr val="510D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81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188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377AFC-4BDC-44AC-80A6-06A9503B868A}"/>
              </a:ext>
            </a:extLst>
          </p:cNvPr>
          <p:cNvSpPr/>
          <p:nvPr userDrawn="1"/>
        </p:nvSpPr>
        <p:spPr>
          <a:xfrm>
            <a:off x="2999643" y="2757590"/>
            <a:ext cx="839614" cy="411225"/>
          </a:xfrm>
          <a:prstGeom prst="rect">
            <a:avLst/>
          </a:prstGeom>
          <a:solidFill>
            <a:srgbClr val="B49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180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231EB6-12A0-47AA-88B0-D248845383EA}"/>
              </a:ext>
            </a:extLst>
          </p:cNvPr>
          <p:cNvSpPr txBox="1"/>
          <p:nvPr userDrawn="1"/>
        </p:nvSpPr>
        <p:spPr>
          <a:xfrm>
            <a:off x="2992848" y="1330325"/>
            <a:ext cx="19463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Accent colors for infographics and charts only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B8F1FC7-CA8A-485A-9440-4EA69DF44F1B}"/>
              </a:ext>
            </a:extLst>
          </p:cNvPr>
          <p:cNvSpPr/>
          <p:nvPr userDrawn="1"/>
        </p:nvSpPr>
        <p:spPr>
          <a:xfrm>
            <a:off x="2999643" y="3272151"/>
            <a:ext cx="839614" cy="411225"/>
          </a:xfrm>
          <a:prstGeom prst="rect">
            <a:avLst/>
          </a:prstGeom>
          <a:solidFill>
            <a:srgbClr val="AB0D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171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4DC1F0-F2DB-41DC-B843-C645575C978D}"/>
              </a:ext>
            </a:extLst>
          </p:cNvPr>
          <p:cNvSpPr/>
          <p:nvPr userDrawn="1"/>
        </p:nvSpPr>
        <p:spPr>
          <a:xfrm>
            <a:off x="2999643" y="3786713"/>
            <a:ext cx="839614" cy="411225"/>
          </a:xfrm>
          <a:prstGeom prst="rect">
            <a:avLst/>
          </a:prstGeom>
          <a:solidFill>
            <a:srgbClr val="FFA3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163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218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FDCCC15-7DDA-4C27-A66A-86FEF3CE0FDB}"/>
              </a:ext>
            </a:extLst>
          </p:cNvPr>
          <p:cNvSpPr/>
          <p:nvPr userDrawn="1"/>
        </p:nvSpPr>
        <p:spPr>
          <a:xfrm>
            <a:off x="2999643" y="4301273"/>
            <a:ext cx="839614" cy="411225"/>
          </a:xfrm>
          <a:prstGeom prst="rect">
            <a:avLst/>
          </a:prstGeom>
          <a:solidFill>
            <a:srgbClr val="098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142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126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6A7B705-A81A-45EE-B7F8-A08C39775723}"/>
              </a:ext>
            </a:extLst>
          </p:cNvPr>
          <p:cNvSpPr/>
          <p:nvPr userDrawn="1"/>
        </p:nvSpPr>
        <p:spPr>
          <a:xfrm>
            <a:off x="2999643" y="4809441"/>
            <a:ext cx="839614" cy="411225"/>
          </a:xfrm>
          <a:prstGeom prst="rect">
            <a:avLst/>
          </a:prstGeom>
          <a:solidFill>
            <a:srgbClr val="00C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174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0C56EF7-AC83-449B-8CC3-F1D314081B92}"/>
              </a:ext>
            </a:extLst>
          </p:cNvPr>
          <p:cNvSpPr/>
          <p:nvPr userDrawn="1"/>
        </p:nvSpPr>
        <p:spPr>
          <a:xfrm>
            <a:off x="2999643" y="5324001"/>
            <a:ext cx="839614" cy="411225"/>
          </a:xfrm>
          <a:prstGeom prst="rect">
            <a:avLst/>
          </a:prstGeom>
          <a:solidFill>
            <a:srgbClr val="63EB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accent3"/>
                </a:solidFill>
              </a:rPr>
              <a:t>99</a:t>
            </a:r>
          </a:p>
          <a:p>
            <a:pPr algn="ctr"/>
            <a:r>
              <a:rPr lang="en-GB" sz="800">
                <a:solidFill>
                  <a:schemeClr val="accent3"/>
                </a:solidFill>
              </a:rPr>
              <a:t>235</a:t>
            </a:r>
          </a:p>
          <a:p>
            <a:pPr algn="ctr"/>
            <a:r>
              <a:rPr lang="en-GB" sz="800">
                <a:solidFill>
                  <a:schemeClr val="accent3"/>
                </a:solidFill>
              </a:rPr>
              <a:t>218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4556660-1591-47B1-B18E-F2FCE5FDCA50}"/>
              </a:ext>
            </a:extLst>
          </p:cNvPr>
          <p:cNvGrpSpPr/>
          <p:nvPr userDrawn="1"/>
        </p:nvGrpSpPr>
        <p:grpSpPr>
          <a:xfrm>
            <a:off x="3971416" y="2341846"/>
            <a:ext cx="1253995" cy="3303408"/>
            <a:chOff x="2169429" y="1756308"/>
            <a:chExt cx="2286000" cy="3303408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1242448-F6EA-445E-86F6-56F1F6B8DCA0}"/>
                </a:ext>
              </a:extLst>
            </p:cNvPr>
            <p:cNvSpPr txBox="1"/>
            <p:nvPr userDrawn="1"/>
          </p:nvSpPr>
          <p:spPr>
            <a:xfrm>
              <a:off x="2169429" y="2778422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Pink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9F2D96E-0391-44D3-9D85-C49CD2682224}"/>
                </a:ext>
              </a:extLst>
            </p:cNvPr>
            <p:cNvSpPr txBox="1"/>
            <p:nvPr userDrawn="1"/>
          </p:nvSpPr>
          <p:spPr>
            <a:xfrm>
              <a:off x="2169429" y="1756308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Purple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12A9094-C141-4137-91C8-07CDF0270449}"/>
                </a:ext>
              </a:extLst>
            </p:cNvPr>
            <p:cNvSpPr txBox="1"/>
            <p:nvPr userDrawn="1"/>
          </p:nvSpPr>
          <p:spPr>
            <a:xfrm>
              <a:off x="2169429" y="3289479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Pink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455B7B5-73DE-46AF-B400-88997B50AD80}"/>
                </a:ext>
              </a:extLst>
            </p:cNvPr>
            <p:cNvSpPr txBox="1"/>
            <p:nvPr userDrawn="1"/>
          </p:nvSpPr>
          <p:spPr>
            <a:xfrm>
              <a:off x="2169429" y="3800536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Green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B4C4881-6213-41A5-AC03-CCE78498A9AE}"/>
                </a:ext>
              </a:extLst>
            </p:cNvPr>
            <p:cNvSpPr txBox="1"/>
            <p:nvPr userDrawn="1"/>
          </p:nvSpPr>
          <p:spPr>
            <a:xfrm>
              <a:off x="2169429" y="2267365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Purple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40387EA-5FDE-4F6F-BAF2-604549CCD0F0}"/>
                </a:ext>
              </a:extLst>
            </p:cNvPr>
            <p:cNvSpPr txBox="1"/>
            <p:nvPr userDrawn="1"/>
          </p:nvSpPr>
          <p:spPr>
            <a:xfrm>
              <a:off x="2169429" y="4311593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Green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92671DE-F6BD-48CB-B11C-208DD1F1CCB3}"/>
                </a:ext>
              </a:extLst>
            </p:cNvPr>
            <p:cNvSpPr txBox="1"/>
            <p:nvPr userDrawn="1"/>
          </p:nvSpPr>
          <p:spPr>
            <a:xfrm>
              <a:off x="2169429" y="4822650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Green</a:t>
              </a: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35C7B945-9627-4D94-B008-C987FEA96972}"/>
              </a:ext>
            </a:extLst>
          </p:cNvPr>
          <p:cNvSpPr/>
          <p:nvPr userDrawn="1"/>
        </p:nvSpPr>
        <p:spPr>
          <a:xfrm>
            <a:off x="5232206" y="1731971"/>
            <a:ext cx="839614" cy="4112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EB1F170-4966-4AAF-ABAA-3D2A0369F7FA}"/>
              </a:ext>
            </a:extLst>
          </p:cNvPr>
          <p:cNvSpPr/>
          <p:nvPr userDrawn="1"/>
        </p:nvSpPr>
        <p:spPr>
          <a:xfrm>
            <a:off x="5232206" y="2246533"/>
            <a:ext cx="839614" cy="411225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033C2B2-E4D1-4420-8509-EC1E2C80321F}"/>
              </a:ext>
            </a:extLst>
          </p:cNvPr>
          <p:cNvSpPr txBox="1"/>
          <p:nvPr userDrawn="1"/>
        </p:nvSpPr>
        <p:spPr>
          <a:xfrm>
            <a:off x="5225411" y="1330325"/>
            <a:ext cx="15452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Neutrals for infographics and charts only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BFC6FF0-9D30-4829-A667-26B9E6467077}"/>
              </a:ext>
            </a:extLst>
          </p:cNvPr>
          <p:cNvSpPr/>
          <p:nvPr userDrawn="1"/>
        </p:nvSpPr>
        <p:spPr>
          <a:xfrm>
            <a:off x="5232206" y="2761094"/>
            <a:ext cx="839614" cy="411225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F40F7A4-A491-46D0-AC78-F38FB368D987}"/>
              </a:ext>
            </a:extLst>
          </p:cNvPr>
          <p:cNvSpPr/>
          <p:nvPr userDrawn="1"/>
        </p:nvSpPr>
        <p:spPr>
          <a:xfrm>
            <a:off x="5232206" y="3275656"/>
            <a:ext cx="839614" cy="411225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22CE48C-CD62-438B-AF1B-E80398CE41CF}"/>
              </a:ext>
            </a:extLst>
          </p:cNvPr>
          <p:cNvSpPr/>
          <p:nvPr userDrawn="1"/>
        </p:nvSpPr>
        <p:spPr>
          <a:xfrm>
            <a:off x="5232206" y="3790216"/>
            <a:ext cx="839614" cy="4112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FA814C9-BD96-4348-B664-2AD4A5DAAB12}"/>
              </a:ext>
            </a:extLst>
          </p:cNvPr>
          <p:cNvSpPr txBox="1"/>
          <p:nvPr userDrawn="1"/>
        </p:nvSpPr>
        <p:spPr>
          <a:xfrm>
            <a:off x="6203979" y="2852903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38E8C09-0782-4E70-887B-080A8FC240A9}"/>
              </a:ext>
            </a:extLst>
          </p:cNvPr>
          <p:cNvSpPr txBox="1"/>
          <p:nvPr userDrawn="1"/>
        </p:nvSpPr>
        <p:spPr>
          <a:xfrm>
            <a:off x="6203979" y="1830789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C3E17E9-EAB5-401D-99B5-E01BBCBAAE59}"/>
              </a:ext>
            </a:extLst>
          </p:cNvPr>
          <p:cNvSpPr txBox="1"/>
          <p:nvPr userDrawn="1"/>
        </p:nvSpPr>
        <p:spPr>
          <a:xfrm>
            <a:off x="6203979" y="3363960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95C41B-9591-4042-8AC0-03DBDA91FD18}"/>
              </a:ext>
            </a:extLst>
          </p:cNvPr>
          <p:cNvSpPr txBox="1"/>
          <p:nvPr userDrawn="1"/>
        </p:nvSpPr>
        <p:spPr>
          <a:xfrm>
            <a:off x="6203979" y="3875017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924189F-5F86-46B9-810F-1AF60243011B}"/>
              </a:ext>
            </a:extLst>
          </p:cNvPr>
          <p:cNvSpPr txBox="1"/>
          <p:nvPr userDrawn="1"/>
        </p:nvSpPr>
        <p:spPr>
          <a:xfrm>
            <a:off x="6203979" y="2341846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ACB48A6-B340-401D-8994-A0E53291AC9B}"/>
              </a:ext>
            </a:extLst>
          </p:cNvPr>
          <p:cNvSpPr/>
          <p:nvPr userDrawn="1"/>
        </p:nvSpPr>
        <p:spPr>
          <a:xfrm>
            <a:off x="7170486" y="2656172"/>
            <a:ext cx="839614" cy="411225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6F71474-A782-4BB1-8B9F-8DCCEAF88E0C}"/>
              </a:ext>
            </a:extLst>
          </p:cNvPr>
          <p:cNvSpPr/>
          <p:nvPr userDrawn="1"/>
        </p:nvSpPr>
        <p:spPr>
          <a:xfrm>
            <a:off x="9170077" y="2656172"/>
            <a:ext cx="839614" cy="411225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02BFCC-8EF9-4273-ADB0-A655CD827F66}"/>
              </a:ext>
            </a:extLst>
          </p:cNvPr>
          <p:cNvSpPr txBox="1"/>
          <p:nvPr userDrawn="1"/>
        </p:nvSpPr>
        <p:spPr>
          <a:xfrm>
            <a:off x="8028290" y="2743862"/>
            <a:ext cx="1568421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Purple/</a:t>
            </a:r>
            <a:br>
              <a:rPr lang="en-GB" sz="1000"/>
            </a:br>
            <a:r>
              <a:rPr lang="en-GB" sz="1000"/>
              <a:t>Cobalt gradient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2D8D802-07C6-434C-B36C-582D2F2FAF7C}"/>
              </a:ext>
            </a:extLst>
          </p:cNvPr>
          <p:cNvSpPr txBox="1"/>
          <p:nvPr userDrawn="1"/>
        </p:nvSpPr>
        <p:spPr>
          <a:xfrm>
            <a:off x="10053992" y="2743862"/>
            <a:ext cx="1709098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Pacific/</a:t>
            </a:r>
            <a:br>
              <a:rPr lang="en-GB" sz="1000"/>
            </a:br>
            <a:r>
              <a:rPr lang="en-GB" sz="1000"/>
              <a:t>Light Blue gradient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56630A0-1CC3-4558-99F3-72A9846C3FA4}"/>
              </a:ext>
            </a:extLst>
          </p:cNvPr>
          <p:cNvSpPr txBox="1"/>
          <p:nvPr userDrawn="1"/>
        </p:nvSpPr>
        <p:spPr>
          <a:xfrm>
            <a:off x="7146554" y="1298952"/>
            <a:ext cx="4047046" cy="12695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Gradients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</a:t>
            </a:r>
            <a:r>
              <a:rPr lang="en-US" sz="1000" b="0" noProof="0">
                <a:solidFill>
                  <a:sysClr val="windowText" lastClr="000000"/>
                </a:solidFill>
              </a:rPr>
              <a:t>colors</a:t>
            </a:r>
            <a:r>
              <a:rPr lang="en-GB" sz="1000" b="0">
                <a:solidFill>
                  <a:sysClr val="windowText" lastClr="000000"/>
                </a:solidFill>
              </a:rPr>
              <a:t> are applied at both ends of the gradient, at 0% and 100% locations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midpoint is at 50%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gradients are used at a 0º angle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Use the linear gradient, never radial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Do not create new gradients; use only the gradients shown here</a:t>
            </a:r>
            <a:endParaRPr lang="en-US" sz="1000" b="0">
              <a:solidFill>
                <a:sysClr val="windowText" lastClr="00000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D5AAA1F-BD76-48F7-8C50-6E5979B9537B}"/>
              </a:ext>
            </a:extLst>
          </p:cNvPr>
          <p:cNvSpPr/>
          <p:nvPr userDrawn="1"/>
        </p:nvSpPr>
        <p:spPr>
          <a:xfrm>
            <a:off x="5225411" y="4304594"/>
            <a:ext cx="839614" cy="4112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85E89C-C25F-4DDF-BA6F-8600323267FE}"/>
              </a:ext>
            </a:extLst>
          </p:cNvPr>
          <p:cNvSpPr txBox="1"/>
          <p:nvPr userDrawn="1"/>
        </p:nvSpPr>
        <p:spPr>
          <a:xfrm>
            <a:off x="6197184" y="4389395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White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6117D9B-6EF8-4B36-A112-FD6D19D0AE23}"/>
              </a:ext>
            </a:extLst>
          </p:cNvPr>
          <p:cNvSpPr txBox="1"/>
          <p:nvPr userDrawn="1"/>
        </p:nvSpPr>
        <p:spPr>
          <a:xfrm>
            <a:off x="7146554" y="3336981"/>
            <a:ext cx="1194238" cy="15388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Traffic Light palette</a:t>
            </a:r>
            <a:endParaRPr lang="en-US" sz="1000" b="0">
              <a:solidFill>
                <a:sysClr val="windowText" lastClr="000000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629CA1F-9C19-4EBE-AACF-DD30D2A7CB9D}"/>
              </a:ext>
            </a:extLst>
          </p:cNvPr>
          <p:cNvSpPr>
            <a:spLocks/>
          </p:cNvSpPr>
          <p:nvPr userDrawn="1"/>
        </p:nvSpPr>
        <p:spPr>
          <a:xfrm>
            <a:off x="9353776" y="3589581"/>
            <a:ext cx="839614" cy="411225"/>
          </a:xfrm>
          <a:prstGeom prst="rect">
            <a:avLst/>
          </a:prstGeom>
          <a:solidFill>
            <a:srgbClr val="269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38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8F50825-9522-489D-AFE6-03DCC983AE45}"/>
              </a:ext>
            </a:extLst>
          </p:cNvPr>
          <p:cNvSpPr>
            <a:spLocks/>
          </p:cNvSpPr>
          <p:nvPr userDrawn="1"/>
        </p:nvSpPr>
        <p:spPr>
          <a:xfrm>
            <a:off x="8262131" y="3589581"/>
            <a:ext cx="839614" cy="411225"/>
          </a:xfrm>
          <a:prstGeom prst="rect">
            <a:avLst/>
          </a:prstGeom>
          <a:solidFill>
            <a:srgbClr val="F1C4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241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196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77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20DF8B8-BB57-4FAB-8303-1EA0BDA6B7F5}"/>
              </a:ext>
            </a:extLst>
          </p:cNvPr>
          <p:cNvSpPr>
            <a:spLocks/>
          </p:cNvSpPr>
          <p:nvPr userDrawn="1"/>
        </p:nvSpPr>
        <p:spPr>
          <a:xfrm>
            <a:off x="7170486" y="3589581"/>
            <a:ext cx="839614" cy="411225"/>
          </a:xfrm>
          <a:prstGeom prst="rect">
            <a:avLst/>
          </a:prstGeom>
          <a:solidFill>
            <a:srgbClr val="ED21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237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E284CC6-D89E-4E2E-9C1A-D2D015D4CCE1}"/>
              </a:ext>
            </a:extLst>
          </p:cNvPr>
          <p:cNvSpPr txBox="1"/>
          <p:nvPr userDrawn="1"/>
        </p:nvSpPr>
        <p:spPr>
          <a:xfrm>
            <a:off x="7146553" y="4285684"/>
            <a:ext cx="4159622" cy="6263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Potential chart color order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ysClr val="windowText" lastClr="000000"/>
                </a:solidFill>
              </a:rPr>
              <a:t>Prioritize our blues, but they don’t have to be used all at once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ysClr val="windowText" lastClr="000000"/>
                </a:solidFill>
              </a:rPr>
              <a:t>Mix light, mid, and dark tones within data sets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2E93FD9-5621-45B8-BDA7-4C88B41DB4D9}"/>
              </a:ext>
            </a:extLst>
          </p:cNvPr>
          <p:cNvCxnSpPr/>
          <p:nvPr userDrawn="1"/>
        </p:nvCxnSpPr>
        <p:spPr>
          <a:xfrm>
            <a:off x="7170486" y="3242602"/>
            <a:ext cx="40231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8F7303C-5EE8-4FA6-A437-87F2BF61E6C8}"/>
              </a:ext>
            </a:extLst>
          </p:cNvPr>
          <p:cNvCxnSpPr/>
          <p:nvPr userDrawn="1"/>
        </p:nvCxnSpPr>
        <p:spPr>
          <a:xfrm>
            <a:off x="7170486" y="4176642"/>
            <a:ext cx="40231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9C72177-73C5-408A-8C21-86379F35DFDA}"/>
              </a:ext>
            </a:extLst>
          </p:cNvPr>
          <p:cNvGrpSpPr/>
          <p:nvPr userDrawn="1"/>
        </p:nvGrpSpPr>
        <p:grpSpPr>
          <a:xfrm>
            <a:off x="7170486" y="5015319"/>
            <a:ext cx="4023114" cy="868052"/>
            <a:chOff x="6942744" y="5227726"/>
            <a:chExt cx="6397168" cy="1380293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9C4E567-3FDF-4915-8D1F-4D3869F8570F}"/>
                </a:ext>
              </a:extLst>
            </p:cNvPr>
            <p:cNvSpPr/>
            <p:nvPr userDrawn="1"/>
          </p:nvSpPr>
          <p:spPr>
            <a:xfrm>
              <a:off x="8821942" y="5227726"/>
              <a:ext cx="759576" cy="592341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30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73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226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2DA33985-45D0-4046-B44C-8DCBCFFD86AC}"/>
                </a:ext>
              </a:extLst>
            </p:cNvPr>
            <p:cNvSpPr/>
            <p:nvPr userDrawn="1"/>
          </p:nvSpPr>
          <p:spPr>
            <a:xfrm>
              <a:off x="6942744" y="5227726"/>
              <a:ext cx="759576" cy="592341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141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60024D76-5422-4C07-A547-F2C593130265}"/>
                </a:ext>
              </a:extLst>
            </p:cNvPr>
            <p:cNvSpPr/>
            <p:nvPr userDrawn="1"/>
          </p:nvSpPr>
          <p:spPr>
            <a:xfrm>
              <a:off x="9761541" y="5227726"/>
              <a:ext cx="759576" cy="592341"/>
            </a:xfrm>
            <a:prstGeom prst="rect">
              <a:avLst/>
            </a:prstGeom>
            <a:solidFill>
              <a:srgbClr val="76D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118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210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255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06E42AD4-4E53-43DB-966B-14EA0ED3E458}"/>
                </a:ext>
              </a:extLst>
            </p:cNvPr>
            <p:cNvSpPr/>
            <p:nvPr userDrawn="1"/>
          </p:nvSpPr>
          <p:spPr>
            <a:xfrm>
              <a:off x="11640737" y="5227726"/>
              <a:ext cx="759576" cy="592341"/>
            </a:xfrm>
            <a:prstGeom prst="rect">
              <a:avLst/>
            </a:prstGeom>
            <a:solidFill>
              <a:srgbClr val="B497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180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255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3123BFF0-C9BC-4A9F-8C1A-6677CDC1F631}"/>
                </a:ext>
              </a:extLst>
            </p:cNvPr>
            <p:cNvSpPr/>
            <p:nvPr userDrawn="1"/>
          </p:nvSpPr>
          <p:spPr>
            <a:xfrm>
              <a:off x="8821942" y="6015678"/>
              <a:ext cx="759576" cy="592341"/>
            </a:xfrm>
            <a:prstGeom prst="rect">
              <a:avLst/>
            </a:prstGeom>
            <a:solidFill>
              <a:srgbClr val="FD34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156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B91896C-FA19-4C29-A6A4-8285D7F3418C}"/>
                </a:ext>
              </a:extLst>
            </p:cNvPr>
            <p:cNvSpPr/>
            <p:nvPr userDrawn="1"/>
          </p:nvSpPr>
          <p:spPr>
            <a:xfrm>
              <a:off x="10701139" y="5227726"/>
              <a:ext cx="759576" cy="592341"/>
            </a:xfrm>
            <a:prstGeom prst="rect">
              <a:avLst/>
            </a:prstGeom>
            <a:solidFill>
              <a:srgbClr val="7213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114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234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8E4376B-58CB-4B0E-AB7F-3AF61E7659F9}"/>
                </a:ext>
              </a:extLst>
            </p:cNvPr>
            <p:cNvSpPr/>
            <p:nvPr userDrawn="1"/>
          </p:nvSpPr>
          <p:spPr>
            <a:xfrm>
              <a:off x="9761541" y="6015678"/>
              <a:ext cx="759576" cy="592341"/>
            </a:xfrm>
            <a:prstGeom prst="rect">
              <a:avLst/>
            </a:prstGeom>
            <a:solidFill>
              <a:srgbClr val="FFA3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255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163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218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CCBC42E-797C-4CB6-8C59-2D6FCDDB1F33}"/>
                </a:ext>
              </a:extLst>
            </p:cNvPr>
            <p:cNvSpPr/>
            <p:nvPr userDrawn="1"/>
          </p:nvSpPr>
          <p:spPr>
            <a:xfrm>
              <a:off x="6942744" y="6015678"/>
              <a:ext cx="759576" cy="592341"/>
            </a:xfrm>
            <a:prstGeom prst="rect">
              <a:avLst/>
            </a:prstGeom>
            <a:solidFill>
              <a:srgbClr val="00C0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174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91DA2AF-1629-48DB-9571-C0A4059F3B38}"/>
                </a:ext>
              </a:extLst>
            </p:cNvPr>
            <p:cNvSpPr/>
            <p:nvPr userDrawn="1"/>
          </p:nvSpPr>
          <p:spPr>
            <a:xfrm>
              <a:off x="12580336" y="6015678"/>
              <a:ext cx="759576" cy="592341"/>
            </a:xfrm>
            <a:prstGeom prst="rect">
              <a:avLst/>
            </a:prstGeom>
            <a:solidFill>
              <a:srgbClr val="63E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99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235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218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7004D9F3-522B-4798-8584-5DAEBCA82D69}"/>
                </a:ext>
              </a:extLst>
            </p:cNvPr>
            <p:cNvSpPr/>
            <p:nvPr userDrawn="1"/>
          </p:nvSpPr>
          <p:spPr>
            <a:xfrm>
              <a:off x="7882343" y="5227726"/>
              <a:ext cx="759576" cy="592341"/>
            </a:xfrm>
            <a:prstGeom prst="rect">
              <a:avLst/>
            </a:prstGeom>
            <a:solidFill>
              <a:srgbClr val="00B8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245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DDFAE922-1756-4DBB-9867-8AF985CB3C58}"/>
                </a:ext>
              </a:extLst>
            </p:cNvPr>
            <p:cNvSpPr/>
            <p:nvPr userDrawn="1"/>
          </p:nvSpPr>
          <p:spPr>
            <a:xfrm>
              <a:off x="11640737" y="6015678"/>
              <a:ext cx="759576" cy="592341"/>
            </a:xfrm>
            <a:prstGeom prst="rect">
              <a:avLst/>
            </a:prstGeom>
            <a:solidFill>
              <a:srgbClr val="510D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81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188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88FF5845-C594-4FAB-AA8F-EA33A333B321}"/>
                </a:ext>
              </a:extLst>
            </p:cNvPr>
            <p:cNvSpPr/>
            <p:nvPr userDrawn="1"/>
          </p:nvSpPr>
          <p:spPr>
            <a:xfrm>
              <a:off x="12580336" y="5227726"/>
              <a:ext cx="759576" cy="592341"/>
            </a:xfrm>
            <a:prstGeom prst="rect">
              <a:avLst/>
            </a:prstGeom>
            <a:solidFill>
              <a:srgbClr val="098E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142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126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DF8DBD9-3426-4B1A-A0E8-1F5F3DA02FE2}"/>
                </a:ext>
              </a:extLst>
            </p:cNvPr>
            <p:cNvSpPr/>
            <p:nvPr userDrawn="1"/>
          </p:nvSpPr>
          <p:spPr>
            <a:xfrm>
              <a:off x="10701139" y="6015678"/>
              <a:ext cx="759576" cy="592341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7F2702EE-4E6E-4980-B5D2-9FC76A136BA8}"/>
                </a:ext>
              </a:extLst>
            </p:cNvPr>
            <p:cNvSpPr/>
            <p:nvPr userDrawn="1"/>
          </p:nvSpPr>
          <p:spPr>
            <a:xfrm>
              <a:off x="7882343" y="6015678"/>
              <a:ext cx="759576" cy="592341"/>
            </a:xfrm>
            <a:prstGeom prst="rect">
              <a:avLst/>
            </a:prstGeom>
            <a:solidFill>
              <a:srgbClr val="AB0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171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6796644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B00C76C-8FDF-939D-9BF7-ED86B8A09683}"/>
              </a:ext>
            </a:extLst>
          </p:cNvPr>
          <p:cNvSpPr/>
          <p:nvPr userDrawn="1"/>
        </p:nvSpPr>
        <p:spPr>
          <a:xfrm>
            <a:off x="0" y="0"/>
            <a:ext cx="6482281" cy="6029608"/>
          </a:xfrm>
          <a:prstGeom prst="rect">
            <a:avLst/>
          </a:prstGeom>
          <a:gradFill>
            <a:gsLst>
              <a:gs pos="0">
                <a:srgbClr val="7213EA"/>
              </a:gs>
              <a:gs pos="100000">
                <a:srgbClr val="1E49E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2296814"/>
            <a:ext cx="4020256" cy="533400"/>
          </a:xfrm>
        </p:spPr>
        <p:txBody>
          <a:bodyPr anchor="ctr"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30DB1C0-6A8F-C400-D535-756CF0C3CD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90511" y="517524"/>
            <a:ext cx="4498290" cy="5231425"/>
          </a:xfrm>
        </p:spPr>
        <p:txBody>
          <a:bodyPr anchor="ctr"/>
          <a:lstStyle>
            <a:lvl1pPr>
              <a:spcAft>
                <a:spcPts val="0"/>
              </a:spcAft>
              <a:defRPr sz="1800" b="1">
                <a:solidFill>
                  <a:schemeClr val="tx2"/>
                </a:solidFill>
              </a:defRPr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64768204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99F4025-D6D1-3FCA-5131-3FE2BFC2B5A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" y="0"/>
            <a:ext cx="6509442" cy="6029325"/>
          </a:xfr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t"/>
          <a:lstStyle>
            <a:lvl1pPr algn="ctr">
              <a:defRPr lang="en-US" sz="1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2296814"/>
            <a:ext cx="4020256" cy="533400"/>
          </a:xfrm>
        </p:spPr>
        <p:txBody>
          <a:bodyPr anchor="ctr"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B27649C9-300B-0A43-CF29-9A706DD5F4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26313" y="517524"/>
            <a:ext cx="4362488" cy="5231425"/>
          </a:xfrm>
        </p:spPr>
        <p:txBody>
          <a:bodyPr anchor="ctr"/>
          <a:lstStyle>
            <a:lvl1pPr>
              <a:spcAft>
                <a:spcPts val="0"/>
              </a:spcAft>
              <a:defRPr sz="1800" b="1">
                <a:solidFill>
                  <a:schemeClr val="tx2"/>
                </a:solidFill>
              </a:defRPr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5357486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FC99C-7410-4D22-BA8D-48877FCF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F0349-D058-A407-0551-F4C4F624967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319213"/>
            <a:ext cx="7071275" cy="4552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70D78B4-5113-23F5-AF68-C56D3317A34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74455" y="1319213"/>
            <a:ext cx="2822182" cy="4552950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2213864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_doubl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C733E-E364-489F-B7AF-D2002EE59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364" y="431800"/>
            <a:ext cx="10204450" cy="100107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7C9FF4-C999-39DC-2F76-6B71B5A8BED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700213"/>
            <a:ext cx="8759824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6728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3FD8B3-A559-4E34-BA53-32A7F927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48947F85-E5F1-445E-BD2C-8963D165668D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75E1DB-F124-D258-2E60-1D91DC98BF9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330325"/>
            <a:ext cx="8745674" cy="4546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7746780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Cha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D32ADA-D319-4A1F-BF43-8C0B259FA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E5A1F-6A53-8F08-BF73-3A465A63460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95363" y="1338067"/>
            <a:ext cx="10195200" cy="2136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A9A8E5C-1DF5-A8AD-B648-0094CAE89A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95363" y="3741091"/>
            <a:ext cx="10195200" cy="2136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0893686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057375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Cover - Her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523C04AA-61A2-76CB-9A43-33E33F1961BC}"/>
              </a:ext>
            </a:extLst>
          </p:cNvPr>
          <p:cNvSpPr/>
          <p:nvPr userDrawn="1"/>
        </p:nvSpPr>
        <p:spPr>
          <a:xfrm>
            <a:off x="1" y="0"/>
            <a:ext cx="8882345" cy="6858000"/>
          </a:xfrm>
          <a:custGeom>
            <a:avLst/>
            <a:gdLst>
              <a:gd name="connsiteX0" fmla="*/ 0 w 8882345"/>
              <a:gd name="connsiteY0" fmla="*/ 0 h 6858000"/>
              <a:gd name="connsiteX1" fmla="*/ 8882345 w 8882345"/>
              <a:gd name="connsiteY1" fmla="*/ 0 h 6858000"/>
              <a:gd name="connsiteX2" fmla="*/ 8805853 w 8882345"/>
              <a:gd name="connsiteY2" fmla="*/ 26366 h 6858000"/>
              <a:gd name="connsiteX3" fmla="*/ 6382987 w 8882345"/>
              <a:gd name="connsiteY3" fmla="*/ 3559629 h 6858000"/>
              <a:gd name="connsiteX4" fmla="*/ 8160770 w 8882345"/>
              <a:gd name="connsiteY4" fmla="*/ 6776573 h 6858000"/>
              <a:gd name="connsiteX5" fmla="*/ 8299786 w 8882345"/>
              <a:gd name="connsiteY5" fmla="*/ 6858000 h 6858000"/>
              <a:gd name="connsiteX6" fmla="*/ 0 w 8882345"/>
              <a:gd name="connsiteY6" fmla="*/ 6858000 h 6858000"/>
              <a:gd name="connsiteX7" fmla="*/ 0 w 8882345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82345" h="6858000">
                <a:moveTo>
                  <a:pt x="0" y="0"/>
                </a:moveTo>
                <a:lnTo>
                  <a:pt x="8882345" y="0"/>
                </a:lnTo>
                <a:lnTo>
                  <a:pt x="8805853" y="26366"/>
                </a:lnTo>
                <a:cubicBezTo>
                  <a:pt x="7392002" y="553728"/>
                  <a:pt x="6382987" y="1936641"/>
                  <a:pt x="6382987" y="3559629"/>
                </a:cubicBezTo>
                <a:cubicBezTo>
                  <a:pt x="6382987" y="4922939"/>
                  <a:pt x="7094948" y="6116852"/>
                  <a:pt x="8160770" y="6776573"/>
                </a:cubicBezTo>
                <a:lnTo>
                  <a:pt x="8299786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97000"/>
                  <a:alpha val="23210"/>
                </a:schemeClr>
              </a:gs>
              <a:gs pos="29000">
                <a:srgbClr val="00338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610" tIns="54610" rIns="54610" bIns="54610" rtlCol="0" anchor="ctr">
            <a:noAutofit/>
          </a:bodyPr>
          <a:lstStyle/>
          <a:p>
            <a:pPr algn="l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6" name="Freeform 19" descr="KPMG logo">
            <a:extLst>
              <a:ext uri="{FF2B5EF4-FFF2-40B4-BE49-F238E27FC236}">
                <a16:creationId xmlns:a16="http://schemas.microsoft.com/office/drawing/2014/main" id="{59A07AF0-DDCB-44AE-A134-78A8154E7486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34964" y="628875"/>
            <a:ext cx="720000" cy="29288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B2A553-5DB2-4934-AE90-D7CCD678D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099" y="1412875"/>
            <a:ext cx="6336575" cy="2068259"/>
          </a:xfrm>
        </p:spPr>
        <p:txBody>
          <a:bodyPr anchor="t" anchorCtr="0"/>
          <a:lstStyle>
            <a:lvl1pPr>
              <a:defRPr sz="9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93292E-AA8F-4E71-8501-27FC1ED58D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099" y="4728749"/>
            <a:ext cx="6336575" cy="881635"/>
          </a:xfrm>
        </p:spPr>
        <p:txBody>
          <a:bodyPr/>
          <a:lstStyle>
            <a:lvl1pPr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953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only 2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65E8D1-7DBC-D374-379F-9E1A2245809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">
                <a:schemeClr val="accent1">
                  <a:alpha val="0"/>
                  <a:lumMod val="0"/>
                </a:schemeClr>
              </a:gs>
              <a:gs pos="55000">
                <a:srgbClr val="0C233C">
                  <a:alpha val="53000"/>
                </a:srgb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7796F06-24A7-9060-BA31-21B635C83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19405E66-ABCC-1372-38F3-2275638C8871}"/>
              </a:ext>
            </a:extLst>
          </p:cNvPr>
          <p:cNvSpPr txBox="1">
            <a:spLocks/>
          </p:cNvSpPr>
          <p:nvPr userDrawn="1"/>
        </p:nvSpPr>
        <p:spPr>
          <a:xfrm>
            <a:off x="11456158" y="6506110"/>
            <a:ext cx="242486" cy="146304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A973B666-B8FE-D71D-DF52-A12A11B6F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00633" y="6480816"/>
            <a:ext cx="484029" cy="196893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9CA27F-7AAE-452D-D448-8D8272CE7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831656" y="6480816"/>
            <a:ext cx="5974864" cy="1968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© 2024 KPMG LLP, a Delaware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kern="1200" noProof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25AF262-FDE2-D96B-7B0A-64A3B0ECC663}"/>
              </a:ext>
            </a:extLst>
          </p:cNvPr>
          <p:cNvCxnSpPr>
            <a:cxnSpLocks/>
          </p:cNvCxnSpPr>
          <p:nvPr userDrawn="1"/>
        </p:nvCxnSpPr>
        <p:spPr>
          <a:xfrm>
            <a:off x="11438099" y="6504556"/>
            <a:ext cx="0" cy="1494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26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98989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/>
              <a:t>© </a:t>
            </a:r>
            <a:r>
              <a:rPr spc="50"/>
              <a:t>2025 </a:t>
            </a:r>
            <a:r>
              <a:rPr spc="40"/>
              <a:t>Copyright </a:t>
            </a:r>
            <a:r>
              <a:rPr spc="50"/>
              <a:t>owned </a:t>
            </a:r>
            <a:r>
              <a:rPr spc="30"/>
              <a:t>by </a:t>
            </a:r>
            <a:r>
              <a:rPr spc="40"/>
              <a:t>one </a:t>
            </a:r>
            <a:r>
              <a:rPr spc="15"/>
              <a:t>or </a:t>
            </a:r>
            <a:r>
              <a:rPr spc="40"/>
              <a:t>more </a:t>
            </a:r>
            <a:r>
              <a:rPr spc="25"/>
              <a:t>of </a:t>
            </a:r>
            <a:r>
              <a:rPr spc="30"/>
              <a:t>the </a:t>
            </a:r>
            <a:r>
              <a:rPr spc="80"/>
              <a:t>KPMG </a:t>
            </a:r>
            <a:r>
              <a:rPr spc="30"/>
              <a:t>International </a:t>
            </a:r>
            <a:r>
              <a:rPr spc="35"/>
              <a:t>entities. </a:t>
            </a:r>
            <a:r>
              <a:rPr spc="80"/>
              <a:t>KPMG </a:t>
            </a:r>
            <a:r>
              <a:rPr spc="30"/>
              <a:t>International </a:t>
            </a:r>
            <a:r>
              <a:rPr spc="35"/>
              <a:t>entities </a:t>
            </a:r>
            <a:r>
              <a:rPr spc="30"/>
              <a:t>provide no </a:t>
            </a:r>
            <a:r>
              <a:rPr spc="55"/>
              <a:t>services </a:t>
            </a:r>
            <a:r>
              <a:rPr spc="15"/>
              <a:t>to </a:t>
            </a:r>
            <a:r>
              <a:rPr spc="40"/>
              <a:t>clients. </a:t>
            </a:r>
            <a:r>
              <a:rPr spc="30"/>
              <a:t>All </a:t>
            </a:r>
            <a:r>
              <a:rPr spc="35"/>
              <a:t>rights</a:t>
            </a:r>
            <a:r>
              <a:rPr spc="-70"/>
              <a:t> </a:t>
            </a:r>
            <a:r>
              <a:rPr spc="45"/>
              <a:t>reserved.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338D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15"/>
              <a:t>Intelligent </a:t>
            </a:r>
            <a:r>
              <a:rPr spc="30"/>
              <a:t>energy: </a:t>
            </a:r>
            <a:r>
              <a:rPr spc="70"/>
              <a:t>A </a:t>
            </a:r>
            <a:r>
              <a:rPr spc="10"/>
              <a:t>blueprint </a:t>
            </a:r>
            <a:r>
              <a:t>for </a:t>
            </a:r>
            <a:r>
              <a:rPr spc="20"/>
              <a:t>creating value through </a:t>
            </a:r>
            <a:r>
              <a:rPr spc="15"/>
              <a:t>AI-driven transformation</a:t>
            </a:r>
            <a:r>
              <a:rPr spc="95"/>
              <a:t> </a:t>
            </a:r>
            <a:r>
              <a:rPr spc="-195"/>
              <a:t>|</a:t>
            </a:r>
            <a:r>
              <a:rPr spc="50"/>
              <a:t> </a:t>
            </a:r>
            <a:fld id="{81D60167-4931-47E6-BA6A-407CBD079E47}" type="slidenum">
              <a:rPr b="1" spc="35" dirty="0">
                <a:latin typeface="Calibri"/>
                <a:cs typeface="Calibri"/>
              </a:rPr>
              <a:t>‹#›</a:t>
            </a:fld>
            <a:endParaRPr b="1" spc="35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701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0.xml"/><Relationship Id="rId18" Type="http://schemas.openxmlformats.org/officeDocument/2006/relationships/slideLayout" Target="../slideLayouts/slideLayout65.xml"/><Relationship Id="rId26" Type="http://schemas.openxmlformats.org/officeDocument/2006/relationships/slideLayout" Target="../slideLayouts/slideLayout73.xml"/><Relationship Id="rId39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68.xml"/><Relationship Id="rId34" Type="http://schemas.openxmlformats.org/officeDocument/2006/relationships/slideLayout" Target="../slideLayouts/slideLayout81.xml"/><Relationship Id="rId42" Type="http://schemas.openxmlformats.org/officeDocument/2006/relationships/slideLayout" Target="../slideLayouts/slideLayout89.xml"/><Relationship Id="rId47" Type="http://schemas.openxmlformats.org/officeDocument/2006/relationships/slideLayout" Target="../slideLayouts/slideLayout94.xml"/><Relationship Id="rId50" Type="http://schemas.openxmlformats.org/officeDocument/2006/relationships/slideLayout" Target="../slideLayouts/slideLayout97.xml"/><Relationship Id="rId55" Type="http://schemas.openxmlformats.org/officeDocument/2006/relationships/theme" Target="../theme/theme2.xml"/><Relationship Id="rId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63.xml"/><Relationship Id="rId29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58.xml"/><Relationship Id="rId24" Type="http://schemas.openxmlformats.org/officeDocument/2006/relationships/slideLayout" Target="../slideLayouts/slideLayout71.xml"/><Relationship Id="rId32" Type="http://schemas.openxmlformats.org/officeDocument/2006/relationships/slideLayout" Target="../slideLayouts/slideLayout79.xml"/><Relationship Id="rId37" Type="http://schemas.openxmlformats.org/officeDocument/2006/relationships/slideLayout" Target="../slideLayouts/slideLayout84.xml"/><Relationship Id="rId40" Type="http://schemas.openxmlformats.org/officeDocument/2006/relationships/slideLayout" Target="../slideLayouts/slideLayout87.xml"/><Relationship Id="rId45" Type="http://schemas.openxmlformats.org/officeDocument/2006/relationships/slideLayout" Target="../slideLayouts/slideLayout92.xml"/><Relationship Id="rId53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19" Type="http://schemas.openxmlformats.org/officeDocument/2006/relationships/slideLayout" Target="../slideLayouts/slideLayout66.xml"/><Relationship Id="rId31" Type="http://schemas.openxmlformats.org/officeDocument/2006/relationships/slideLayout" Target="../slideLayouts/slideLayout78.xml"/><Relationship Id="rId44" Type="http://schemas.openxmlformats.org/officeDocument/2006/relationships/slideLayout" Target="../slideLayouts/slideLayout91.xml"/><Relationship Id="rId52" Type="http://schemas.openxmlformats.org/officeDocument/2006/relationships/slideLayout" Target="../slideLayouts/slideLayout99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61.xml"/><Relationship Id="rId22" Type="http://schemas.openxmlformats.org/officeDocument/2006/relationships/slideLayout" Target="../slideLayouts/slideLayout69.xml"/><Relationship Id="rId27" Type="http://schemas.openxmlformats.org/officeDocument/2006/relationships/slideLayout" Target="../slideLayouts/slideLayout74.xml"/><Relationship Id="rId30" Type="http://schemas.openxmlformats.org/officeDocument/2006/relationships/slideLayout" Target="../slideLayouts/slideLayout77.xml"/><Relationship Id="rId35" Type="http://schemas.openxmlformats.org/officeDocument/2006/relationships/slideLayout" Target="../slideLayouts/slideLayout82.xml"/><Relationship Id="rId43" Type="http://schemas.openxmlformats.org/officeDocument/2006/relationships/slideLayout" Target="../slideLayouts/slideLayout90.xml"/><Relationship Id="rId48" Type="http://schemas.openxmlformats.org/officeDocument/2006/relationships/slideLayout" Target="../slideLayouts/slideLayout95.xml"/><Relationship Id="rId8" Type="http://schemas.openxmlformats.org/officeDocument/2006/relationships/slideLayout" Target="../slideLayouts/slideLayout55.xml"/><Relationship Id="rId51" Type="http://schemas.openxmlformats.org/officeDocument/2006/relationships/slideLayout" Target="../slideLayouts/slideLayout98.xml"/><Relationship Id="rId3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64.xml"/><Relationship Id="rId25" Type="http://schemas.openxmlformats.org/officeDocument/2006/relationships/slideLayout" Target="../slideLayouts/slideLayout72.xml"/><Relationship Id="rId33" Type="http://schemas.openxmlformats.org/officeDocument/2006/relationships/slideLayout" Target="../slideLayouts/slideLayout80.xml"/><Relationship Id="rId38" Type="http://schemas.openxmlformats.org/officeDocument/2006/relationships/slideLayout" Target="../slideLayouts/slideLayout85.xml"/><Relationship Id="rId46" Type="http://schemas.openxmlformats.org/officeDocument/2006/relationships/slideLayout" Target="../slideLayouts/slideLayout93.xml"/><Relationship Id="rId20" Type="http://schemas.openxmlformats.org/officeDocument/2006/relationships/slideLayout" Target="../slideLayouts/slideLayout67.xml"/><Relationship Id="rId41" Type="http://schemas.openxmlformats.org/officeDocument/2006/relationships/slideLayout" Target="../slideLayouts/slideLayout88.xml"/><Relationship Id="rId54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2.xml"/><Relationship Id="rId23" Type="http://schemas.openxmlformats.org/officeDocument/2006/relationships/slideLayout" Target="../slideLayouts/slideLayout70.xml"/><Relationship Id="rId28" Type="http://schemas.openxmlformats.org/officeDocument/2006/relationships/slideLayout" Target="../slideLayouts/slideLayout75.xml"/><Relationship Id="rId36" Type="http://schemas.openxmlformats.org/officeDocument/2006/relationships/slideLayout" Target="../slideLayouts/slideLayout83.xml"/><Relationship Id="rId49" Type="http://schemas.openxmlformats.org/officeDocument/2006/relationships/slideLayout" Target="../slideLayouts/slideLayout9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10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6.xml"/><Relationship Id="rId10" Type="http://schemas.openxmlformats.org/officeDocument/2006/relationships/image" Target="../media/image11.emf"/><Relationship Id="rId4" Type="http://schemas.openxmlformats.org/officeDocument/2006/relationships/slideLayout" Target="../slideLayouts/slideLayout105.xml"/><Relationship Id="rId9" Type="http://schemas.openxmlformats.org/officeDocument/2006/relationships/oleObject" Target="../embeddings/oleObject1.bin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20.xml"/><Relationship Id="rId18" Type="http://schemas.openxmlformats.org/officeDocument/2006/relationships/slideLayout" Target="../slideLayouts/slideLayout125.xml"/><Relationship Id="rId26" Type="http://schemas.openxmlformats.org/officeDocument/2006/relationships/slideLayout" Target="../slideLayouts/slideLayout133.xml"/><Relationship Id="rId39" Type="http://schemas.openxmlformats.org/officeDocument/2006/relationships/slideLayout" Target="../slideLayouts/slideLayout146.xml"/><Relationship Id="rId21" Type="http://schemas.openxmlformats.org/officeDocument/2006/relationships/slideLayout" Target="../slideLayouts/slideLayout128.xml"/><Relationship Id="rId34" Type="http://schemas.openxmlformats.org/officeDocument/2006/relationships/slideLayout" Target="../slideLayouts/slideLayout141.xml"/><Relationship Id="rId42" Type="http://schemas.openxmlformats.org/officeDocument/2006/relationships/slideLayout" Target="../slideLayouts/slideLayout149.xml"/><Relationship Id="rId47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09.xml"/><Relationship Id="rId16" Type="http://schemas.openxmlformats.org/officeDocument/2006/relationships/slideLayout" Target="../slideLayouts/slideLayout123.xml"/><Relationship Id="rId29" Type="http://schemas.openxmlformats.org/officeDocument/2006/relationships/slideLayout" Target="../slideLayouts/slideLayout136.xml"/><Relationship Id="rId1" Type="http://schemas.openxmlformats.org/officeDocument/2006/relationships/slideLayout" Target="../slideLayouts/slideLayout108.xml"/><Relationship Id="rId6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18.xml"/><Relationship Id="rId24" Type="http://schemas.openxmlformats.org/officeDocument/2006/relationships/slideLayout" Target="../slideLayouts/slideLayout131.xml"/><Relationship Id="rId32" Type="http://schemas.openxmlformats.org/officeDocument/2006/relationships/slideLayout" Target="../slideLayouts/slideLayout139.xml"/><Relationship Id="rId37" Type="http://schemas.openxmlformats.org/officeDocument/2006/relationships/slideLayout" Target="../slideLayouts/slideLayout144.xml"/><Relationship Id="rId40" Type="http://schemas.openxmlformats.org/officeDocument/2006/relationships/slideLayout" Target="../slideLayouts/slideLayout147.xml"/><Relationship Id="rId45" Type="http://schemas.openxmlformats.org/officeDocument/2006/relationships/slideLayout" Target="../slideLayouts/slideLayout152.xml"/><Relationship Id="rId5" Type="http://schemas.openxmlformats.org/officeDocument/2006/relationships/slideLayout" Target="../slideLayouts/slideLayout112.xml"/><Relationship Id="rId15" Type="http://schemas.openxmlformats.org/officeDocument/2006/relationships/slideLayout" Target="../slideLayouts/slideLayout122.xml"/><Relationship Id="rId23" Type="http://schemas.openxmlformats.org/officeDocument/2006/relationships/slideLayout" Target="../slideLayouts/slideLayout130.xml"/><Relationship Id="rId28" Type="http://schemas.openxmlformats.org/officeDocument/2006/relationships/slideLayout" Target="../slideLayouts/slideLayout135.xml"/><Relationship Id="rId36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17.xml"/><Relationship Id="rId19" Type="http://schemas.openxmlformats.org/officeDocument/2006/relationships/slideLayout" Target="../slideLayouts/slideLayout126.xml"/><Relationship Id="rId31" Type="http://schemas.openxmlformats.org/officeDocument/2006/relationships/slideLayout" Target="../slideLayouts/slideLayout138.xml"/><Relationship Id="rId44" Type="http://schemas.openxmlformats.org/officeDocument/2006/relationships/slideLayout" Target="../slideLayouts/slideLayout151.xml"/><Relationship Id="rId4" Type="http://schemas.openxmlformats.org/officeDocument/2006/relationships/slideLayout" Target="../slideLayouts/slideLayout111.xml"/><Relationship Id="rId9" Type="http://schemas.openxmlformats.org/officeDocument/2006/relationships/slideLayout" Target="../slideLayouts/slideLayout116.xml"/><Relationship Id="rId14" Type="http://schemas.openxmlformats.org/officeDocument/2006/relationships/slideLayout" Target="../slideLayouts/slideLayout121.xml"/><Relationship Id="rId22" Type="http://schemas.openxmlformats.org/officeDocument/2006/relationships/slideLayout" Target="../slideLayouts/slideLayout129.xml"/><Relationship Id="rId27" Type="http://schemas.openxmlformats.org/officeDocument/2006/relationships/slideLayout" Target="../slideLayouts/slideLayout134.xml"/><Relationship Id="rId30" Type="http://schemas.openxmlformats.org/officeDocument/2006/relationships/slideLayout" Target="../slideLayouts/slideLayout137.xml"/><Relationship Id="rId35" Type="http://schemas.openxmlformats.org/officeDocument/2006/relationships/slideLayout" Target="../slideLayouts/slideLayout142.xml"/><Relationship Id="rId43" Type="http://schemas.openxmlformats.org/officeDocument/2006/relationships/slideLayout" Target="../slideLayouts/slideLayout150.xml"/><Relationship Id="rId48" Type="http://schemas.openxmlformats.org/officeDocument/2006/relationships/theme" Target="../theme/theme4.xml"/><Relationship Id="rId8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0.xml"/><Relationship Id="rId12" Type="http://schemas.openxmlformats.org/officeDocument/2006/relationships/slideLayout" Target="../slideLayouts/slideLayout119.xml"/><Relationship Id="rId17" Type="http://schemas.openxmlformats.org/officeDocument/2006/relationships/slideLayout" Target="../slideLayouts/slideLayout124.xml"/><Relationship Id="rId25" Type="http://schemas.openxmlformats.org/officeDocument/2006/relationships/slideLayout" Target="../slideLayouts/slideLayout132.xml"/><Relationship Id="rId33" Type="http://schemas.openxmlformats.org/officeDocument/2006/relationships/slideLayout" Target="../slideLayouts/slideLayout140.xml"/><Relationship Id="rId38" Type="http://schemas.openxmlformats.org/officeDocument/2006/relationships/slideLayout" Target="../slideLayouts/slideLayout145.xml"/><Relationship Id="rId46" Type="http://schemas.openxmlformats.org/officeDocument/2006/relationships/slideLayout" Target="../slideLayouts/slideLayout153.xml"/><Relationship Id="rId20" Type="http://schemas.openxmlformats.org/officeDocument/2006/relationships/slideLayout" Target="../slideLayouts/slideLayout127.xml"/><Relationship Id="rId41" Type="http://schemas.openxmlformats.org/officeDocument/2006/relationships/slideLayout" Target="../slideLayouts/slideLayout1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5364" y="431800"/>
            <a:ext cx="1020445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62" y="1330325"/>
            <a:ext cx="10200683" cy="4546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885684" y="6266997"/>
            <a:ext cx="46675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2025 KPMG LLP, a Delaware limited liability partnership and a member firm of the KPMG global organization of independent member firms affiliated with KPMG International Limited, a private English company limited by guarantee. All rights reserved. </a:t>
            </a:r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9AC77B96-D96C-4FA2-858B-DEE0A3A7B7B6}"/>
              </a:ext>
            </a:extLst>
          </p:cNvPr>
          <p:cNvSpPr/>
          <p:nvPr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1449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703" r:id="rId3"/>
    <p:sldLayoutId id="2147483783" r:id="rId4"/>
    <p:sldLayoutId id="2147483814" r:id="rId5"/>
    <p:sldLayoutId id="2147483815" r:id="rId6"/>
    <p:sldLayoutId id="2147483765" r:id="rId7"/>
    <p:sldLayoutId id="2147483766" r:id="rId8"/>
    <p:sldLayoutId id="2147483796" r:id="rId9"/>
    <p:sldLayoutId id="2147483802" r:id="rId10"/>
    <p:sldLayoutId id="2147483666" r:id="rId11"/>
    <p:sldLayoutId id="2147483803" r:id="rId12"/>
    <p:sldLayoutId id="2147483805" r:id="rId13"/>
    <p:sldLayoutId id="2147483795" r:id="rId14"/>
    <p:sldLayoutId id="2147483804" r:id="rId15"/>
    <p:sldLayoutId id="2147483712" r:id="rId16"/>
    <p:sldLayoutId id="2147483664" r:id="rId17"/>
    <p:sldLayoutId id="2147483806" r:id="rId18"/>
    <p:sldLayoutId id="2147483798" r:id="rId19"/>
    <p:sldLayoutId id="2147483807" r:id="rId20"/>
    <p:sldLayoutId id="2147483769" r:id="rId21"/>
    <p:sldLayoutId id="2147483714" r:id="rId22"/>
    <p:sldLayoutId id="2147483808" r:id="rId23"/>
    <p:sldLayoutId id="2147483770" r:id="rId24"/>
    <p:sldLayoutId id="2147483689" r:id="rId25"/>
    <p:sldLayoutId id="2147483716" r:id="rId26"/>
    <p:sldLayoutId id="2147483692" r:id="rId27"/>
    <p:sldLayoutId id="2147483809" r:id="rId28"/>
    <p:sldLayoutId id="2147483788" r:id="rId29"/>
    <p:sldLayoutId id="2147483797" r:id="rId30"/>
    <p:sldLayoutId id="2147483800" r:id="rId31"/>
    <p:sldLayoutId id="2147483819" r:id="rId32"/>
    <p:sldLayoutId id="2147483820" r:id="rId33"/>
    <p:sldLayoutId id="2147483821" r:id="rId34"/>
    <p:sldLayoutId id="2147483823" r:id="rId35"/>
    <p:sldLayoutId id="2147483824" r:id="rId36"/>
    <p:sldLayoutId id="2147483826" r:id="rId37"/>
    <p:sldLayoutId id="2147483827" r:id="rId38"/>
    <p:sldLayoutId id="2147483828" r:id="rId39"/>
    <p:sldLayoutId id="2147483829" r:id="rId40"/>
    <p:sldLayoutId id="2147483682" r:id="rId41"/>
    <p:sldLayoutId id="2147483745" r:id="rId42"/>
    <p:sldLayoutId id="2147483812" r:id="rId43"/>
    <p:sldLayoutId id="2147483813" r:id="rId44"/>
    <p:sldLayoutId id="2147483830" r:id="rId45"/>
    <p:sldLayoutId id="2147483784" r:id="rId46"/>
    <p:sldLayoutId id="2147483773" r:id="rId4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41313" indent="-1651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73088" indent="-2317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032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02" userDrawn="1">
          <p15:clr>
            <a:srgbClr val="F26B43"/>
          </p15:clr>
        </p15:guide>
        <p15:guide id="2" pos="627" userDrawn="1">
          <p15:clr>
            <a:srgbClr val="F26B43"/>
          </p15:clr>
        </p15:guide>
        <p15:guide id="3" pos="7055" userDrawn="1">
          <p15:clr>
            <a:srgbClr val="F26B43"/>
          </p15:clr>
        </p15:guide>
        <p15:guide id="4" orient="horz" pos="838" userDrawn="1">
          <p15:clr>
            <a:srgbClr val="F26B43"/>
          </p15:clr>
        </p15:guide>
        <p15:guide id="5" orient="horz" pos="612" userDrawn="1">
          <p15:clr>
            <a:srgbClr val="F26B43"/>
          </p15:clr>
        </p15:guide>
        <p15:guide id="6" orient="horz" pos="2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5364" y="431800"/>
            <a:ext cx="1020445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62" y="1330325"/>
            <a:ext cx="10200683" cy="4546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885684" y="6266997"/>
            <a:ext cx="46675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2025 KPMG LLP, a Delaware limited liability partnership and a member firm of the KPMG global organization of independent member firms affiliated with KPMG International Limited, a private English company limited by guarantee. All rights reserved. </a:t>
            </a:r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9AC77B96-D96C-4FA2-858B-DEE0A3A7B7B6}"/>
              </a:ext>
            </a:extLst>
          </p:cNvPr>
          <p:cNvSpPr/>
          <p:nvPr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1449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16" r:id="rId9"/>
    <p:sldLayoutId id="2147483817" r:id="rId10"/>
    <p:sldLayoutId id="2147483847" r:id="rId11"/>
    <p:sldLayoutId id="2147483848" r:id="rId12"/>
    <p:sldLayoutId id="2147483849" r:id="rId13"/>
    <p:sldLayoutId id="2147483850" r:id="rId14"/>
    <p:sldLayoutId id="2147483851" r:id="rId15"/>
    <p:sldLayoutId id="2147483852" r:id="rId16"/>
    <p:sldLayoutId id="2147483853" r:id="rId17"/>
    <p:sldLayoutId id="2147483854" r:id="rId18"/>
    <p:sldLayoutId id="2147483855" r:id="rId19"/>
    <p:sldLayoutId id="2147483856" r:id="rId20"/>
    <p:sldLayoutId id="2147483857" r:id="rId21"/>
    <p:sldLayoutId id="2147483858" r:id="rId22"/>
    <p:sldLayoutId id="2147483859" r:id="rId23"/>
    <p:sldLayoutId id="2147483860" r:id="rId24"/>
    <p:sldLayoutId id="2147483861" r:id="rId25"/>
    <p:sldLayoutId id="2147483862" r:id="rId26"/>
    <p:sldLayoutId id="2147483863" r:id="rId27"/>
    <p:sldLayoutId id="2147483864" r:id="rId28"/>
    <p:sldLayoutId id="2147483865" r:id="rId29"/>
    <p:sldLayoutId id="2147483866" r:id="rId30"/>
    <p:sldLayoutId id="2147483867" r:id="rId31"/>
    <p:sldLayoutId id="2147483868" r:id="rId32"/>
    <p:sldLayoutId id="2147483818" r:id="rId33"/>
    <p:sldLayoutId id="2147483869" r:id="rId34"/>
    <p:sldLayoutId id="2147483870" r:id="rId35"/>
    <p:sldLayoutId id="2147483871" r:id="rId36"/>
    <p:sldLayoutId id="2147483872" r:id="rId37"/>
    <p:sldLayoutId id="2147483822" r:id="rId38"/>
    <p:sldLayoutId id="2147483873" r:id="rId39"/>
    <p:sldLayoutId id="2147483874" r:id="rId40"/>
    <p:sldLayoutId id="2147483825" r:id="rId41"/>
    <p:sldLayoutId id="2147483875" r:id="rId42"/>
    <p:sldLayoutId id="2147483876" r:id="rId43"/>
    <p:sldLayoutId id="2147483877" r:id="rId44"/>
    <p:sldLayoutId id="2147483878" r:id="rId45"/>
    <p:sldLayoutId id="2147483879" r:id="rId46"/>
    <p:sldLayoutId id="2147483880" r:id="rId47"/>
    <p:sldLayoutId id="2147483881" r:id="rId48"/>
    <p:sldLayoutId id="2147483882" r:id="rId49"/>
    <p:sldLayoutId id="2147483883" r:id="rId50"/>
    <p:sldLayoutId id="2147483836" r:id="rId51"/>
    <p:sldLayoutId id="2147483837" r:id="rId52"/>
    <p:sldLayoutId id="2147483884" r:id="rId53"/>
    <p:sldLayoutId id="2147483885" r:id="rId54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41313" indent="-1651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73088" indent="-2317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032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02" userDrawn="1">
          <p15:clr>
            <a:srgbClr val="F26B43"/>
          </p15:clr>
        </p15:guide>
        <p15:guide id="2" pos="627" userDrawn="1">
          <p15:clr>
            <a:srgbClr val="F26B43"/>
          </p15:clr>
        </p15:guide>
        <p15:guide id="3" pos="7055" userDrawn="1">
          <p15:clr>
            <a:srgbClr val="F26B43"/>
          </p15:clr>
        </p15:guide>
        <p15:guide id="4" orient="horz" pos="838" userDrawn="1">
          <p15:clr>
            <a:srgbClr val="F26B43"/>
          </p15:clr>
        </p15:guide>
        <p15:guide id="5" orient="horz" pos="612" userDrawn="1">
          <p15:clr>
            <a:srgbClr val="F26B43"/>
          </p15:clr>
        </p15:guide>
        <p15:guide id="6" orient="horz" pos="272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2AC1FAB7-6445-5C76-F2AB-17CE8932A0F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2798229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4" progId="TCLayout.ActiveDocument.1">
                  <p:embed/>
                </p:oleObj>
              </mc:Choice>
              <mc:Fallback>
                <p:oleObj name="think-cell Slide" r:id="rId9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2AC1FAB7-6445-5C76-F2AB-17CE8932A0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62" y="1330325"/>
            <a:ext cx="10200683" cy="4546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885685" y="6266997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2025 KPMG LLP, a Delaware limited liability partnership and a member firm of the KPMG global organization of independent member firms affiliated with KPMG International Limited, a private English company limited by guarantee. All rights reserved.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24B3B3-3138-44BB-8DDD-6BDCEF24DEDC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raphic 8">
            <a:extLst>
              <a:ext uri="{FF2B5EF4-FFF2-40B4-BE49-F238E27FC236}">
                <a16:creationId xmlns:a16="http://schemas.microsoft.com/office/drawing/2014/main" id="{9AC77B96-D96C-4FA2-858B-DEE0A3A7B7B6}"/>
              </a:ext>
            </a:extLst>
          </p:cNvPr>
          <p:cNvSpPr/>
          <p:nvPr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6184C1-206B-3E21-1902-23B90B59F396}"/>
              </a:ext>
            </a:extLst>
          </p:cNvPr>
          <p:cNvSpPr/>
          <p:nvPr userDrawn="1"/>
        </p:nvSpPr>
        <p:spPr>
          <a:xfrm>
            <a:off x="994857" y="349296"/>
            <a:ext cx="10213876" cy="27432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1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148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600" kern="1200" baseline="0">
          <a:solidFill>
            <a:schemeClr val="accent2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02">
          <p15:clr>
            <a:srgbClr val="F26B43"/>
          </p15:clr>
        </p15:guide>
        <p15:guide id="2" pos="627">
          <p15:clr>
            <a:srgbClr val="F26B43"/>
          </p15:clr>
        </p15:guide>
        <p15:guide id="3" pos="705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27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5364" y="431800"/>
            <a:ext cx="1020445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62" y="1330325"/>
            <a:ext cx="10200683" cy="4546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885684" y="6266997"/>
            <a:ext cx="46675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2025 KPMG LLP, a Delaware limited liability partnership and a member firm of the KPMG global organization of independent member firms affiliated with KPMG International Limited, a private English company limited by guarantee. All rights reserved. </a:t>
            </a:r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9AC77B96-D96C-4FA2-858B-DEE0A3A7B7B6}"/>
              </a:ext>
            </a:extLst>
          </p:cNvPr>
          <p:cNvSpPr/>
          <p:nvPr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225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  <p:sldLayoutId id="2147483908" r:id="rId13"/>
    <p:sldLayoutId id="2147483909" r:id="rId14"/>
    <p:sldLayoutId id="2147483910" r:id="rId15"/>
    <p:sldLayoutId id="2147483911" r:id="rId16"/>
    <p:sldLayoutId id="2147483912" r:id="rId17"/>
    <p:sldLayoutId id="2147483913" r:id="rId18"/>
    <p:sldLayoutId id="2147483914" r:id="rId19"/>
    <p:sldLayoutId id="2147483915" r:id="rId20"/>
    <p:sldLayoutId id="2147483916" r:id="rId21"/>
    <p:sldLayoutId id="2147483917" r:id="rId22"/>
    <p:sldLayoutId id="2147483918" r:id="rId23"/>
    <p:sldLayoutId id="2147483919" r:id="rId24"/>
    <p:sldLayoutId id="2147483920" r:id="rId25"/>
    <p:sldLayoutId id="2147483921" r:id="rId26"/>
    <p:sldLayoutId id="2147483922" r:id="rId27"/>
    <p:sldLayoutId id="2147483923" r:id="rId28"/>
    <p:sldLayoutId id="2147483924" r:id="rId29"/>
    <p:sldLayoutId id="2147483925" r:id="rId30"/>
    <p:sldLayoutId id="2147483926" r:id="rId31"/>
    <p:sldLayoutId id="2147483927" r:id="rId32"/>
    <p:sldLayoutId id="2147483928" r:id="rId33"/>
    <p:sldLayoutId id="2147483929" r:id="rId34"/>
    <p:sldLayoutId id="2147483930" r:id="rId35"/>
    <p:sldLayoutId id="2147483931" r:id="rId36"/>
    <p:sldLayoutId id="2147483932" r:id="rId37"/>
    <p:sldLayoutId id="2147483933" r:id="rId38"/>
    <p:sldLayoutId id="2147483934" r:id="rId39"/>
    <p:sldLayoutId id="2147483935" r:id="rId40"/>
    <p:sldLayoutId id="2147483936" r:id="rId41"/>
    <p:sldLayoutId id="2147483937" r:id="rId42"/>
    <p:sldLayoutId id="2147483938" r:id="rId43"/>
    <p:sldLayoutId id="2147483939" r:id="rId44"/>
    <p:sldLayoutId id="2147483940" r:id="rId45"/>
    <p:sldLayoutId id="2147483941" r:id="rId46"/>
    <p:sldLayoutId id="2147483943" r:id="rId4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b="0" kern="1200">
          <a:solidFill>
            <a:schemeClr val="tx1"/>
          </a:solidFill>
          <a:latin typeface="Aptos"/>
          <a:ea typeface="+mn-ea"/>
          <a:cs typeface="+mn-cs"/>
        </a:defRPr>
      </a:lvl1pPr>
      <a:lvl2pPr marL="17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ptos"/>
          <a:ea typeface="+mn-ea"/>
          <a:cs typeface="+mn-cs"/>
        </a:defRPr>
      </a:lvl2pPr>
      <a:lvl3pPr marL="341313" indent="-1651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Aptos"/>
          <a:ea typeface="+mn-ea"/>
          <a:cs typeface="+mn-cs"/>
        </a:defRPr>
      </a:lvl3pPr>
      <a:lvl4pPr marL="573088" indent="-2317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ptos"/>
          <a:ea typeface="+mn-ea"/>
          <a:cs typeface="+mn-cs"/>
        </a:defRPr>
      </a:lvl4pPr>
      <a:lvl5pPr marL="8032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600" kern="1200" baseline="0">
          <a:solidFill>
            <a:schemeClr val="tx1"/>
          </a:solidFill>
          <a:latin typeface="Aptos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02">
          <p15:clr>
            <a:srgbClr val="F26B43"/>
          </p15:clr>
        </p15:guide>
        <p15:guide id="2" pos="627">
          <p15:clr>
            <a:srgbClr val="F26B43"/>
          </p15:clr>
        </p15:guide>
        <p15:guide id="3" pos="705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2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ustomXml" Target="../../customXml/item17.xml"/><Relationship Id="rId1" Type="http://schemas.openxmlformats.org/officeDocument/2006/relationships/customXml" Target="../../customXml/item16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7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jpe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0DA9B23-14E8-3A28-8D23-5B02837424D0}"/>
              </a:ext>
            </a:extLst>
          </p:cNvPr>
          <p:cNvGrpSpPr/>
          <p:nvPr/>
        </p:nvGrpSpPr>
        <p:grpSpPr>
          <a:xfrm>
            <a:off x="0" y="0"/>
            <a:ext cx="12192000" cy="6861717"/>
            <a:chOff x="0" y="-1"/>
            <a:chExt cx="12192000" cy="686171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4D750A6-69CF-A32E-9084-0F41BBBBB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-1"/>
              <a:ext cx="12192000" cy="6861717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9F33040B-B3C9-92F6-93AB-1B2CA365B83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41301" y="736722"/>
              <a:ext cx="914400" cy="368346"/>
            </a:xfrm>
            <a:prstGeom prst="rect">
              <a:avLst/>
            </a:prstGeom>
          </p:spPr>
        </p:pic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EFB24E22-531A-7CB5-1C02-4C236BDE0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1302" y="1456389"/>
            <a:ext cx="5506648" cy="1972611"/>
          </a:xfrm>
        </p:spPr>
        <p:txBody>
          <a:bodyPr/>
          <a:lstStyle/>
          <a:p>
            <a:r>
              <a:rPr lang="en-US" dirty="0"/>
              <a:t>Disney </a:t>
            </a:r>
            <a:br>
              <a:rPr lang="en-US" dirty="0"/>
            </a:br>
            <a:r>
              <a:rPr lang="en-US" dirty="0"/>
              <a:t>AI for Tax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2B257A-3F1B-0564-3BA3-EFBE3F6B45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17055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DC5CC-CB6C-A68D-2791-86A853390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7" name="Picture 36" descr="PTMS Property Tax Software | LinkedIn">
            <a:extLst>
              <a:ext uri="{FF2B5EF4-FFF2-40B4-BE49-F238E27FC236}">
                <a16:creationId xmlns:a16="http://schemas.microsoft.com/office/drawing/2014/main" id="{FD7F74B6-6D3E-2EF3-802E-D3E6DF357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196" y="5010162"/>
            <a:ext cx="512260" cy="51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C37B56-9BB4-41D0-0886-C2536FE39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Current State Tax Technology Ecosystem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20201D-ED15-6875-7852-FF93321E7304}"/>
              </a:ext>
            </a:extLst>
          </p:cNvPr>
          <p:cNvSpPr/>
          <p:nvPr/>
        </p:nvSpPr>
        <p:spPr>
          <a:xfrm>
            <a:off x="2537283" y="4533378"/>
            <a:ext cx="7912832" cy="141683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66B0DE-20CE-5EA9-BA28-D5FDE143943E}"/>
              </a:ext>
            </a:extLst>
          </p:cNvPr>
          <p:cNvSpPr txBox="1"/>
          <p:nvPr/>
        </p:nvSpPr>
        <p:spPr>
          <a:xfrm>
            <a:off x="2665376" y="4557639"/>
            <a:ext cx="775769" cy="169082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Sources</a:t>
            </a:r>
            <a:r>
              <a:rPr lang="en-US" sz="1050" b="1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</a:rPr>
              <a:t> / Platforms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4" name="Picture 4" descr="SAP logo in transparent PNG and vectorized SVG formats">
            <a:extLst>
              <a:ext uri="{FF2B5EF4-FFF2-40B4-BE49-F238E27FC236}">
                <a16:creationId xmlns:a16="http://schemas.microsoft.com/office/drawing/2014/main" id="{E0931FA1-4374-DBEE-CD0E-9ED0AD259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44" y="4690123"/>
            <a:ext cx="542086" cy="268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Sharepoint 2022 Logo Transparent">
            <a:extLst>
              <a:ext uri="{FF2B5EF4-FFF2-40B4-BE49-F238E27FC236}">
                <a16:creationId xmlns:a16="http://schemas.microsoft.com/office/drawing/2014/main" id="{00974D3C-CC3C-3695-C417-03C2A2F09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6689" y="5031469"/>
            <a:ext cx="914400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databricks,logo Icons">
            <a:extLst>
              <a:ext uri="{FF2B5EF4-FFF2-40B4-BE49-F238E27FC236}">
                <a16:creationId xmlns:a16="http://schemas.microsoft.com/office/drawing/2014/main" id="{2EBE596D-E388-304C-5B7F-51947C0C8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543" y="5408496"/>
            <a:ext cx="9144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77D2D1A0-7C36-8B2B-D575-F0B560607B5E}"/>
              </a:ext>
            </a:extLst>
          </p:cNvPr>
          <p:cNvGrpSpPr/>
          <p:nvPr/>
        </p:nvGrpSpPr>
        <p:grpSpPr>
          <a:xfrm>
            <a:off x="4961440" y="4742737"/>
            <a:ext cx="1236143" cy="659940"/>
            <a:chOff x="1089558" y="5246377"/>
            <a:chExt cx="1236143" cy="659940"/>
          </a:xfrm>
        </p:grpSpPr>
        <p:pic>
          <p:nvPicPr>
            <p:cNvPr id="8" name="Picture 12" descr="Thomson Reuters Unveils New Brand Evolution">
              <a:extLst>
                <a:ext uri="{FF2B5EF4-FFF2-40B4-BE49-F238E27FC236}">
                  <a16:creationId xmlns:a16="http://schemas.microsoft.com/office/drawing/2014/main" id="{32C23D12-BCDE-DD87-E885-6A88DD4033F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383" t="22340" r="4371" b="19596"/>
            <a:stretch/>
          </p:blipFill>
          <p:spPr bwMode="auto">
            <a:xfrm>
              <a:off x="1262758" y="5246377"/>
              <a:ext cx="742950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338">
              <a:extLst>
                <a:ext uri="{FF2B5EF4-FFF2-40B4-BE49-F238E27FC236}">
                  <a16:creationId xmlns:a16="http://schemas.microsoft.com/office/drawing/2014/main" id="{E44A60D1-FBE0-9EB8-32EF-154115B22885}"/>
                </a:ext>
              </a:extLst>
            </p:cNvPr>
            <p:cNvSpPr txBox="1">
              <a:spLocks/>
            </p:cNvSpPr>
            <p:nvPr/>
          </p:nvSpPr>
          <p:spPr>
            <a:xfrm>
              <a:off x="1089558" y="5515595"/>
              <a:ext cx="1236143" cy="390722"/>
            </a:xfrm>
            <a:prstGeom prst="rect">
              <a:avLst/>
            </a:prstGeom>
            <a:ln w="9525"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>
                      <a:lumMod val="100000"/>
                      <a:alpha val="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45720" rIns="45720"/>
            <a:lstStyle>
              <a:lvl1pPr marL="112713" indent="-11271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anose="05000000000000000000" pitchFamily="2" charset="2"/>
                <a:buChar char="§"/>
                <a:defRPr lang="en-US" sz="1500" b="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33363" indent="-1206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­"/>
                <a:defRPr lang="en-US" sz="1500" b="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44488" indent="-11112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lang="en-US" sz="1500" b="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57200" indent="-11271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Arial" panose="020B0604020202020204" pitchFamily="34" charset="0"/>
                <a:buChar char="­"/>
                <a:defRPr lang="en-US" sz="1500" b="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69913" indent="-11271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lang="en-US" sz="1500" b="0" kern="1200" baseline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98000" indent="-230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Arial" panose="020B0604020202020204" pitchFamily="34" charset="0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indent="-284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Arial" panose="020B0604020202020204" pitchFamily="34" charset="0"/>
                <a:buChar char="—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452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Arial" panose="020B0604020202020204" pitchFamily="34" charset="0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en-US" sz="800" b="1">
                  <a:solidFill>
                    <a:srgbClr val="000000"/>
                  </a:solidFill>
                  <a:latin typeface="Arial" panose="020B0604020202020204" pitchFamily="34" charset="0"/>
                </a:rPr>
                <a:t>Data Hub &amp; Data Flow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</p:grpSp>
      <p:pic>
        <p:nvPicPr>
          <p:cNvPr id="2054" name="Picture 6" descr="Confluence Vector Svg Icon Png Repo Free Png Icons - vrogue.co">
            <a:extLst>
              <a:ext uri="{FF2B5EF4-FFF2-40B4-BE49-F238E27FC236}">
                <a16:creationId xmlns:a16="http://schemas.microsoft.com/office/drawing/2014/main" id="{38B2D2D8-F4A7-7AF2-4770-3E5EDBFEE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664" y="5580189"/>
            <a:ext cx="910511" cy="11381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B1C7FED-C984-0525-1BC3-E45959E4A9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5383" y="4655625"/>
            <a:ext cx="1125860" cy="31947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535793A-765B-A2FA-6A60-226756624B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0949" y="4666585"/>
            <a:ext cx="873205" cy="260897"/>
          </a:xfrm>
          <a:prstGeom prst="rect">
            <a:avLst/>
          </a:prstGeom>
        </p:spPr>
      </p:pic>
      <p:pic>
        <p:nvPicPr>
          <p:cNvPr id="2060" name="Picture 12" descr="Best Work Management Software of 2025 for Remote Teams - ProjectManager">
            <a:extLst>
              <a:ext uri="{FF2B5EF4-FFF2-40B4-BE49-F238E27FC236}">
                <a16:creationId xmlns:a16="http://schemas.microsoft.com/office/drawing/2014/main" id="{94E53BDE-5A2C-74C4-8F96-A3A051E4F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3710" y="5040008"/>
            <a:ext cx="1089351" cy="28396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066" name="Picture 18" descr="Ms Sql Server Logo">
            <a:extLst>
              <a:ext uri="{FF2B5EF4-FFF2-40B4-BE49-F238E27FC236}">
                <a16:creationId xmlns:a16="http://schemas.microsoft.com/office/drawing/2014/main" id="{1ED63934-F660-668E-84F3-23D2C88DC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1343" y="4817533"/>
            <a:ext cx="881635" cy="22247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072" name="Picture 24" descr="Exploring the Inner Workings of Google BigQuery: A Deep Dive into ...">
            <a:extLst>
              <a:ext uri="{FF2B5EF4-FFF2-40B4-BE49-F238E27FC236}">
                <a16:creationId xmlns:a16="http://schemas.microsoft.com/office/drawing/2014/main" id="{67AD5D94-EA7C-AE74-D98B-C1D990161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4" t="28757" r="7873" b="28885"/>
          <a:stretch/>
        </p:blipFill>
        <p:spPr bwMode="auto">
          <a:xfrm>
            <a:off x="2682149" y="5453945"/>
            <a:ext cx="978113" cy="36630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25A37CB-4B3D-2571-079D-5CFD3DD0BEB3}"/>
              </a:ext>
            </a:extLst>
          </p:cNvPr>
          <p:cNvSpPr txBox="1"/>
          <p:nvPr/>
        </p:nvSpPr>
        <p:spPr>
          <a:xfrm>
            <a:off x="8595186" y="4726721"/>
            <a:ext cx="1925256" cy="174773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200" b="1">
                <a:solidFill>
                  <a:schemeClr val="tx2"/>
                </a:solidFill>
              </a:rPr>
              <a:t>Olaf</a:t>
            </a:r>
          </a:p>
          <a:p>
            <a:pPr algn="l">
              <a:spcAft>
                <a:spcPts val="600"/>
              </a:spcAft>
            </a:pPr>
            <a:r>
              <a:rPr lang="en-US" sz="1400" b="1">
                <a:solidFill>
                  <a:schemeClr val="tx2"/>
                </a:solidFill>
              </a:rPr>
              <a:t>EDP</a:t>
            </a:r>
            <a:endParaRPr lang="en-US" sz="1200" b="1">
              <a:solidFill>
                <a:schemeClr val="tx2"/>
              </a:solidFill>
            </a:endParaRPr>
          </a:p>
          <a:p>
            <a:pPr algn="l">
              <a:spcAft>
                <a:spcPts val="600"/>
              </a:spcAft>
            </a:pPr>
            <a:r>
              <a:rPr lang="en-US" sz="1200" b="1">
                <a:solidFill>
                  <a:schemeClr val="tx2"/>
                </a:solidFill>
              </a:rPr>
              <a:t>GTP</a:t>
            </a:r>
          </a:p>
          <a:p>
            <a:pPr algn="l">
              <a:spcAft>
                <a:spcPts val="600"/>
              </a:spcAft>
            </a:pPr>
            <a:r>
              <a:rPr lang="en-US" sz="1200" b="1">
                <a:solidFill>
                  <a:schemeClr val="tx2"/>
                </a:solidFill>
              </a:rPr>
              <a:t>OSA</a:t>
            </a:r>
          </a:p>
          <a:p>
            <a:pPr algn="l">
              <a:spcAft>
                <a:spcPts val="600"/>
              </a:spcAft>
            </a:pPr>
            <a:endParaRPr lang="en-US" sz="1200" b="1">
              <a:solidFill>
                <a:schemeClr val="tx2"/>
              </a:solidFill>
            </a:endParaRPr>
          </a:p>
        </p:txBody>
      </p:sp>
      <p:pic>
        <p:nvPicPr>
          <p:cNvPr id="2100" name="Picture 2" descr="Microsoft Azure Logo, meaning, history, PNG, SVG, vector">
            <a:extLst>
              <a:ext uri="{FF2B5EF4-FFF2-40B4-BE49-F238E27FC236}">
                <a16:creationId xmlns:a16="http://schemas.microsoft.com/office/drawing/2014/main" id="{81D99976-6990-A1FA-F276-2A7288C33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551" y="3725871"/>
            <a:ext cx="785764" cy="44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1" name="Picture 38" descr="Alteryx Logo Png - PNG Image Collection">
            <a:extLst>
              <a:ext uri="{FF2B5EF4-FFF2-40B4-BE49-F238E27FC236}">
                <a16:creationId xmlns:a16="http://schemas.microsoft.com/office/drawing/2014/main" id="{45302D17-1883-2122-A937-08F9960BB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2971" y="1582505"/>
            <a:ext cx="914400" cy="181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2" name="Picture 50" descr="Microsoft Expands Access To Microsoft 365 Copilot Adds New Features ...">
            <a:extLst>
              <a:ext uri="{FF2B5EF4-FFF2-40B4-BE49-F238E27FC236}">
                <a16:creationId xmlns:a16="http://schemas.microsoft.com/office/drawing/2014/main" id="{E571CEE0-5446-A8ED-E437-56090F479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365" y="1063902"/>
            <a:ext cx="1077340" cy="1077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03" name="Rectangle 2102">
            <a:extLst>
              <a:ext uri="{FF2B5EF4-FFF2-40B4-BE49-F238E27FC236}">
                <a16:creationId xmlns:a16="http://schemas.microsoft.com/office/drawing/2014/main" id="{63FBDAB8-BCA2-49B0-3EA1-F2708CBD255E}"/>
              </a:ext>
            </a:extLst>
          </p:cNvPr>
          <p:cNvSpPr/>
          <p:nvPr/>
        </p:nvSpPr>
        <p:spPr>
          <a:xfrm>
            <a:off x="2537283" y="3428999"/>
            <a:ext cx="7912832" cy="97041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05" name="TextBox 2104">
            <a:extLst>
              <a:ext uri="{FF2B5EF4-FFF2-40B4-BE49-F238E27FC236}">
                <a16:creationId xmlns:a16="http://schemas.microsoft.com/office/drawing/2014/main" id="{39E0DDEB-A2C3-311C-F7D5-1184BF5C6B01}"/>
              </a:ext>
            </a:extLst>
          </p:cNvPr>
          <p:cNvSpPr txBox="1"/>
          <p:nvPr/>
        </p:nvSpPr>
        <p:spPr>
          <a:xfrm>
            <a:off x="2614311" y="3493401"/>
            <a:ext cx="775769" cy="169082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Compute</a:t>
            </a:r>
          </a:p>
        </p:txBody>
      </p:sp>
      <p:pic>
        <p:nvPicPr>
          <p:cNvPr id="2106" name="Picture 18" descr="Ms Sql Server Logo">
            <a:extLst>
              <a:ext uri="{FF2B5EF4-FFF2-40B4-BE49-F238E27FC236}">
                <a16:creationId xmlns:a16="http://schemas.microsoft.com/office/drawing/2014/main" id="{C69157A0-7B1C-BF90-C916-8F13D0A75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822" y="3668775"/>
            <a:ext cx="881635" cy="22247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108" name="Picture 28" descr="Amazon Web Services Logo, symbol, meaning, history, PNG, brand">
            <a:extLst>
              <a:ext uri="{FF2B5EF4-FFF2-40B4-BE49-F238E27FC236}">
                <a16:creationId xmlns:a16="http://schemas.microsoft.com/office/drawing/2014/main" id="{C62FAB12-F894-4412-F940-EC2A4A179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898" y="3793242"/>
            <a:ext cx="767644" cy="43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9" name="Picture 30" descr="Google Cloud Platform Colombia - GCP - Cloud Empresarial">
            <a:extLst>
              <a:ext uri="{FF2B5EF4-FFF2-40B4-BE49-F238E27FC236}">
                <a16:creationId xmlns:a16="http://schemas.microsoft.com/office/drawing/2014/main" id="{3BD7A53C-57EA-FCD6-0EDE-8CC602151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8867" y="3721643"/>
            <a:ext cx="777030" cy="48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11" name="TextBox 2110">
            <a:extLst>
              <a:ext uri="{FF2B5EF4-FFF2-40B4-BE49-F238E27FC236}">
                <a16:creationId xmlns:a16="http://schemas.microsoft.com/office/drawing/2014/main" id="{A67ACE50-D231-C8A6-533C-0F70DED70301}"/>
              </a:ext>
            </a:extLst>
          </p:cNvPr>
          <p:cNvSpPr txBox="1"/>
          <p:nvPr/>
        </p:nvSpPr>
        <p:spPr>
          <a:xfrm>
            <a:off x="8550185" y="3719810"/>
            <a:ext cx="1859232" cy="49471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800"/>
              <a:t>Tax has the option to create their own cloud tenant in Azure – don’t have anything deployed in Azure today</a:t>
            </a:r>
          </a:p>
        </p:txBody>
      </p:sp>
      <p:pic>
        <p:nvPicPr>
          <p:cNvPr id="2112" name="Picture 40" descr="OpenAI Logo PNG Images with Transparent Background">
            <a:extLst>
              <a:ext uri="{FF2B5EF4-FFF2-40B4-BE49-F238E27FC236}">
                <a16:creationId xmlns:a16="http://schemas.microsoft.com/office/drawing/2014/main" id="{8098C104-D10A-2850-9FC3-0F7F58DD1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395" y="2737091"/>
            <a:ext cx="914400" cy="248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13" name="Rectangle 2112">
            <a:extLst>
              <a:ext uri="{FF2B5EF4-FFF2-40B4-BE49-F238E27FC236}">
                <a16:creationId xmlns:a16="http://schemas.microsoft.com/office/drawing/2014/main" id="{87B95EA7-68AD-434A-CA44-84A0BF7F0779}"/>
              </a:ext>
            </a:extLst>
          </p:cNvPr>
          <p:cNvSpPr/>
          <p:nvPr/>
        </p:nvSpPr>
        <p:spPr>
          <a:xfrm>
            <a:off x="2537283" y="2431794"/>
            <a:ext cx="4789416" cy="85962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15" name="TextBox 2114">
            <a:extLst>
              <a:ext uri="{FF2B5EF4-FFF2-40B4-BE49-F238E27FC236}">
                <a16:creationId xmlns:a16="http://schemas.microsoft.com/office/drawing/2014/main" id="{E090D4D5-DB67-7404-FD8C-B0305D876BB0}"/>
              </a:ext>
            </a:extLst>
          </p:cNvPr>
          <p:cNvSpPr txBox="1"/>
          <p:nvPr/>
        </p:nvSpPr>
        <p:spPr>
          <a:xfrm>
            <a:off x="2665375" y="2498653"/>
            <a:ext cx="775769" cy="169082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Models</a:t>
            </a:r>
          </a:p>
        </p:txBody>
      </p:sp>
      <p:sp>
        <p:nvSpPr>
          <p:cNvPr id="2116" name="Rectangle 2115">
            <a:extLst>
              <a:ext uri="{FF2B5EF4-FFF2-40B4-BE49-F238E27FC236}">
                <a16:creationId xmlns:a16="http://schemas.microsoft.com/office/drawing/2014/main" id="{1ACF19B0-52C7-8B70-85F4-C61A044379CA}"/>
              </a:ext>
            </a:extLst>
          </p:cNvPr>
          <p:cNvSpPr/>
          <p:nvPr/>
        </p:nvSpPr>
        <p:spPr>
          <a:xfrm>
            <a:off x="2537283" y="1114377"/>
            <a:ext cx="7912832" cy="122557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18" name="TextBox 2117">
            <a:extLst>
              <a:ext uri="{FF2B5EF4-FFF2-40B4-BE49-F238E27FC236}">
                <a16:creationId xmlns:a16="http://schemas.microsoft.com/office/drawing/2014/main" id="{24FAE8EA-B8F6-1619-6200-8A509876D922}"/>
              </a:ext>
            </a:extLst>
          </p:cNvPr>
          <p:cNvSpPr txBox="1"/>
          <p:nvPr/>
        </p:nvSpPr>
        <p:spPr>
          <a:xfrm>
            <a:off x="2614311" y="1190618"/>
            <a:ext cx="775769" cy="169082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Applications</a:t>
            </a:r>
          </a:p>
        </p:txBody>
      </p:sp>
      <p:sp>
        <p:nvSpPr>
          <p:cNvPr id="2119" name="Rectangle 2118">
            <a:extLst>
              <a:ext uri="{FF2B5EF4-FFF2-40B4-BE49-F238E27FC236}">
                <a16:creationId xmlns:a16="http://schemas.microsoft.com/office/drawing/2014/main" id="{A9E0CCF0-C748-9D2C-8A4A-699FD76FDB4E}"/>
              </a:ext>
            </a:extLst>
          </p:cNvPr>
          <p:cNvSpPr/>
          <p:nvPr/>
        </p:nvSpPr>
        <p:spPr>
          <a:xfrm>
            <a:off x="3825174" y="1235030"/>
            <a:ext cx="1561331" cy="95404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2120" name="TextBox 2119">
            <a:extLst>
              <a:ext uri="{FF2B5EF4-FFF2-40B4-BE49-F238E27FC236}">
                <a16:creationId xmlns:a16="http://schemas.microsoft.com/office/drawing/2014/main" id="{1DB7F779-6EC4-6D42-5D19-67FBA07FA884}"/>
              </a:ext>
            </a:extLst>
          </p:cNvPr>
          <p:cNvSpPr txBox="1"/>
          <p:nvPr/>
        </p:nvSpPr>
        <p:spPr>
          <a:xfrm>
            <a:off x="5676553" y="1844609"/>
            <a:ext cx="1210758" cy="34555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200" b="1">
                <a:solidFill>
                  <a:schemeClr val="tx2"/>
                </a:solidFill>
              </a:rPr>
              <a:t>Digital Gateway</a:t>
            </a:r>
          </a:p>
        </p:txBody>
      </p:sp>
      <p:pic>
        <p:nvPicPr>
          <p:cNvPr id="2121" name="Picture 2" descr="Okta Logo Storia Valore Png - vrogue.co">
            <a:extLst>
              <a:ext uri="{FF2B5EF4-FFF2-40B4-BE49-F238E27FC236}">
                <a16:creationId xmlns:a16="http://schemas.microsoft.com/office/drawing/2014/main" id="{DD506BFE-BC28-DB6E-99C5-00BA43DB8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821" y="2737112"/>
            <a:ext cx="654554" cy="368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2" name="Picture 4" descr="Azure AD Logo - LogoDix">
            <a:extLst>
              <a:ext uri="{FF2B5EF4-FFF2-40B4-BE49-F238E27FC236}">
                <a16:creationId xmlns:a16="http://schemas.microsoft.com/office/drawing/2014/main" id="{2BC891D4-8687-3251-29F9-91B204CCE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2071" y="2624228"/>
            <a:ext cx="991485" cy="296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23" name="TextBox 2122">
            <a:extLst>
              <a:ext uri="{FF2B5EF4-FFF2-40B4-BE49-F238E27FC236}">
                <a16:creationId xmlns:a16="http://schemas.microsoft.com/office/drawing/2014/main" id="{F531CE47-634B-8200-9110-764223D8F628}"/>
              </a:ext>
            </a:extLst>
          </p:cNvPr>
          <p:cNvSpPr txBox="1"/>
          <p:nvPr/>
        </p:nvSpPr>
        <p:spPr>
          <a:xfrm>
            <a:off x="3949358" y="1177886"/>
            <a:ext cx="515831" cy="15064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000"/>
              <a:t>AI Apps</a:t>
            </a:r>
          </a:p>
        </p:txBody>
      </p:sp>
      <p:sp>
        <p:nvSpPr>
          <p:cNvPr id="2124" name="Rectangle 2123">
            <a:extLst>
              <a:ext uri="{FF2B5EF4-FFF2-40B4-BE49-F238E27FC236}">
                <a16:creationId xmlns:a16="http://schemas.microsoft.com/office/drawing/2014/main" id="{C8E3A601-4C14-F052-C586-DC1A834ED092}"/>
              </a:ext>
            </a:extLst>
          </p:cNvPr>
          <p:cNvSpPr/>
          <p:nvPr/>
        </p:nvSpPr>
        <p:spPr>
          <a:xfrm>
            <a:off x="5515055" y="1258716"/>
            <a:ext cx="4683086" cy="92825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2125" name="TextBox 2124">
            <a:extLst>
              <a:ext uri="{FF2B5EF4-FFF2-40B4-BE49-F238E27FC236}">
                <a16:creationId xmlns:a16="http://schemas.microsoft.com/office/drawing/2014/main" id="{3548444F-6A57-F4F5-8194-64267B6C6CA4}"/>
              </a:ext>
            </a:extLst>
          </p:cNvPr>
          <p:cNvSpPr txBox="1"/>
          <p:nvPr/>
        </p:nvSpPr>
        <p:spPr>
          <a:xfrm>
            <a:off x="5614984" y="1198692"/>
            <a:ext cx="648560" cy="170314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000"/>
              <a:t>Tax Apps</a:t>
            </a:r>
          </a:p>
        </p:txBody>
      </p:sp>
      <p:pic>
        <p:nvPicPr>
          <p:cNvPr id="2126" name="Picture 12" descr="Best Work Management Software of 2025 for Remote Teams - ProjectManager">
            <a:extLst>
              <a:ext uri="{FF2B5EF4-FFF2-40B4-BE49-F238E27FC236}">
                <a16:creationId xmlns:a16="http://schemas.microsoft.com/office/drawing/2014/main" id="{1EDB18F5-195F-28D1-CDBA-8B067ED7D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116" y="1429030"/>
            <a:ext cx="1089351" cy="283969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2127" name="Group 2126">
            <a:extLst>
              <a:ext uri="{FF2B5EF4-FFF2-40B4-BE49-F238E27FC236}">
                <a16:creationId xmlns:a16="http://schemas.microsoft.com/office/drawing/2014/main" id="{64B4F695-1174-7567-4F4B-55610292E3A0}"/>
              </a:ext>
            </a:extLst>
          </p:cNvPr>
          <p:cNvGrpSpPr/>
          <p:nvPr/>
        </p:nvGrpSpPr>
        <p:grpSpPr>
          <a:xfrm>
            <a:off x="6827466" y="1352140"/>
            <a:ext cx="1236143" cy="679341"/>
            <a:chOff x="1089558" y="5226976"/>
            <a:chExt cx="1236143" cy="679341"/>
          </a:xfrm>
        </p:grpSpPr>
        <p:pic>
          <p:nvPicPr>
            <p:cNvPr id="2128" name="Picture 12" descr="Thomson Reuters Unveils New Brand Evolution">
              <a:extLst>
                <a:ext uri="{FF2B5EF4-FFF2-40B4-BE49-F238E27FC236}">
                  <a16:creationId xmlns:a16="http://schemas.microsoft.com/office/drawing/2014/main" id="{29BB3AB4-8133-3A70-E6F1-5DDB57B5628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383" t="22340" r="4371" b="19596"/>
            <a:stretch/>
          </p:blipFill>
          <p:spPr bwMode="auto">
            <a:xfrm>
              <a:off x="1262164" y="5226976"/>
              <a:ext cx="742950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29" name="TextBox 338">
              <a:extLst>
                <a:ext uri="{FF2B5EF4-FFF2-40B4-BE49-F238E27FC236}">
                  <a16:creationId xmlns:a16="http://schemas.microsoft.com/office/drawing/2014/main" id="{B49FD360-ABE3-BEE7-DC1D-A63156205B08}"/>
                </a:ext>
              </a:extLst>
            </p:cNvPr>
            <p:cNvSpPr txBox="1">
              <a:spLocks/>
            </p:cNvSpPr>
            <p:nvPr/>
          </p:nvSpPr>
          <p:spPr>
            <a:xfrm>
              <a:off x="1089558" y="5515595"/>
              <a:ext cx="1236143" cy="390722"/>
            </a:xfrm>
            <a:prstGeom prst="rect">
              <a:avLst/>
            </a:prstGeom>
            <a:ln w="9525"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>
                      <a:lumMod val="100000"/>
                      <a:alpha val="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45720" rIns="45720"/>
            <a:lstStyle>
              <a:lvl1pPr marL="112713" indent="-11271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anose="05000000000000000000" pitchFamily="2" charset="2"/>
                <a:buChar char="§"/>
                <a:defRPr lang="en-US" sz="1500" b="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33363" indent="-1206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­"/>
                <a:defRPr lang="en-US" sz="1500" b="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44488" indent="-11112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lang="en-US" sz="1500" b="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57200" indent="-11271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Arial" panose="020B0604020202020204" pitchFamily="34" charset="0"/>
                <a:buChar char="­"/>
                <a:defRPr lang="en-US" sz="1500" b="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69913" indent="-11271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lang="en-US" sz="1500" b="0" kern="1200" baseline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98000" indent="-230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Arial" panose="020B0604020202020204" pitchFamily="34" charset="0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indent="-284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Arial" panose="020B0604020202020204" pitchFamily="34" charset="0"/>
                <a:buChar char="—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452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Arial" panose="020B0604020202020204" pitchFamily="34" charset="0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en-US" sz="800" b="1">
                  <a:solidFill>
                    <a:srgbClr val="000000"/>
                  </a:solidFill>
                  <a:latin typeface="Arial" panose="020B0604020202020204" pitchFamily="34" charset="0"/>
                </a:rPr>
                <a:t>Data Hub &amp; Data Flow, Tax Provision, Common Entities</a:t>
              </a:r>
            </a:p>
          </p:txBody>
        </p:sp>
      </p:grpSp>
      <p:grpSp>
        <p:nvGrpSpPr>
          <p:cNvPr id="2130" name="Group 2129">
            <a:extLst>
              <a:ext uri="{FF2B5EF4-FFF2-40B4-BE49-F238E27FC236}">
                <a16:creationId xmlns:a16="http://schemas.microsoft.com/office/drawing/2014/main" id="{68466C42-81B3-4585-D8A7-16C7BD252D41}"/>
              </a:ext>
            </a:extLst>
          </p:cNvPr>
          <p:cNvGrpSpPr/>
          <p:nvPr/>
        </p:nvGrpSpPr>
        <p:grpSpPr>
          <a:xfrm>
            <a:off x="8961998" y="1430937"/>
            <a:ext cx="1236143" cy="675797"/>
            <a:chOff x="2966417" y="4379078"/>
            <a:chExt cx="1236143" cy="675797"/>
          </a:xfrm>
        </p:grpSpPr>
        <p:pic>
          <p:nvPicPr>
            <p:cNvPr id="2131" name="Picture 12" descr="Thomson Reuters Unveils New Brand Evolution">
              <a:extLst>
                <a:ext uri="{FF2B5EF4-FFF2-40B4-BE49-F238E27FC236}">
                  <a16:creationId xmlns:a16="http://schemas.microsoft.com/office/drawing/2014/main" id="{073579B4-C3A3-5ADB-6DE7-E5B0C60592F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383" t="22340" r="4371" b="19596"/>
            <a:stretch/>
          </p:blipFill>
          <p:spPr bwMode="auto">
            <a:xfrm>
              <a:off x="3140636" y="4379078"/>
              <a:ext cx="742950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32" name="TextBox 338">
              <a:extLst>
                <a:ext uri="{FF2B5EF4-FFF2-40B4-BE49-F238E27FC236}">
                  <a16:creationId xmlns:a16="http://schemas.microsoft.com/office/drawing/2014/main" id="{7EE70AC8-03DC-2C1B-FF60-466A7DF8300F}"/>
                </a:ext>
              </a:extLst>
            </p:cNvPr>
            <p:cNvSpPr txBox="1">
              <a:spLocks/>
            </p:cNvSpPr>
            <p:nvPr/>
          </p:nvSpPr>
          <p:spPr>
            <a:xfrm>
              <a:off x="2966417" y="4664153"/>
              <a:ext cx="1236143" cy="390722"/>
            </a:xfrm>
            <a:prstGeom prst="rect">
              <a:avLst/>
            </a:prstGeom>
            <a:ln w="9525"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>
                      <a:lumMod val="100000"/>
                      <a:alpha val="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45720" rIns="45720"/>
            <a:lstStyle>
              <a:lvl1pPr marL="112713" indent="-11271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anose="05000000000000000000" pitchFamily="2" charset="2"/>
                <a:buChar char="§"/>
                <a:defRPr lang="en-US" sz="1500" b="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33363" indent="-1206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­"/>
                <a:defRPr lang="en-US" sz="1500" b="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44488" indent="-11112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lang="en-US" sz="1500" b="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57200" indent="-11271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Arial" panose="020B0604020202020204" pitchFamily="34" charset="0"/>
                <a:buChar char="­"/>
                <a:defRPr lang="en-US" sz="1500" b="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69913" indent="-11271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lang="en-US" sz="1500" b="0" kern="1200" baseline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98000" indent="-230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Arial" panose="020B0604020202020204" pitchFamily="34" charset="0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indent="-284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Arial" panose="020B0604020202020204" pitchFamily="34" charset="0"/>
                <a:buChar char="—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452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Arial" panose="020B0604020202020204" pitchFamily="34" charset="0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Checkpoint</a:t>
              </a:r>
            </a:p>
          </p:txBody>
        </p:sp>
      </p:grpSp>
      <p:sp>
        <p:nvSpPr>
          <p:cNvPr id="2133" name="TextBox 2132">
            <a:extLst>
              <a:ext uri="{FF2B5EF4-FFF2-40B4-BE49-F238E27FC236}">
                <a16:creationId xmlns:a16="http://schemas.microsoft.com/office/drawing/2014/main" id="{766168B2-3A50-0110-6866-20C8A8FE0F76}"/>
              </a:ext>
            </a:extLst>
          </p:cNvPr>
          <p:cNvSpPr txBox="1"/>
          <p:nvPr/>
        </p:nvSpPr>
        <p:spPr>
          <a:xfrm>
            <a:off x="5132260" y="2542810"/>
            <a:ext cx="1620012" cy="27118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chemeClr val="tx2"/>
                </a:solidFill>
              </a:rPr>
              <a:t>TAC (Machine learning algorithm within contributions database) </a:t>
            </a:r>
          </a:p>
        </p:txBody>
      </p:sp>
      <p:sp>
        <p:nvSpPr>
          <p:cNvPr id="2134" name="TextBox 2133">
            <a:extLst>
              <a:ext uri="{FF2B5EF4-FFF2-40B4-BE49-F238E27FC236}">
                <a16:creationId xmlns:a16="http://schemas.microsoft.com/office/drawing/2014/main" id="{1EF1AE71-C152-52AD-62B3-42AB502C8405}"/>
              </a:ext>
            </a:extLst>
          </p:cNvPr>
          <p:cNvSpPr txBox="1"/>
          <p:nvPr/>
        </p:nvSpPr>
        <p:spPr>
          <a:xfrm>
            <a:off x="4052634" y="1861037"/>
            <a:ext cx="1210758" cy="40207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500" b="1">
                <a:solidFill>
                  <a:schemeClr val="tx2"/>
                </a:solidFill>
              </a:rPr>
              <a:t>DisneyGPT</a:t>
            </a:r>
          </a:p>
        </p:txBody>
      </p:sp>
      <p:pic>
        <p:nvPicPr>
          <p:cNvPr id="2136" name="Picture 34" descr="Diligent Logo - PNG Logo Vector Brand Downloads (SVG, EPS)">
            <a:extLst>
              <a:ext uri="{FF2B5EF4-FFF2-40B4-BE49-F238E27FC236}">
                <a16:creationId xmlns:a16="http://schemas.microsoft.com/office/drawing/2014/main" id="{CE9F956F-4D43-B181-0DCA-EEE952DB9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892" y="5341642"/>
            <a:ext cx="932848" cy="524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A2A1C20-FBD4-1ADE-D606-D8F21A34E125}"/>
              </a:ext>
            </a:extLst>
          </p:cNvPr>
          <p:cNvSpPr/>
          <p:nvPr/>
        </p:nvSpPr>
        <p:spPr>
          <a:xfrm>
            <a:off x="7445538" y="2445281"/>
            <a:ext cx="3004577" cy="85962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CD3983-7289-11BF-DD37-E3D14E713605}"/>
              </a:ext>
            </a:extLst>
          </p:cNvPr>
          <p:cNvSpPr txBox="1"/>
          <p:nvPr/>
        </p:nvSpPr>
        <p:spPr>
          <a:xfrm>
            <a:off x="7544858" y="2502979"/>
            <a:ext cx="775769" cy="169082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50" b="1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</a:rPr>
              <a:t>Enterprise IAM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DD91DD-F78F-8374-D6B4-D80D4658A777}"/>
              </a:ext>
            </a:extLst>
          </p:cNvPr>
          <p:cNvSpPr txBox="1"/>
          <p:nvPr/>
        </p:nvSpPr>
        <p:spPr>
          <a:xfrm>
            <a:off x="8262651" y="6048799"/>
            <a:ext cx="2202009" cy="49471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800"/>
              <a:t>Olaf, Cognos, and OSA (getting an API later in 2025) are not currently accessible by API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D74A6B0-DAAA-6EB8-96B9-B1B1C4278BF2}"/>
              </a:ext>
            </a:extLst>
          </p:cNvPr>
          <p:cNvGrpSpPr/>
          <p:nvPr/>
        </p:nvGrpSpPr>
        <p:grpSpPr>
          <a:xfrm>
            <a:off x="3782724" y="5072707"/>
            <a:ext cx="1236143" cy="679341"/>
            <a:chOff x="1089558" y="5226976"/>
            <a:chExt cx="1236143" cy="679341"/>
          </a:xfrm>
        </p:grpSpPr>
        <p:pic>
          <p:nvPicPr>
            <p:cNvPr id="11" name="Picture 12" descr="Thomson Reuters Unveils New Brand Evolution">
              <a:extLst>
                <a:ext uri="{FF2B5EF4-FFF2-40B4-BE49-F238E27FC236}">
                  <a16:creationId xmlns:a16="http://schemas.microsoft.com/office/drawing/2014/main" id="{17BFFB59-5737-002C-E444-54F526CF14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383" t="22340" r="4371" b="19596"/>
            <a:stretch/>
          </p:blipFill>
          <p:spPr bwMode="auto">
            <a:xfrm>
              <a:off x="1262164" y="5226976"/>
              <a:ext cx="742950" cy="38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338">
              <a:extLst>
                <a:ext uri="{FF2B5EF4-FFF2-40B4-BE49-F238E27FC236}">
                  <a16:creationId xmlns:a16="http://schemas.microsoft.com/office/drawing/2014/main" id="{5F58E8AE-2B02-DDCA-6D04-15DA5A413291}"/>
                </a:ext>
              </a:extLst>
            </p:cNvPr>
            <p:cNvSpPr txBox="1">
              <a:spLocks/>
            </p:cNvSpPr>
            <p:nvPr/>
          </p:nvSpPr>
          <p:spPr>
            <a:xfrm>
              <a:off x="1089558" y="5515595"/>
              <a:ext cx="1236143" cy="390722"/>
            </a:xfrm>
            <a:prstGeom prst="rect">
              <a:avLst/>
            </a:prstGeom>
            <a:ln w="9525"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>
                      <a:lumMod val="100000"/>
                      <a:alpha val="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45720" rIns="45720"/>
            <a:lstStyle>
              <a:lvl1pPr marL="112713" indent="-11271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anose="05000000000000000000" pitchFamily="2" charset="2"/>
                <a:buChar char="§"/>
                <a:defRPr lang="en-US" sz="1500" b="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33363" indent="-1206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­"/>
                <a:defRPr lang="en-US" sz="1500" b="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44488" indent="-11112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lang="en-US" sz="1500" b="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57200" indent="-11271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Arial" panose="020B0604020202020204" pitchFamily="34" charset="0"/>
                <a:buChar char="­"/>
                <a:defRPr lang="en-US" sz="1500" b="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69913" indent="-11271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  <a:defRPr lang="en-US" sz="1500" b="0" kern="1200" baseline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98000" indent="-230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Arial" panose="020B0604020202020204" pitchFamily="34" charset="0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indent="-284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Arial" panose="020B0604020202020204" pitchFamily="34" charset="0"/>
                <a:buChar char="—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452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Font typeface="Arial" panose="020B0604020202020204" pitchFamily="34" charset="0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en-US" sz="800" b="1">
                  <a:solidFill>
                    <a:srgbClr val="000000"/>
                  </a:solidFill>
                  <a:latin typeface="Arial" panose="020B0604020202020204" pitchFamily="34" charset="0"/>
                </a:rPr>
                <a:t>Data Hub &amp; Data Flow, Tax Provision, Common Entities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A970822-CD67-CF0D-262F-B80627031492}"/>
              </a:ext>
            </a:extLst>
          </p:cNvPr>
          <p:cNvSpPr txBox="1"/>
          <p:nvPr/>
        </p:nvSpPr>
        <p:spPr>
          <a:xfrm>
            <a:off x="9154909" y="4617259"/>
            <a:ext cx="1200887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200" b="1" err="1">
                <a:solidFill>
                  <a:schemeClr val="tx2"/>
                </a:solidFill>
              </a:rPr>
              <a:t>fshelp</a:t>
            </a:r>
            <a:endParaRPr lang="en-US" sz="1200" b="1">
              <a:solidFill>
                <a:schemeClr val="tx2"/>
              </a:solidFill>
            </a:endParaRPr>
          </a:p>
          <a:p>
            <a:pPr algn="l">
              <a:spcAft>
                <a:spcPts val="600"/>
              </a:spcAft>
            </a:pPr>
            <a:r>
              <a:rPr lang="en-US" sz="1200" b="1" err="1">
                <a:solidFill>
                  <a:schemeClr val="tx2"/>
                </a:solidFill>
              </a:rPr>
              <a:t>ControlPoint</a:t>
            </a:r>
            <a:endParaRPr lang="en-US" sz="1200" b="1">
              <a:solidFill>
                <a:schemeClr val="tx2"/>
              </a:solidFill>
            </a:endParaRPr>
          </a:p>
          <a:p>
            <a:pPr algn="l">
              <a:spcAft>
                <a:spcPts val="600"/>
              </a:spcAft>
            </a:pPr>
            <a:r>
              <a:rPr lang="en-US" sz="1200" b="1">
                <a:solidFill>
                  <a:schemeClr val="tx2"/>
                </a:solidFill>
              </a:rPr>
              <a:t>Concur </a:t>
            </a:r>
            <a:endParaRPr lang="en-US" sz="1200"/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9EA02851-4CFF-FD9F-E253-34CD47B0E2A4}"/>
              </a:ext>
            </a:extLst>
          </p:cNvPr>
          <p:cNvSpPr/>
          <p:nvPr/>
        </p:nvSpPr>
        <p:spPr>
          <a:xfrm>
            <a:off x="7083674" y="4968604"/>
            <a:ext cx="226521" cy="226521"/>
          </a:xfrm>
          <a:prstGeom prst="star5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283AB7B2-54A1-E3A0-A6A2-BAAB9AC57576}"/>
              </a:ext>
            </a:extLst>
          </p:cNvPr>
          <p:cNvSpPr/>
          <p:nvPr/>
        </p:nvSpPr>
        <p:spPr>
          <a:xfrm>
            <a:off x="8305720" y="4906042"/>
            <a:ext cx="226521" cy="226521"/>
          </a:xfrm>
          <a:prstGeom prst="star5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F749D9FC-94B9-5DDB-CED8-EDD8DCF0FE5F}"/>
              </a:ext>
            </a:extLst>
          </p:cNvPr>
          <p:cNvSpPr/>
          <p:nvPr/>
        </p:nvSpPr>
        <p:spPr>
          <a:xfrm>
            <a:off x="9778264" y="92714"/>
            <a:ext cx="226521" cy="226521"/>
          </a:xfrm>
          <a:prstGeom prst="star5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3A3D57-E59E-8CEF-E5D0-F83211BB5B67}"/>
              </a:ext>
            </a:extLst>
          </p:cNvPr>
          <p:cNvSpPr txBox="1"/>
          <p:nvPr/>
        </p:nvSpPr>
        <p:spPr>
          <a:xfrm>
            <a:off x="10109557" y="100208"/>
            <a:ext cx="1846536" cy="40779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000" dirty="0"/>
              <a:t>Key enterprise data source for use cases in production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D44EEDB-598C-00AE-5869-1B0C3F938D3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54909" y="5536604"/>
            <a:ext cx="727510" cy="18584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F6A61DD-D867-D306-4B60-B49345A0CB3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93787" y="1903968"/>
            <a:ext cx="727510" cy="185844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E0E04F3C-30EE-3196-BD89-CA0AD64F07CC}"/>
              </a:ext>
            </a:extLst>
          </p:cNvPr>
          <p:cNvSpPr/>
          <p:nvPr/>
        </p:nvSpPr>
        <p:spPr>
          <a:xfrm>
            <a:off x="430910" y="3493401"/>
            <a:ext cx="2005148" cy="865209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54610" rIns="54610" bIns="54610" rtlCol="0" anchor="ctr"/>
          <a:lstStyle/>
          <a:p>
            <a:pPr algn="ctr">
              <a:spcAft>
                <a:spcPts val="600"/>
              </a:spcAft>
            </a:pPr>
            <a:r>
              <a:rPr lang="en-US" sz="2400">
                <a:solidFill>
                  <a:schemeClr val="bg1"/>
                </a:solidFill>
                <a:latin typeface="+mj-lt"/>
              </a:rPr>
              <a:t>Compute</a:t>
            </a:r>
            <a:endParaRPr lang="en-US" sz="1500">
              <a:solidFill>
                <a:schemeClr val="bg1"/>
              </a:solidFill>
              <a:latin typeface="+mj-lt"/>
            </a:endParaRPr>
          </a:p>
          <a:p>
            <a:pPr algn="ctr">
              <a:defRPr/>
            </a:pPr>
            <a:r>
              <a:rPr lang="en-US" sz="1000">
                <a:solidFill>
                  <a:srgbClr val="FFFFFF"/>
                </a:solidFill>
              </a:rPr>
              <a:t>Hardware and software resources train, tune, run, and serve models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44579BC-246B-8557-FE1C-DD337B515F9A}"/>
              </a:ext>
            </a:extLst>
          </p:cNvPr>
          <p:cNvSpPr/>
          <p:nvPr/>
        </p:nvSpPr>
        <p:spPr>
          <a:xfrm>
            <a:off x="430910" y="2411615"/>
            <a:ext cx="2005148" cy="9096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" tIns="54610" rIns="54610" bIns="5461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rgbClr val="FFFFFF"/>
                </a:solidFill>
                <a:latin typeface="KPMG Bold"/>
              </a:rPr>
              <a:t>Models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PMG Bold"/>
              <a:ea typeface="+mn-ea"/>
              <a:cs typeface="+mn-cs"/>
            </a:endParaRPr>
          </a:p>
          <a:p>
            <a:pPr algn="ctr">
              <a:defRPr/>
            </a:pPr>
            <a:r>
              <a:rPr lang="en-US" sz="1000">
                <a:solidFill>
                  <a:srgbClr val="FFFFFF"/>
                </a:solidFill>
              </a:rPr>
              <a:t>FMs, LLMs, other AI models incl tools &amp; capabilities to tune and train models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0B15FD1-0998-335D-9AAF-488E4B7D3178}"/>
              </a:ext>
            </a:extLst>
          </p:cNvPr>
          <p:cNvSpPr/>
          <p:nvPr/>
        </p:nvSpPr>
        <p:spPr>
          <a:xfrm>
            <a:off x="450426" y="1099140"/>
            <a:ext cx="2005148" cy="119871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54610" rIns="54610" bIns="5461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PMG Bold"/>
                <a:ea typeface="+mn-ea"/>
                <a:cs typeface="+mn-cs"/>
              </a:rPr>
              <a:t>Apps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PMG Bold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AI-powered apps</a:t>
            </a:r>
            <a:r>
              <a:rPr lang="en-US" sz="1000">
                <a:solidFill>
                  <a:srgbClr val="FFFFFF"/>
                </a:solidFill>
              </a:rPr>
              <a:t> (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copilots, knowledge assistants) and existing Tax applications used by Disney Tax teams.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A4EBF00-D87B-846B-B3C8-ABB13E62A110}"/>
              </a:ext>
            </a:extLst>
          </p:cNvPr>
          <p:cNvSpPr/>
          <p:nvPr/>
        </p:nvSpPr>
        <p:spPr>
          <a:xfrm>
            <a:off x="435951" y="4530777"/>
            <a:ext cx="2005148" cy="141683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54610" rIns="54610" bIns="54610" rtlCol="0" anchor="ctr"/>
          <a:lstStyle/>
          <a:p>
            <a:pPr algn="ctr">
              <a:spcAft>
                <a:spcPts val="600"/>
              </a:spcAft>
            </a:pPr>
            <a:r>
              <a:rPr lang="en-US" sz="2400">
                <a:solidFill>
                  <a:schemeClr val="bg1"/>
                </a:solidFill>
                <a:latin typeface="+mj-lt"/>
              </a:rPr>
              <a:t>Content / Data</a:t>
            </a:r>
            <a:endParaRPr lang="en-US" sz="1500">
              <a:solidFill>
                <a:schemeClr val="bg1"/>
              </a:solidFill>
              <a:latin typeface="+mj-lt"/>
            </a:endParaRPr>
          </a:p>
          <a:p>
            <a:pPr algn="ctr">
              <a:defRPr/>
            </a:pPr>
            <a:r>
              <a:rPr lang="en-US" sz="1000">
                <a:solidFill>
                  <a:srgbClr val="FFFFFF"/>
                </a:solidFill>
              </a:rPr>
              <a:t>Data sources and platforms frequently used by Disney Tax teams and needed to develop AI use cases. </a:t>
            </a:r>
          </a:p>
        </p:txBody>
      </p:sp>
    </p:spTree>
    <p:extLst>
      <p:ext uri="{BB962C8B-B14F-4D97-AF65-F5344CB8AC3E}">
        <p14:creationId xmlns:p14="http://schemas.microsoft.com/office/powerpoint/2010/main" val="332758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USED" val="KPMGFONT"/>
  <p:tag name="CREATEDBY" val="Global PowerPoint Toolbar"/>
  <p:tag name="TOOLBARVERSION" val="5.30a"/>
  <p:tag name="TYPE" val="ScreenWide"/>
  <p:tag name="KEYWORD" val="SCREENWIDE"/>
  <p:tag name="TEMPLATEVERSION" val="17/07/2017 11:56:0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PMG Widescreen [16:9] Feb 2022">
  <a:themeElements>
    <a:clrScheme name="Custom Option">
      <a:dk1>
        <a:srgbClr val="000000"/>
      </a:dk1>
      <a:lt1>
        <a:sysClr val="window" lastClr="FFFFFF"/>
      </a:lt1>
      <a:dk2>
        <a:srgbClr val="00338D"/>
      </a:dk2>
      <a:lt2>
        <a:srgbClr val="ACEAFF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1E49E2"/>
      </a:hlink>
      <a:folHlink>
        <a:srgbClr val="098E80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54610" tIns="54610" rIns="54610" bIns="54610" rtlCol="0" anchor="ctr"/>
      <a:lstStyle>
        <a:defPPr algn="l">
          <a:defRPr sz="15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Cobalt">
      <a:srgbClr val="1E49E2"/>
    </a:custClr>
    <a:custClr name="Pacific Blue">
      <a:srgbClr val="00B8F5"/>
    </a:custClr>
    <a:custClr name="Purple">
      <a:srgbClr val="7213EA"/>
    </a:custClr>
    <a:custClr name="Dark Blue">
      <a:srgbClr val="0C233C"/>
    </a:custClr>
    <a:custClr name="Light Blue">
      <a:srgbClr val="ACEAFF"/>
    </a:custClr>
    <a:custClr name="Pink">
      <a:srgbClr val="FD349C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76D2FF"/>
    </a:custClr>
    <a:custClr name="Dark Purple">
      <a:srgbClr val="510DBC"/>
    </a:custClr>
    <a:custClr name="Light Purple">
      <a:srgbClr val="B497FF"/>
    </a:custClr>
    <a:custClr name="Dark Pink">
      <a:srgbClr val="AB0D82"/>
    </a:custClr>
    <a:custClr name="Light Pink">
      <a:srgbClr val="FFA3DA"/>
    </a:custClr>
    <a:custClr name="Dark Green">
      <a:srgbClr val="098E7E"/>
    </a:custClr>
    <a:custClr name="Green">
      <a:srgbClr val="00C0AE"/>
    </a:custClr>
    <a:custClr name="Light Green">
      <a:srgbClr val="63EBDA"/>
    </a:custClr>
    <a:custClr name="Blank">
      <a:srgbClr val="FFFFFF"/>
    </a:custClr>
    <a:custClr name="Blank">
      <a:srgbClr val="FFFFFF"/>
    </a:custClr>
    <a:custClr name="Gray 1">
      <a:srgbClr val="333333"/>
    </a:custClr>
    <a:custClr name="Gray 2">
      <a:srgbClr val="666666"/>
    </a:custClr>
    <a:custClr name="Gray 3">
      <a:srgbClr val="989898"/>
    </a:custClr>
    <a:custClr name="Gray 4">
      <a:srgbClr val="B2B2B2"/>
    </a:custClr>
    <a:custClr name="Gray 5">
      <a:srgbClr val="E5E5E5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KPMG Widescreen Standard Template.potx" id="{4291AF30-F72C-4DB8-BFB7-967C9154B194}" vid="{7DC4FF43-0719-43E1-BB30-D6E15250C092}"/>
    </a:ext>
  </a:extLst>
</a:theme>
</file>

<file path=ppt/theme/theme2.xml><?xml version="1.0" encoding="utf-8"?>
<a:theme xmlns:a="http://schemas.openxmlformats.org/drawingml/2006/main" name="KPMG Widescreen [16:9] Feb 2022">
  <a:themeElements>
    <a:clrScheme name="Custom Option">
      <a:dk1>
        <a:srgbClr val="000000"/>
      </a:dk1>
      <a:lt1>
        <a:sysClr val="window" lastClr="FFFFFF"/>
      </a:lt1>
      <a:dk2>
        <a:srgbClr val="00338D"/>
      </a:dk2>
      <a:lt2>
        <a:srgbClr val="ACEAFF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1E49E2"/>
      </a:hlink>
      <a:folHlink>
        <a:srgbClr val="098E80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54610" tIns="54610" rIns="54610" bIns="54610" rtlCol="0" anchor="ctr"/>
      <a:lstStyle>
        <a:defPPr algn="l">
          <a:defRPr sz="15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Cobalt">
      <a:srgbClr val="1E49E2"/>
    </a:custClr>
    <a:custClr name="Pacific Blue">
      <a:srgbClr val="00B8F5"/>
    </a:custClr>
    <a:custClr name="Purple">
      <a:srgbClr val="7213EA"/>
    </a:custClr>
    <a:custClr name="Dark Blue">
      <a:srgbClr val="0C233C"/>
    </a:custClr>
    <a:custClr name="Light Blue">
      <a:srgbClr val="ACEAFF"/>
    </a:custClr>
    <a:custClr name="Pink">
      <a:srgbClr val="FD349C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76D2FF"/>
    </a:custClr>
    <a:custClr name="Dark Purple">
      <a:srgbClr val="510DBC"/>
    </a:custClr>
    <a:custClr name="Light Purple">
      <a:srgbClr val="B497FF"/>
    </a:custClr>
    <a:custClr name="Dark Pink">
      <a:srgbClr val="AB0D82"/>
    </a:custClr>
    <a:custClr name="Light Pink">
      <a:srgbClr val="FFA3DA"/>
    </a:custClr>
    <a:custClr name="Dark Green">
      <a:srgbClr val="098E7E"/>
    </a:custClr>
    <a:custClr name="Green">
      <a:srgbClr val="00C0AE"/>
    </a:custClr>
    <a:custClr name="Light Green">
      <a:srgbClr val="63EBDA"/>
    </a:custClr>
    <a:custClr name="Blank">
      <a:srgbClr val="FFFFFF"/>
    </a:custClr>
    <a:custClr name="Blank">
      <a:srgbClr val="FFFFFF"/>
    </a:custClr>
    <a:custClr name="Gray 1">
      <a:srgbClr val="333333"/>
    </a:custClr>
    <a:custClr name="Gray 2">
      <a:srgbClr val="666666"/>
    </a:custClr>
    <a:custClr name="Gray 3">
      <a:srgbClr val="989898"/>
    </a:custClr>
    <a:custClr name="Gray 4">
      <a:srgbClr val="B2B2B2"/>
    </a:custClr>
    <a:custClr name="Gray 5">
      <a:srgbClr val="E5E5E5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2024 Widescreen" id="{D78D849F-58F0-BA40-B9F7-7454A870713C}" vid="{8AFC9644-B00B-C64A-81D5-547AC8DB7537}"/>
    </a:ext>
  </a:extLst>
</a:theme>
</file>

<file path=ppt/theme/theme3.xml><?xml version="1.0" encoding="utf-8"?>
<a:theme xmlns:a="http://schemas.openxmlformats.org/drawingml/2006/main" name="1_KPMG Widescreen [16:9] Feb 2022">
  <a:themeElements>
    <a:clrScheme name="KPMG_MAR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98E7E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Medium Blue">
      <a:srgbClr val="005EB8"/>
    </a:custClr>
    <a:custClr name="Light Blue">
      <a:srgbClr val="0091DA"/>
    </a:custClr>
    <a:custClr name="Violet">
      <a:srgbClr val="483698"/>
    </a:custClr>
    <a:custClr name="Purple">
      <a:srgbClr val="470A68"/>
    </a:custClr>
    <a:custClr name="Light Purple">
      <a:srgbClr val="6D2077"/>
    </a:custClr>
    <a:custClr name="Green">
      <a:srgbClr val="00A3A1"/>
    </a:custClr>
    <a:custClr name="Dark Green">
      <a:srgbClr val="009A44"/>
    </a:custClr>
    <a:custClr name="Light Green">
      <a:srgbClr val="43B02A"/>
    </a:custClr>
    <a:custClr name="Yellow">
      <a:srgbClr val="EAAA00"/>
    </a:custClr>
    <a:custClr name="Orange">
      <a:srgbClr val="F68D2E"/>
    </a:custClr>
    <a:custClr name="Red ">
      <a:srgbClr val="BC204B"/>
    </a:custClr>
    <a:custClr name="Pink">
      <a:srgbClr val="C6007E"/>
    </a:custClr>
    <a:custClr name="Dark Brown">
      <a:srgbClr val="753F19"/>
    </a:custClr>
    <a:custClr name="Light Brown">
      <a:srgbClr val="9B642E"/>
    </a:custClr>
    <a:custClr name="Olive">
      <a:srgbClr val="9D9375"/>
    </a:custClr>
    <a:custClr name="Beige">
      <a:srgbClr val="E3BC9F"/>
    </a:custClr>
    <a:custClr name="Light Pink">
      <a:srgbClr val="E36877"/>
    </a:custClr>
  </a:custClrLst>
  <a:extLst>
    <a:ext uri="{05A4C25C-085E-4340-85A3-A5531E510DB2}">
      <thm15:themeFamily xmlns:thm15="http://schemas.microsoft.com/office/thememl/2012/main" name="KPMG Global Brand Refresh_Widescreen" id="{C2140D09-2037-40F7-A2F2-25A81DDF6C4B}" vid="{66156C46-C687-4B56-9D44-1F5BE2EA2B9D}"/>
    </a:ext>
  </a:extLst>
</a:theme>
</file>

<file path=ppt/theme/theme4.xml><?xml version="1.0" encoding="utf-8"?>
<a:theme xmlns:a="http://schemas.openxmlformats.org/drawingml/2006/main" name="2_KPMG Widescreen [16:9] Feb 2022">
  <a:themeElements>
    <a:clrScheme name="Custom Option">
      <a:dk1>
        <a:srgbClr val="000000"/>
      </a:dk1>
      <a:lt1>
        <a:sysClr val="window" lastClr="FFFFFF"/>
      </a:lt1>
      <a:dk2>
        <a:srgbClr val="00338D"/>
      </a:dk2>
      <a:lt2>
        <a:srgbClr val="ACEAFF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1E49E2"/>
      </a:hlink>
      <a:folHlink>
        <a:srgbClr val="098E80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54610" tIns="54610" rIns="54610" bIns="54610" rtlCol="0" anchor="ctr"/>
      <a:lstStyle>
        <a:defPPr algn="l">
          <a:defRPr sz="15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Cobalt">
      <a:srgbClr val="1E49E2"/>
    </a:custClr>
    <a:custClr name="Pacific Blue">
      <a:srgbClr val="00B8F5"/>
    </a:custClr>
    <a:custClr name="Purple">
      <a:srgbClr val="7213EA"/>
    </a:custClr>
    <a:custClr name="Dark Blue">
      <a:srgbClr val="0C233C"/>
    </a:custClr>
    <a:custClr name="Light Blue">
      <a:srgbClr val="ACEAFF"/>
    </a:custClr>
    <a:custClr name="Pink">
      <a:srgbClr val="FD349C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76D2FF"/>
    </a:custClr>
    <a:custClr name="Dark Purple">
      <a:srgbClr val="510DBC"/>
    </a:custClr>
    <a:custClr name="Light Purple">
      <a:srgbClr val="B497FF"/>
    </a:custClr>
    <a:custClr name="Dark Pink">
      <a:srgbClr val="AB0D82"/>
    </a:custClr>
    <a:custClr name="Light Pink">
      <a:srgbClr val="FFA3DA"/>
    </a:custClr>
    <a:custClr name="Dark Green">
      <a:srgbClr val="098E7E"/>
    </a:custClr>
    <a:custClr name="Green">
      <a:srgbClr val="00C0AE"/>
    </a:custClr>
    <a:custClr name="Light Green">
      <a:srgbClr val="63EBDA"/>
    </a:custClr>
    <a:custClr name="Blank">
      <a:srgbClr val="FFFFFF"/>
    </a:custClr>
    <a:custClr name="Blank">
      <a:srgbClr val="FFFFFF"/>
    </a:custClr>
    <a:custClr name="Gray 1">
      <a:srgbClr val="333333"/>
    </a:custClr>
    <a:custClr name="Gray 2">
      <a:srgbClr val="666666"/>
    </a:custClr>
    <a:custClr name="Gray 3">
      <a:srgbClr val="989898"/>
    </a:custClr>
    <a:custClr name="Gray 4">
      <a:srgbClr val="B2B2B2"/>
    </a:custClr>
    <a:custClr name="Gray 5">
      <a:srgbClr val="E5E5E5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KPMG Widescreen Standard Template-2024-Copilot-v3.potx" id="{64302396-3C87-46E8-8E15-E383954CA4A8}" vid="{67E6821C-2FDF-44B1-8B68-FBF77AE4269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item1.xml><?xml version="1.0" encoding="utf-8"?>
<TemplafySlideTemplateConfiguration><![CDATA[{"slideVersion":1,"isValidatorEnabled":false,"isLocked":false,"elementsMetadata":[],"slideId":"1193861984052838400","enableDocumentContentUpdater":false,"version":"2.0"}]]></TemplafySlideTemplateConfiguration>
</file>

<file path=customXml/item2.xml><?xml version="1.0" encoding="utf-8"?>
<TemplafySlideTemplateConfiguration><![CDATA[{"slideVersion":1,"isValidatorEnabled":false,"isLocked":false,"elementsMetadata":[],"slideId":"1193861984052838401","enableDocumentContentUpdater":false,"version":"2.0"}]]></TemplafySlideTemplateConfiguratio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TemplafySlideTemplateConfiguration><![CDATA[{"slideVersion":1,"isValidatorEnabled":false,"isLocked":false,"elementsMetadata":[],"slideId":"1193861984052838402","enableDocumentContentUpdater":false,"version":"2.0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slideVersion":1,"isValidatorEnabled":false,"isLocked":false,"elementsMetadata":[],"slideId":"1088577595228291072","enableDocumentContentUpdater":false,"version":"2.0"}]]></TemplafySlideTemplate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slideVersion":1,"isValidatorEnabled":false,"isLocked":false,"elementsMetadata":[],"slideId":"986967843056386049","enableDocumentContentUpdater":false,"version":"2.0"}]]></TemplafySlideTemplateConfiguration>
</file>

<file path=customXml/item9.xml><?xml version="1.0" encoding="utf-8"?>
<TemplafyFormConfiguration><![CDATA[{"formFields":[],"formDataEntries":[]}]]></TemplafyFormConfiguration>
</file>

<file path=customXml/item10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99CE80F1B44445BB5E9DE12FCAFFBF" ma:contentTypeVersion="18" ma:contentTypeDescription="Create a new document." ma:contentTypeScope="" ma:versionID="774106159c7c134df5bfce6a643ad80a">
  <xsd:schema xmlns:xsd="http://www.w3.org/2001/XMLSchema" xmlns:xs="http://www.w3.org/2001/XMLSchema" xmlns:p="http://schemas.microsoft.com/office/2006/metadata/properties" xmlns:ns2="a1056aa5-6b4d-4c47-aaac-9426e9d9b737" xmlns:ns3="8e4cac8c-e99d-49dd-8c24-1d4caeb84b2c" targetNamespace="http://schemas.microsoft.com/office/2006/metadata/properties" ma:root="true" ma:fieldsID="a859a95caa7e12b5ac7f0eaaf76282f9" ns2:_="" ns3:_="">
    <xsd:import namespace="a1056aa5-6b4d-4c47-aaac-9426e9d9b737"/>
    <xsd:import namespace="8e4cac8c-e99d-49dd-8c24-1d4caeb84b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056aa5-6b4d-4c47-aaac-9426e9d9b7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8883d318-f35c-4577-94aa-4c8e836d27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4cac8c-e99d-49dd-8c24-1d4caeb84b2c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7052aedc-1507-4a22-9d47-87556314de20}" ma:internalName="TaxCatchAll" ma:showField="CatchAllData" ma:web="8e4cac8c-e99d-49dd-8c24-1d4caeb84b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TemplateConfiguration><![CDATA[{"elementsMetadata":[],"transformationConfigurations":[],"templateName":"KPMG Widescreen Standard Template","templateDescription":"","enableDocumentContentUpdater":false,"version":"2.0"}]]></TemplafyTemplateConfiguration>
</file>

<file path=customXml/item13.xml><?xml version="1.0" encoding="utf-8"?>
<TemplafySlideFormConfiguration><![CDATA[{"formFields":[],"formDataEntries":[]}]]></TemplafySlideForm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056aa5-6b4d-4c47-aaac-9426e9d9b737">
      <Terms xmlns="http://schemas.microsoft.com/office/infopath/2007/PartnerControls"/>
    </lcf76f155ced4ddcb4097134ff3c332f>
    <TaxCatchAll xmlns="8e4cac8c-e99d-49dd-8c24-1d4caeb84b2c" xsi:nil="true"/>
  </documentManagement>
</p:properties>
</file>

<file path=customXml/item16.xml><?xml version="1.0" encoding="utf-8"?>
<TemplafySlideFormConfiguration><![CDATA[{"formFields":[],"formDataEntries":[]}]]></TemplafySlideFormConfiguration>
</file>

<file path=customXml/item17.xml><?xml version="1.0" encoding="utf-8"?>
<TemplafySlideTemplateConfiguration><![CDATA[{"slideVersion":1,"isValidatorEnabled":false,"isLocked":false,"elementsMetadata":[],"slideId":"986967843056386049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59492E47-5CA9-4AEC-878C-DDCF0E4CDB80}">
  <ds:schemaRefs/>
</ds:datastoreItem>
</file>

<file path=customXml/itemProps2.xml><?xml version="1.0" encoding="utf-8"?>
<ds:datastoreItem xmlns:ds="http://schemas.openxmlformats.org/officeDocument/2006/customXml" ds:itemID="{50708FB3-CBA0-4D3A-BC05-3365D4DBB914}">
  <ds:schemaRefs/>
</ds:datastoreItem>
</file>

<file path=customXml/itemProps3.xml><?xml version="1.0" encoding="utf-8"?>
<ds:datastoreItem xmlns:ds="http://schemas.openxmlformats.org/officeDocument/2006/customXml" ds:itemID="{F034BEFB-05FF-494F-A864-D5E449953329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0DC64C54-37D6-4A5B-A663-7BFA07D5900C}">
  <ds:schemaRefs/>
</ds:datastoreItem>
</file>

<file path=customXml/itemProps5.xml><?xml version="1.0" encoding="utf-8"?>
<ds:datastoreItem xmlns:ds="http://schemas.openxmlformats.org/officeDocument/2006/customXml" ds:itemID="{BB0AC888-E70C-4FC0-A4CF-0364FB6E35DF}">
  <ds:schemaRefs/>
</ds:datastoreItem>
</file>

<file path=customXml/itemProps6.xml><?xml version="1.0" encoding="utf-8"?>
<ds:datastoreItem xmlns:ds="http://schemas.openxmlformats.org/officeDocument/2006/customXml" ds:itemID="{5C2812FA-EC1A-4CF0-B02D-1539CDC01201}">
  <ds:schemaRefs/>
</ds:datastoreItem>
</file>

<file path=customXml/itemProps7.xml><?xml version="1.0" encoding="utf-8"?>
<ds:datastoreItem xmlns:ds="http://schemas.openxmlformats.org/officeDocument/2006/customXml" ds:itemID="{AD88B5A8-E9EE-455C-8737-4EB312C52866}">
  <ds:schemaRefs/>
</ds:datastoreItem>
</file>

<file path=customXml/itemProps8.xml><?xml version="1.0" encoding="utf-8"?>
<ds:datastoreItem xmlns:ds="http://schemas.openxmlformats.org/officeDocument/2006/customXml" ds:itemID="{5D2C15F4-B5E5-4FA1-A699-879F4EEAEC10}">
  <ds:schemaRefs/>
</ds:datastoreItem>
</file>

<file path=customXml/itemProps9.xml><?xml version="1.0" encoding="utf-8"?>
<ds:datastoreItem xmlns:ds="http://schemas.openxmlformats.org/officeDocument/2006/customXml" ds:itemID="{5BA7C8A9-1A7F-4478-BBE8-5764B74A53D1}">
  <ds:schemaRefs/>
</ds:datastoreItem>
</file>

<file path=customXml/itemProps10.xml><?xml version="1.0" encoding="utf-8"?>
<ds:datastoreItem xmlns:ds="http://schemas.openxmlformats.org/officeDocument/2006/customXml" ds:itemID="{83D70DB8-DAD0-495E-A9EC-3510E18894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056aa5-6b4d-4c47-aaac-9426e9d9b737"/>
    <ds:schemaRef ds:uri="8e4cac8c-e99d-49dd-8c24-1d4caeb84b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11.xml><?xml version="1.0" encoding="utf-8"?>
<ds:datastoreItem xmlns:ds="http://schemas.openxmlformats.org/officeDocument/2006/customXml" ds:itemID="{46530F36-82B0-4828-843F-AC30EE623B5A}">
  <ds:schemaRefs/>
</ds:datastoreItem>
</file>

<file path=customXml/itemProps12.xml><?xml version="1.0" encoding="utf-8"?>
<ds:datastoreItem xmlns:ds="http://schemas.openxmlformats.org/officeDocument/2006/customXml" ds:itemID="{B60084BD-7C1E-488C-B038-48CF4AACD980}">
  <ds:schemaRefs/>
</ds:datastoreItem>
</file>

<file path=customXml/itemProps13.xml><?xml version="1.0" encoding="utf-8"?>
<ds:datastoreItem xmlns:ds="http://schemas.openxmlformats.org/officeDocument/2006/customXml" ds:itemID="{A780381D-826D-4457-97D6-2161E7A010D3}">
  <ds:schemaRefs/>
</ds:datastoreItem>
</file>

<file path=customXml/itemProps14.xml><?xml version="1.0" encoding="utf-8"?>
<ds:datastoreItem xmlns:ds="http://schemas.openxmlformats.org/officeDocument/2006/customXml" ds:itemID="{BB49A663-20EB-4B49-AB1B-B66EEDAB81E9}">
  <ds:schemaRefs/>
</ds:datastoreItem>
</file>

<file path=customXml/itemProps15.xml><?xml version="1.0" encoding="utf-8"?>
<ds:datastoreItem xmlns:ds="http://schemas.openxmlformats.org/officeDocument/2006/customXml" ds:itemID="{9D4A23DA-2209-4BB0-9B63-E26470288F4E}">
  <ds:schemaRefs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8e4cac8c-e99d-49dd-8c24-1d4caeb84b2c"/>
    <ds:schemaRef ds:uri="a1056aa5-6b4d-4c47-aaac-9426e9d9b737"/>
    <ds:schemaRef ds:uri="http://www.w3.org/XML/1998/namespace"/>
    <ds:schemaRef ds:uri="http://purl.org/dc/terms/"/>
  </ds:schemaRefs>
</ds:datastoreItem>
</file>

<file path=customXml/itemProps16.xml><?xml version="1.0" encoding="utf-8"?>
<ds:datastoreItem xmlns:ds="http://schemas.openxmlformats.org/officeDocument/2006/customXml" ds:itemID="{5306DC6C-25F6-4BB7-98A0-88C8DB4BD9A5}">
  <ds:schemaRefs/>
</ds:datastoreItem>
</file>

<file path=customXml/itemProps17.xml><?xml version="1.0" encoding="utf-8"?>
<ds:datastoreItem xmlns:ds="http://schemas.openxmlformats.org/officeDocument/2006/customXml" ds:itemID="{EF9714FA-4DE5-4ADA-8475-319969ED73D8}">
  <ds:schemaRefs/>
</ds:datastoreItem>
</file>

<file path=docMetadata/LabelInfo.xml><?xml version="1.0" encoding="utf-8"?>
<clbl:labelList xmlns:clbl="http://schemas.microsoft.com/office/2020/mipLabelMetadata">
  <clbl:label id="{deff24bb-2089-4400-8c8e-f71e680378b2}" enabled="0" method="" siteId="{deff24bb-2089-4400-8c8e-f71e680378b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KPMG Widescreen Standard Template</Template>
  <TotalTime>1138</TotalTime>
  <Words>191</Words>
  <Application>Microsoft Office PowerPoint</Application>
  <PresentationFormat>Widescreen</PresentationFormat>
  <Paragraphs>35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KPMG Bold</vt:lpstr>
      <vt:lpstr>Calibri</vt:lpstr>
      <vt:lpstr>Arial</vt:lpstr>
      <vt:lpstr>Aptos</vt:lpstr>
      <vt:lpstr>Wingdings</vt:lpstr>
      <vt:lpstr>KPMG Widescreen [16:9] Feb 2022</vt:lpstr>
      <vt:lpstr>KPMG Widescreen [16:9] Feb 2022</vt:lpstr>
      <vt:lpstr>1_KPMG Widescreen [16:9] Feb 2022</vt:lpstr>
      <vt:lpstr>2_KPMG Widescreen [16:9] Feb 2022</vt:lpstr>
      <vt:lpstr>think-cell Slide</vt:lpstr>
      <vt:lpstr>Disney  AI for Tax</vt:lpstr>
      <vt:lpstr>Current State Tax Technology Ecosystem </vt:lpstr>
    </vt:vector>
  </TitlesOfParts>
  <Company>KPMG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Gordon, Pamela</dc:creator>
  <cp:lastModifiedBy>Sheridan, Jack</cp:lastModifiedBy>
  <cp:revision>2</cp:revision>
  <dcterms:created xsi:type="dcterms:W3CDTF">2025-06-26T21:00:28Z</dcterms:created>
  <dcterms:modified xsi:type="dcterms:W3CDTF">2026-02-26T17:25:33Z</dcterms:modified>
  <cp:category>KPMG Public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2025-05-28T14:37:07</vt:lpwstr>
  </property>
  <property fmtid="{D5CDD505-2E9C-101B-9397-08002B2CF9AE}" pid="3" name="TemplafyTenantId">
    <vt:lpwstr>kpmgamericas</vt:lpwstr>
  </property>
  <property fmtid="{D5CDD505-2E9C-101B-9397-08002B2CF9AE}" pid="4" name="TemplafyTemplateId">
    <vt:lpwstr>918706407499104292</vt:lpwstr>
  </property>
  <property fmtid="{D5CDD505-2E9C-101B-9397-08002B2CF9AE}" pid="5" name="TemplafyUserProfileId">
    <vt:lpwstr>1158193156109108235</vt:lpwstr>
  </property>
  <property fmtid="{D5CDD505-2E9C-101B-9397-08002B2CF9AE}" pid="6" name="TemplafyFromBlank">
    <vt:bool>false</vt:bool>
  </property>
  <property fmtid="{D5CDD505-2E9C-101B-9397-08002B2CF9AE}" pid="7" name="ContentTypeId">
    <vt:lpwstr>0x010100C999CE80F1B44445BB5E9DE12FCAFFBF</vt:lpwstr>
  </property>
  <property fmtid="{D5CDD505-2E9C-101B-9397-08002B2CF9AE}" pid="8" name="MediaServiceImageTags">
    <vt:lpwstr/>
  </property>
</Properties>
</file>
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slideLayouts/slideLayout8.xml" ContentType="application/vnd.openxmlformats-officedocument.presentationml.slideLayout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slideLayouts/slideLayout9.xml" ContentType="application/vnd.openxmlformats-officedocument.presentationml.slideLayout+xml"/>
  <Override PartName="/ppt/theme/theme4.xml" ContentType="application/vnd.openxmlformats-officedocument.theme+xml"/>
  <Override PartName="/ppt/slideLayouts/slideLayout10.xml" ContentType="application/vnd.openxmlformats-officedocument.presentationml.slideLayout+xml"/>
  <Override PartName="/ppt/theme/theme5.xml" ContentType="application/vnd.openxmlformats-officedocument.theme+xml"/>
  <Override PartName="/ppt/tags/tag3.xml" ContentType="application/vnd.openxmlformats-officedocument.presentationml.tag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6.xml" ContentType="application/vnd.openxmlformats-officedocument.theme+xml"/>
  <Override PartName="/ppt/tags/tag4.xml" ContentType="application/vnd.openxmlformats-officedocument.presentationml.tags+xml"/>
  <Override PartName="/ppt/slideLayouts/slideLayout16.xml" ContentType="application/vnd.openxmlformats-officedocument.presentationml.slideLayout+xml"/>
  <Override PartName="/ppt/theme/theme7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8.xml" ContentType="application/vnd.openxmlformats-officedocument.theme+xml"/>
  <Override PartName="/ppt/slideLayouts/slideLayout19.xml" ContentType="application/vnd.openxmlformats-officedocument.presentationml.slideLayout+xml"/>
  <Override PartName="/ppt/theme/theme9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10.xml" ContentType="application/vnd.openxmlformats-officedocument.them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11.xml" ContentType="application/vnd.openxmlformats-officedocument.theme+xml"/>
  <Override PartName="/ppt/tags/tag7.xml" ContentType="application/vnd.openxmlformats-officedocument.presentationml.tags+xml"/>
  <Override PartName="/ppt/theme/theme1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  <p:sldMasterId id="2147483682" r:id="rId5"/>
    <p:sldMasterId id="2147483929" r:id="rId6"/>
    <p:sldMasterId id="2147484209" r:id="rId7"/>
    <p:sldMasterId id="2147484254" r:id="rId8"/>
    <p:sldMasterId id="2147484470" r:id="rId9"/>
    <p:sldMasterId id="2147484475" r:id="rId10"/>
    <p:sldMasterId id="2147484551" r:id="rId11"/>
    <p:sldMasterId id="2147484607" r:id="rId12"/>
    <p:sldMasterId id="2147484668" r:id="rId13"/>
    <p:sldMasterId id="2147484619" r:id="rId14"/>
  </p:sldMasterIdLst>
  <p:notesMasterIdLst>
    <p:notesMasterId r:id="rId17"/>
  </p:notesMasterIdLst>
  <p:sldIdLst>
    <p:sldId id="260" r:id="rId15"/>
    <p:sldId id="26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7E57008-F47C-B6AE-2988-531E225BCA04}" name="S, Krishnapriya" initials="KS" userId="S::krishnapriyas4@kpmg.com::73441e72-129b-4523-8c6f-a8d0b15bfc61" providerId="AD"/>
  <p188:author id="{8FD71E0D-D05C-0891-A2C6-CB930997B9BE}" name="Nenova, Maria" initials="MN" userId="S::mnenova@kpmg.com::542a60ca-5dfa-443e-8061-baa96d800221" providerId="AD"/>
  <p188:author id="{FE319E24-B734-71F9-B345-C0DB895CFBD3}" name="Agarwal, Ashna" initials="AA" userId="S::ashnaagarwal@kpmg.com::f949005b-7d06-4847-b3bf-b50426a9b283" providerId="AD"/>
  <p188:author id="{6E143626-7C51-26F5-F83E-F4CC7E9C4EC0}" name="Costache, Bogdan" initials="" userId="S::bogdancostache@kpmg.com::fd17e938-0237-4a36-80bc-cecaa21a959e" providerId="AD"/>
  <p188:author id="{84CC4A29-DC0F-2C6E-715D-A96606C3AE38}" name="Mishra, Seetal Prabha" initials="SM" userId="S::seetalmishra1@kpmg.com::d2e98ff6-7a3f-4c4e-936b-247de73f5ea5" providerId="AD"/>
  <p188:author id="{7E34A134-71F5-0F99-9E9A-A27E36DA71D7}" name="Chan, Carrie" initials="" userId="S::carriechan2@kpmg.com::87195d2a-0133-4dc0-8fbd-60e3acac9e3e" providerId="AD"/>
  <p188:author id="{5D886638-126C-708D-E0A0-5FFF0DF72668}" name="Ilse, Robert A" initials="" userId="S::rilse@kpmg.com::65ddcc5f-ae31-46ee-b2a7-b90cf70394c8" providerId="AD"/>
  <p188:author id="{E3AE1445-39B8-7C1C-E030-522DB0BA677F}" name="Flynn, Garrett P" initials="GF" userId="S::gflynn@kpmg.com::c22648f5-907c-436d-8851-ce82cc21ef91" providerId="AD"/>
  <p188:author id="{92B71869-155D-BE4E-4D42-6254A0D20142}" name="Hanson, Max A" initials="HM" userId="S::mahanson@kpmg.com::c3c5d76b-1419-4396-890e-db5fed01c2f2" providerId="AD"/>
  <p188:author id="{D7C0AF6F-E227-5C2C-E695-EA9BC3B655B5}" name="King, Charles R" initials="CK" userId="S::crking@kpmg.com::d26225df-6385-4d9c-a399-7d7404b1abb8" providerId="AD"/>
  <p188:author id="{F1DF0775-14C2-EE37-6413-B09F5C4C61B9}" name="Gillies, Sierra" initials="SG" userId="S::sierragillies@kpmg.com::2c0b59d8-dfca-47e4-a78c-0befb17b327b" providerId="AD"/>
  <p188:author id="{7A451B75-0B98-75F9-A079-4D014FAAC8B4}" name="Valencia, Luciana" initials="LV" userId="S::lucianavalencia@kpmg.com::6bdca7d6-48b8-4dfc-b834-10ec3c239de4" providerId="AD"/>
  <p188:author id="{B9265287-6747-6EEF-C6B0-F825AF295B43}" name="Mafi, Madi" initials="MM" userId="S::mmafi@kpmg.com::ac55f32a-1aaa-4af9-86a4-eebcf3969e70" providerId="AD"/>
  <p188:author id="{88946F97-992F-5EBD-06CC-BCC530B437CE}" name="Kerns, Martin J" initials="" userId="S::mkerns@kpmg.com::d131ae7e-22ee-4b28-bcb6-4288e6cb6858" providerId="AD"/>
  <p188:author id="{BD84B39A-4DCF-B800-CFAE-977803A4A4AC}" name="Stockert, Emmaline R" initials="ES" userId="S::estockert@kpmg.com::e46a07b0-8618-461d-b1e5-c5abbdece11d" providerId="AD"/>
  <p188:author id="{B475959B-9FDC-F542-4438-665DC84E02BA}" name="Pelletier, Ellen G" initials="" userId="S::epelletier@kpmg.com::2918a66f-3a1b-4620-aa78-c4c80a0b1eeb" providerId="AD"/>
  <p188:author id="{CCAC6B9E-137F-FFC1-F16D-F53C27E04CC6}" name="Max Hanson" initials="MH" userId="Max Hanson" providerId="None"/>
  <p188:author id="{5F62E39E-8CA6-1E21-E7C4-1F25F3DAEACB}" name="Saleh, Ahmed M" initials="AS" userId="S::amsaleh@kpmg.com::8e9974e2-484a-4952-8f57-c35c56a119d9" providerId="AD"/>
  <p188:author id="{641FDAB2-AF57-5F48-BB2B-E26FB3AF2089}" name="Sheridan, Jack" initials="JS" userId="S::jacobsheridan@kpmg.com::d0194f0e-edca-4d51-8263-e3fc5dbdcfa2" providerId="AD"/>
  <p188:author id="{C4BA8EBD-4CD1-6757-C247-F76724F15BEA}" name="Lacerda, Bernardo" initials="BL" userId="S::bernardolacerda@kpmg.com::dbbbe6b0-e07c-46d8-abe1-8b0323d5c569" providerId="AD"/>
  <p188:author id="{B9EE6FD2-EC91-C290-ED2F-8F13C038050A}" name="Bogdan Costache" initials="BC" userId="Bogdan Costache" providerId="None"/>
  <p188:author id="{B2820AD8-4216-7F8B-D31D-DEC05369AE16}" name="Isensee, Michael J" initials="MI" userId="S::misensee@kpmg.com::8fec036b-79a3-4ceb-a54d-7ebc02d89686" providerId="AD"/>
  <p188:author id="{92C820F9-0E0E-9251-DC3B-C80FCF82E1EB}" name="Mishra, Seetal" initials="" userId="S::seetalmishra@kpmg.com::06b32f69-98c4-4938-9973-dbaf93afaead" providerId="AD"/>
  <p188:author id="{BA160FFC-284F-B9DA-4933-748521E758B2}" name="Conry, Nic" initials="NC" userId="S::nconry@kpmg.com::8f706963-0629-4679-9c60-bd5ab63176a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112EA"/>
    <a:srgbClr val="0091DA"/>
    <a:srgbClr val="005EB8"/>
    <a:srgbClr val="EAAA00"/>
    <a:srgbClr val="FFF3D1"/>
    <a:srgbClr val="FFE18B"/>
    <a:srgbClr val="B9D2F1"/>
    <a:srgbClr val="DBE8F8"/>
    <a:srgbClr val="002060"/>
    <a:srgbClr val="E1E7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FB9E8F-DDEF-4977-91CA-F18FAC532FC3}" v="3" dt="2026-03-10T21:20:12.136"/>
  </p1510:revLst>
</p1510:revInfo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123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Master" Target="slideMasters/slideMaster10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Master" Target="slideMasters/slideMaster4.xml"/><Relationship Id="rId12" Type="http://schemas.openxmlformats.org/officeDocument/2006/relationships/slideMaster" Target="slideMasters/slideMaster9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microsoft.com/office/2018/10/relationships/authors" Target="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.xml"/><Relationship Id="rId23" Type="http://schemas.microsoft.com/office/2015/10/relationships/revisionInfo" Target="revisionInfo.xml"/><Relationship Id="rId10" Type="http://schemas.openxmlformats.org/officeDocument/2006/relationships/slideMaster" Target="slideMasters/slideMaster7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Master" Target="slideMasters/slideMaster11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eridan, Jack" userId="d0194f0e-edca-4d51-8263-e3fc5dbdcfa2" providerId="ADAL" clId="{F3A4526C-0ACE-47F4-85B8-9648C4ED42ED}"/>
    <pc:docChg chg="undo custSel delSld modSld">
      <pc:chgData name="Sheridan, Jack" userId="d0194f0e-edca-4d51-8263-e3fc5dbdcfa2" providerId="ADAL" clId="{F3A4526C-0ACE-47F4-85B8-9648C4ED42ED}" dt="2026-03-11T12:12:55.601" v="185" actId="113"/>
      <pc:docMkLst>
        <pc:docMk/>
      </pc:docMkLst>
      <pc:sldChg chg="del">
        <pc:chgData name="Sheridan, Jack" userId="d0194f0e-edca-4d51-8263-e3fc5dbdcfa2" providerId="ADAL" clId="{F3A4526C-0ACE-47F4-85B8-9648C4ED42ED}" dt="2026-03-10T21:46:04.176" v="145" actId="47"/>
        <pc:sldMkLst>
          <pc:docMk/>
          <pc:sldMk cId="760453450" sldId="256"/>
        </pc:sldMkLst>
      </pc:sldChg>
      <pc:sldChg chg="del mod modShow">
        <pc:chgData name="Sheridan, Jack" userId="d0194f0e-edca-4d51-8263-e3fc5dbdcfa2" providerId="ADAL" clId="{F3A4526C-0ACE-47F4-85B8-9648C4ED42ED}" dt="2026-03-10T21:46:00.844" v="140" actId="47"/>
        <pc:sldMkLst>
          <pc:docMk/>
          <pc:sldMk cId="1291470650" sldId="257"/>
        </pc:sldMkLst>
      </pc:sldChg>
      <pc:sldChg chg="delSp del mod">
        <pc:chgData name="Sheridan, Jack" userId="d0194f0e-edca-4d51-8263-e3fc5dbdcfa2" providerId="ADAL" clId="{F3A4526C-0ACE-47F4-85B8-9648C4ED42ED}" dt="2026-03-10T21:46:02.248" v="142" actId="47"/>
        <pc:sldMkLst>
          <pc:docMk/>
          <pc:sldMk cId="1488212187" sldId="258"/>
        </pc:sldMkLst>
        <pc:spChg chg="del">
          <ac:chgData name="Sheridan, Jack" userId="d0194f0e-edca-4d51-8263-e3fc5dbdcfa2" providerId="ADAL" clId="{F3A4526C-0ACE-47F4-85B8-9648C4ED42ED}" dt="2026-03-10T21:17:29.543" v="11" actId="478"/>
          <ac:spMkLst>
            <pc:docMk/>
            <pc:sldMk cId="1488212187" sldId="258"/>
            <ac:spMk id="2" creationId="{07958BD1-B300-2513-74E4-C82E9A6EC2BC}"/>
          </ac:spMkLst>
        </pc:spChg>
      </pc:sldChg>
      <pc:sldChg chg="del mod modShow">
        <pc:chgData name="Sheridan, Jack" userId="d0194f0e-edca-4d51-8263-e3fc5dbdcfa2" providerId="ADAL" clId="{F3A4526C-0ACE-47F4-85B8-9648C4ED42ED}" dt="2026-03-10T21:46:00.899" v="141" actId="47"/>
        <pc:sldMkLst>
          <pc:docMk/>
          <pc:sldMk cId="3440471757" sldId="259"/>
        </pc:sldMkLst>
      </pc:sldChg>
      <pc:sldChg chg="modSp mod modShow">
        <pc:chgData name="Sheridan, Jack" userId="d0194f0e-edca-4d51-8263-e3fc5dbdcfa2" providerId="ADAL" clId="{F3A4526C-0ACE-47F4-85B8-9648C4ED42ED}" dt="2026-03-10T21:46:31.289" v="181" actId="729"/>
        <pc:sldMkLst>
          <pc:docMk/>
          <pc:sldMk cId="1652620792" sldId="260"/>
        </pc:sldMkLst>
        <pc:spChg chg="mod">
          <ac:chgData name="Sheridan, Jack" userId="d0194f0e-edca-4d51-8263-e3fc5dbdcfa2" providerId="ADAL" clId="{F3A4526C-0ACE-47F4-85B8-9648C4ED42ED}" dt="2026-03-10T21:46:12.966" v="161" actId="20577"/>
          <ac:spMkLst>
            <pc:docMk/>
            <pc:sldMk cId="1652620792" sldId="260"/>
            <ac:spMk id="3" creationId="{22E37E77-D9D1-D598-7D7F-57B1FAA7FDA9}"/>
          </ac:spMkLst>
        </pc:spChg>
        <pc:spChg chg="mod">
          <ac:chgData name="Sheridan, Jack" userId="d0194f0e-edca-4d51-8263-e3fc5dbdcfa2" providerId="ADAL" clId="{F3A4526C-0ACE-47F4-85B8-9648C4ED42ED}" dt="2026-03-10T21:46:23.481" v="180" actId="20577"/>
          <ac:spMkLst>
            <pc:docMk/>
            <pc:sldMk cId="1652620792" sldId="260"/>
            <ac:spMk id="5" creationId="{92E65F47-5C4D-1E73-CA11-566BDB9F0DD0}"/>
          </ac:spMkLst>
        </pc:spChg>
      </pc:sldChg>
      <pc:sldChg chg="del">
        <pc:chgData name="Sheridan, Jack" userId="d0194f0e-edca-4d51-8263-e3fc5dbdcfa2" providerId="ADAL" clId="{F3A4526C-0ACE-47F4-85B8-9648C4ED42ED}" dt="2026-03-10T21:17:18.636" v="7" actId="47"/>
        <pc:sldMkLst>
          <pc:docMk/>
          <pc:sldMk cId="1500393915" sldId="262"/>
        </pc:sldMkLst>
      </pc:sldChg>
      <pc:sldChg chg="del">
        <pc:chgData name="Sheridan, Jack" userId="d0194f0e-edca-4d51-8263-e3fc5dbdcfa2" providerId="ADAL" clId="{F3A4526C-0ACE-47F4-85B8-9648C4ED42ED}" dt="2026-03-10T21:17:15.920" v="1" actId="47"/>
        <pc:sldMkLst>
          <pc:docMk/>
          <pc:sldMk cId="4260328535" sldId="263"/>
        </pc:sldMkLst>
      </pc:sldChg>
      <pc:sldChg chg="modSp mod">
        <pc:chgData name="Sheridan, Jack" userId="d0194f0e-edca-4d51-8263-e3fc5dbdcfa2" providerId="ADAL" clId="{F3A4526C-0ACE-47F4-85B8-9648C4ED42ED}" dt="2026-03-11T12:12:55.601" v="185" actId="113"/>
        <pc:sldMkLst>
          <pc:docMk/>
          <pc:sldMk cId="888127432" sldId="264"/>
        </pc:sldMkLst>
        <pc:graphicFrameChg chg="mod modGraphic">
          <ac:chgData name="Sheridan, Jack" userId="d0194f0e-edca-4d51-8263-e3fc5dbdcfa2" providerId="ADAL" clId="{F3A4526C-0ACE-47F4-85B8-9648C4ED42ED}" dt="2026-03-11T12:12:55.601" v="185" actId="113"/>
          <ac:graphicFrameMkLst>
            <pc:docMk/>
            <pc:sldMk cId="888127432" sldId="264"/>
            <ac:graphicFrameMk id="14" creationId="{DB2B4804-B62B-5C45-6472-6EC4A2D85FDA}"/>
          </ac:graphicFrameMkLst>
        </pc:graphicFrameChg>
      </pc:sldChg>
      <pc:sldChg chg="del">
        <pc:chgData name="Sheridan, Jack" userId="d0194f0e-edca-4d51-8263-e3fc5dbdcfa2" providerId="ADAL" clId="{F3A4526C-0ACE-47F4-85B8-9648C4ED42ED}" dt="2026-03-10T21:46:03.311" v="144" actId="47"/>
        <pc:sldMkLst>
          <pc:docMk/>
          <pc:sldMk cId="3172479211" sldId="307"/>
        </pc:sldMkLst>
      </pc:sldChg>
      <pc:sldChg chg="del">
        <pc:chgData name="Sheridan, Jack" userId="d0194f0e-edca-4d51-8263-e3fc5dbdcfa2" providerId="ADAL" clId="{F3A4526C-0ACE-47F4-85B8-9648C4ED42ED}" dt="2026-03-10T21:46:02.822" v="143" actId="47"/>
        <pc:sldMkLst>
          <pc:docMk/>
          <pc:sldMk cId="677649782" sldId="2147483201"/>
        </pc:sldMkLst>
      </pc:sldChg>
      <pc:sldChg chg="del">
        <pc:chgData name="Sheridan, Jack" userId="d0194f0e-edca-4d51-8263-e3fc5dbdcfa2" providerId="ADAL" clId="{F3A4526C-0ACE-47F4-85B8-9648C4ED42ED}" dt="2026-03-10T21:17:22.932" v="10" actId="47"/>
        <pc:sldMkLst>
          <pc:docMk/>
          <pc:sldMk cId="396737130" sldId="2147483203"/>
        </pc:sldMkLst>
      </pc:sldChg>
      <pc:sldChg chg="del">
        <pc:chgData name="Sheridan, Jack" userId="d0194f0e-edca-4d51-8263-e3fc5dbdcfa2" providerId="ADAL" clId="{F3A4526C-0ACE-47F4-85B8-9648C4ED42ED}" dt="2026-03-10T21:17:19.169" v="8" actId="47"/>
        <pc:sldMkLst>
          <pc:docMk/>
          <pc:sldMk cId="2079731266" sldId="2147483633"/>
        </pc:sldMkLst>
      </pc:sldChg>
      <pc:sldChg chg="del">
        <pc:chgData name="Sheridan, Jack" userId="d0194f0e-edca-4d51-8263-e3fc5dbdcfa2" providerId="ADAL" clId="{F3A4526C-0ACE-47F4-85B8-9648C4ED42ED}" dt="2026-03-10T21:17:20.633" v="9" actId="47"/>
        <pc:sldMkLst>
          <pc:docMk/>
          <pc:sldMk cId="2133296160" sldId="2147483636"/>
        </pc:sldMkLst>
      </pc:sldChg>
      <pc:sldChg chg="del">
        <pc:chgData name="Sheridan, Jack" userId="d0194f0e-edca-4d51-8263-e3fc5dbdcfa2" providerId="ADAL" clId="{F3A4526C-0ACE-47F4-85B8-9648C4ED42ED}" dt="2026-03-10T21:17:15.658" v="0" actId="47"/>
        <pc:sldMkLst>
          <pc:docMk/>
          <pc:sldMk cId="2287282135" sldId="2147483638"/>
        </pc:sldMkLst>
      </pc:sldChg>
      <pc:sldChg chg="del">
        <pc:chgData name="Sheridan, Jack" userId="d0194f0e-edca-4d51-8263-e3fc5dbdcfa2" providerId="ADAL" clId="{F3A4526C-0ACE-47F4-85B8-9648C4ED42ED}" dt="2026-03-10T21:17:16.153" v="2" actId="47"/>
        <pc:sldMkLst>
          <pc:docMk/>
          <pc:sldMk cId="418065763" sldId="2147483641"/>
        </pc:sldMkLst>
      </pc:sldChg>
      <pc:sldChg chg="del">
        <pc:chgData name="Sheridan, Jack" userId="d0194f0e-edca-4d51-8263-e3fc5dbdcfa2" providerId="ADAL" clId="{F3A4526C-0ACE-47F4-85B8-9648C4ED42ED}" dt="2026-03-10T21:17:16.514" v="3" actId="47"/>
        <pc:sldMkLst>
          <pc:docMk/>
          <pc:sldMk cId="2920900565" sldId="2147483642"/>
        </pc:sldMkLst>
      </pc:sldChg>
      <pc:sldChg chg="del">
        <pc:chgData name="Sheridan, Jack" userId="d0194f0e-edca-4d51-8263-e3fc5dbdcfa2" providerId="ADAL" clId="{F3A4526C-0ACE-47F4-85B8-9648C4ED42ED}" dt="2026-03-10T21:17:17.971" v="6" actId="47"/>
        <pc:sldMkLst>
          <pc:docMk/>
          <pc:sldMk cId="1892763564" sldId="2147483643"/>
        </pc:sldMkLst>
      </pc:sldChg>
      <pc:sldChg chg="del">
        <pc:chgData name="Sheridan, Jack" userId="d0194f0e-edca-4d51-8263-e3fc5dbdcfa2" providerId="ADAL" clId="{F3A4526C-0ACE-47F4-85B8-9648C4ED42ED}" dt="2026-03-10T21:17:16.936" v="4" actId="47"/>
        <pc:sldMkLst>
          <pc:docMk/>
          <pc:sldMk cId="3238164280" sldId="2147483645"/>
        </pc:sldMkLst>
      </pc:sldChg>
      <pc:sldChg chg="del">
        <pc:chgData name="Sheridan, Jack" userId="d0194f0e-edca-4d51-8263-e3fc5dbdcfa2" providerId="ADAL" clId="{F3A4526C-0ACE-47F4-85B8-9648C4ED42ED}" dt="2026-03-10T21:17:17.424" v="5" actId="47"/>
        <pc:sldMkLst>
          <pc:docMk/>
          <pc:sldMk cId="91076406" sldId="2147483647"/>
        </pc:sldMkLst>
      </pc:sldChg>
      <pc:sldMasterChg chg="delSldLayout">
        <pc:chgData name="Sheridan, Jack" userId="d0194f0e-edca-4d51-8263-e3fc5dbdcfa2" providerId="ADAL" clId="{F3A4526C-0ACE-47F4-85B8-9648C4ED42ED}" dt="2026-03-10T21:46:00.899" v="141" actId="47"/>
        <pc:sldMasterMkLst>
          <pc:docMk/>
          <pc:sldMasterMk cId="2807730812" sldId="2147484470"/>
        </pc:sldMasterMkLst>
        <pc:sldLayoutChg chg="del">
          <pc:chgData name="Sheridan, Jack" userId="d0194f0e-edca-4d51-8263-e3fc5dbdcfa2" providerId="ADAL" clId="{F3A4526C-0ACE-47F4-85B8-9648C4ED42ED}" dt="2026-03-10T21:46:00.899" v="141" actId="47"/>
          <pc:sldLayoutMkLst>
            <pc:docMk/>
            <pc:sldMasterMk cId="2807730812" sldId="2147484470"/>
            <pc:sldLayoutMk cId="1725627309" sldId="2147484471"/>
          </pc:sldLayoutMkLst>
        </pc:sldLayoutChg>
        <pc:sldLayoutChg chg="del">
          <pc:chgData name="Sheridan, Jack" userId="d0194f0e-edca-4d51-8263-e3fc5dbdcfa2" providerId="ADAL" clId="{F3A4526C-0ACE-47F4-85B8-9648C4ED42ED}" dt="2026-03-10T21:17:22.932" v="10" actId="47"/>
          <pc:sldLayoutMkLst>
            <pc:docMk/>
            <pc:sldMasterMk cId="2807730812" sldId="2147484470"/>
            <pc:sldLayoutMk cId="3654991157" sldId="2147484730"/>
          </pc:sldLayoutMkLst>
        </pc:sldLayoutChg>
      </pc:sldMasterChg>
      <pc:sldMasterChg chg="delSldLayout">
        <pc:chgData name="Sheridan, Jack" userId="d0194f0e-edca-4d51-8263-e3fc5dbdcfa2" providerId="ADAL" clId="{F3A4526C-0ACE-47F4-85B8-9648C4ED42ED}" dt="2026-03-10T21:46:03.311" v="144" actId="47"/>
        <pc:sldMasterMkLst>
          <pc:docMk/>
          <pc:sldMasterMk cId="3159882326" sldId="2147484668"/>
        </pc:sldMasterMkLst>
        <pc:sldLayoutChg chg="del">
          <pc:chgData name="Sheridan, Jack" userId="d0194f0e-edca-4d51-8263-e3fc5dbdcfa2" providerId="ADAL" clId="{F3A4526C-0ACE-47F4-85B8-9648C4ED42ED}" dt="2026-03-10T21:46:03.311" v="144" actId="47"/>
          <pc:sldLayoutMkLst>
            <pc:docMk/>
            <pc:sldMasterMk cId="3159882326" sldId="2147484668"/>
            <pc:sldLayoutMk cId="4161025180" sldId="2147484728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360976-19AB-4414-BBF7-E52D2B4D2391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FFCD0A-AD3C-4187-980D-8E989F96F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1242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F6724-BB6F-FF5D-108F-4A5B06148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28B858-2D1F-DB4F-0346-1D82910773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D1099D-2A3C-DA47-1CCD-A4D1417A67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BC7990-4569-EBAF-E8ED-4A03FA022D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5D948F-A673-4DC7-A0E9-FA274EAF3634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6316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Max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FCD0A-AD3C-4187-980D-8E989F96F40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1342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0.xml"/><Relationship Id="rId4" Type="http://schemas.openxmlformats.org/officeDocument/2006/relationships/image" Target="../media/image4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0.xml"/><Relationship Id="rId4" Type="http://schemas.openxmlformats.org/officeDocument/2006/relationships/image" Target="../media/image4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0.xml"/><Relationship Id="rId4" Type="http://schemas.openxmlformats.org/officeDocument/2006/relationships/image" Target="../media/image4.sv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0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0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0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0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0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0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0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0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0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0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0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0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Master" Target="../slideMasters/slideMaster10.xml"/><Relationship Id="rId1" Type="http://schemas.openxmlformats.org/officeDocument/2006/relationships/tags" Target="../tags/tag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33821-7F6E-47FF-89CD-D057DAFB6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1502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33821-7F6E-47FF-89CD-D057DAFB6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0812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995363" y="1330126"/>
            <a:ext cx="10198237" cy="4546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CFC99C-7410-4D22-BA8D-48877FCFB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9794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_doubl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D2B9FA-46EE-4504-A8DE-8C56CCE29B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98538" y="1700213"/>
            <a:ext cx="10201275" cy="4176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FC733E-E364-489F-B7AF-D2002EE597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4997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0140BDF6-1709-4038-8A40-FB12693200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839" y="728663"/>
            <a:ext cx="10740162" cy="82676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566632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6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_TITLE SLIDE Right Vertical Window Image_Cobal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46463AE-5027-06FD-83A8-92F7EEB32FB8}"/>
              </a:ext>
            </a:extLst>
          </p:cNvPr>
          <p:cNvSpPr/>
          <p:nvPr userDrawn="1"/>
        </p:nvSpPr>
        <p:spPr>
          <a:xfrm>
            <a:off x="0" y="0"/>
            <a:ext cx="5606980" cy="6858000"/>
          </a:xfrm>
          <a:prstGeom prst="rect">
            <a:avLst/>
          </a:prstGeom>
          <a:gradFill>
            <a:gsLst>
              <a:gs pos="0">
                <a:srgbClr val="DFCAFB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/>
            <a:endParaRPr lang="en-US" sz="150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DD084E-837E-39E8-01FD-DF2677259D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68" y="0"/>
            <a:ext cx="12187532" cy="6858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05B9892-2C4B-3673-027C-0C5D46AF6251}"/>
              </a:ext>
            </a:extLst>
          </p:cNvPr>
          <p:cNvSpPr/>
          <p:nvPr userDrawn="1"/>
        </p:nvSpPr>
        <p:spPr>
          <a:xfrm>
            <a:off x="0" y="0"/>
            <a:ext cx="5399314" cy="6858000"/>
          </a:xfrm>
          <a:prstGeom prst="rect">
            <a:avLst/>
          </a:prstGeom>
          <a:gradFill flip="none" rotWithShape="1">
            <a:gsLst>
              <a:gs pos="88000">
                <a:srgbClr val="631DE9">
                  <a:alpha val="61000"/>
                </a:srgbClr>
              </a:gs>
              <a:gs pos="0">
                <a:schemeClr val="accent1">
                  <a:alpha val="0"/>
                </a:schemeClr>
              </a:gs>
              <a:gs pos="100000">
                <a:schemeClr val="accent5">
                  <a:alpha val="66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62685" y="1456388"/>
            <a:ext cx="5354698" cy="1686205"/>
          </a:xfrm>
          <a:noFill/>
          <a:ln w="3175">
            <a:noFill/>
            <a:prstDash val="lgDash"/>
          </a:ln>
        </p:spPr>
        <p:txBody>
          <a:bodyPr lIns="0" tIns="0" rIns="0" bIns="0" anchor="t" anchorCtr="0">
            <a:noAutofit/>
          </a:bodyPr>
          <a:lstStyle>
            <a:lvl1pPr algn="l">
              <a:defRPr sz="6600" baseline="0">
                <a:solidFill>
                  <a:srgbClr val="00338D"/>
                </a:solidFill>
              </a:defRPr>
            </a:lvl1pPr>
          </a:lstStyle>
          <a:p>
            <a:r>
              <a:rPr lang="en-GB"/>
              <a:t>Title slide text only</a:t>
            </a:r>
            <a:endParaRPr lang="en-US"/>
          </a:p>
        </p:txBody>
      </p:sp>
      <p:sp>
        <p:nvSpPr>
          <p:cNvPr id="6" name="Text Placeholder 3"/>
          <p:cNvSpPr>
            <a:spLocks noGrp="1"/>
          </p:cNvSpPr>
          <p:nvPr userDrawn="1">
            <p:ph type="body" sz="quarter" idx="11"/>
          </p:nvPr>
        </p:nvSpPr>
        <p:spPr>
          <a:xfrm>
            <a:off x="962685" y="5157590"/>
            <a:ext cx="5506648" cy="810000"/>
          </a:xfrm>
          <a:ln w="3175">
            <a:noFill/>
            <a:prstDash val="lgDash"/>
          </a:ln>
        </p:spPr>
        <p:txBody>
          <a:bodyPr wrap="square" anchor="b">
            <a:noAutofit/>
          </a:bodyPr>
          <a:lstStyle>
            <a:lvl1pPr>
              <a:defRPr sz="1400">
                <a:solidFill>
                  <a:srgbClr val="00338D"/>
                </a:solidFill>
              </a:defRPr>
            </a:lvl1pPr>
            <a:lvl2pPr>
              <a:defRPr sz="1400">
                <a:solidFill>
                  <a:srgbClr val="00338D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Graphic 8">
            <a:extLst>
              <a:ext uri="{FF2B5EF4-FFF2-40B4-BE49-F238E27FC236}">
                <a16:creationId xmlns:a16="http://schemas.microsoft.com/office/drawing/2014/main" id="{79D6C947-06F1-4188-A558-E10C77FF12CE}"/>
              </a:ext>
            </a:extLst>
          </p:cNvPr>
          <p:cNvSpPr/>
          <p:nvPr userDrawn="1"/>
        </p:nvSpPr>
        <p:spPr>
          <a:xfrm>
            <a:off x="962685" y="736722"/>
            <a:ext cx="917208" cy="368346"/>
          </a:xfrm>
          <a:custGeom>
            <a:avLst/>
            <a:gdLst>
              <a:gd name="connsiteX0" fmla="*/ 480938 w 484832"/>
              <a:gd name="connsiteY0" fmla="*/ 148130 h 194706"/>
              <a:gd name="connsiteX1" fmla="*/ 455744 w 484832"/>
              <a:gd name="connsiteY1" fmla="*/ 148130 h 194706"/>
              <a:gd name="connsiteX2" fmla="*/ 459917 w 484832"/>
              <a:gd name="connsiteY2" fmla="*/ 131488 h 194706"/>
              <a:gd name="connsiteX3" fmla="*/ 409445 w 484832"/>
              <a:gd name="connsiteY3" fmla="*/ 131488 h 194706"/>
              <a:gd name="connsiteX4" fmla="*/ 405289 w 484832"/>
              <a:gd name="connsiteY4" fmla="*/ 148130 h 194706"/>
              <a:gd name="connsiteX5" fmla="*/ 380916 w 484832"/>
              <a:gd name="connsiteY5" fmla="*/ 148130 h 194706"/>
              <a:gd name="connsiteX6" fmla="*/ 380916 w 484832"/>
              <a:gd name="connsiteY6" fmla="*/ 144709 h 194706"/>
              <a:gd name="connsiteX7" fmla="*/ 382079 w 484832"/>
              <a:gd name="connsiteY7" fmla="*/ 138775 h 194706"/>
              <a:gd name="connsiteX8" fmla="*/ 418715 w 484832"/>
              <a:gd name="connsiteY8" fmla="*/ 103062 h 194706"/>
              <a:gd name="connsiteX9" fmla="*/ 433698 w 484832"/>
              <a:gd name="connsiteY9" fmla="*/ 117292 h 194706"/>
              <a:gd name="connsiteX10" fmla="*/ 463732 w 484832"/>
              <a:gd name="connsiteY10" fmla="*/ 117292 h 194706"/>
              <a:gd name="connsiteX11" fmla="*/ 461234 w 484832"/>
              <a:gd name="connsiteY11" fmla="*/ 95058 h 194706"/>
              <a:gd name="connsiteX12" fmla="*/ 425214 w 484832"/>
              <a:gd name="connsiteY12" fmla="*/ 82641 h 194706"/>
              <a:gd name="connsiteX13" fmla="*/ 380916 w 484832"/>
              <a:gd name="connsiteY13" fmla="*/ 94357 h 194706"/>
              <a:gd name="connsiteX14" fmla="*/ 380916 w 484832"/>
              <a:gd name="connsiteY14" fmla="*/ 3708 h 194706"/>
              <a:gd name="connsiteX15" fmla="*/ 480938 w 484832"/>
              <a:gd name="connsiteY15" fmla="*/ 3708 h 194706"/>
              <a:gd name="connsiteX16" fmla="*/ 421914 w 484832"/>
              <a:gd name="connsiteY16" fmla="*/ 172537 h 194706"/>
              <a:gd name="connsiteX17" fmla="*/ 405101 w 484832"/>
              <a:gd name="connsiteY17" fmla="*/ 174247 h 194706"/>
              <a:gd name="connsiteX18" fmla="*/ 380438 w 484832"/>
              <a:gd name="connsiteY18" fmla="*/ 151910 h 194706"/>
              <a:gd name="connsiteX19" fmla="*/ 427027 w 484832"/>
              <a:gd name="connsiteY19" fmla="*/ 151910 h 194706"/>
              <a:gd name="connsiteX20" fmla="*/ 364275 w 484832"/>
              <a:gd name="connsiteY20" fmla="*/ 90064 h 194706"/>
              <a:gd name="connsiteX21" fmla="*/ 364275 w 484832"/>
              <a:gd name="connsiteY21" fmla="*/ 110759 h 194706"/>
              <a:gd name="connsiteX22" fmla="*/ 350951 w 484832"/>
              <a:gd name="connsiteY22" fmla="*/ 139390 h 194706"/>
              <a:gd name="connsiteX23" fmla="*/ 349360 w 484832"/>
              <a:gd name="connsiteY23" fmla="*/ 148130 h 194706"/>
              <a:gd name="connsiteX24" fmla="*/ 334669 w 484832"/>
              <a:gd name="connsiteY24" fmla="*/ 148130 h 194706"/>
              <a:gd name="connsiteX25" fmla="*/ 347223 w 484832"/>
              <a:gd name="connsiteY25" fmla="*/ 88524 h 194706"/>
              <a:gd name="connsiteX26" fmla="*/ 304943 w 484832"/>
              <a:gd name="connsiteY26" fmla="*/ 88524 h 194706"/>
              <a:gd name="connsiteX27" fmla="*/ 267110 w 484832"/>
              <a:gd name="connsiteY27" fmla="*/ 148164 h 194706"/>
              <a:gd name="connsiteX28" fmla="*/ 264339 w 484832"/>
              <a:gd name="connsiteY28" fmla="*/ 148164 h 194706"/>
              <a:gd name="connsiteX29" fmla="*/ 264339 w 484832"/>
              <a:gd name="connsiteY29" fmla="*/ 3759 h 194706"/>
              <a:gd name="connsiteX30" fmla="*/ 364326 w 484832"/>
              <a:gd name="connsiteY30" fmla="*/ 3759 h 194706"/>
              <a:gd name="connsiteX31" fmla="*/ 308449 w 484832"/>
              <a:gd name="connsiteY31" fmla="*/ 148130 h 194706"/>
              <a:gd name="connsiteX32" fmla="*/ 293398 w 484832"/>
              <a:gd name="connsiteY32" fmla="*/ 148130 h 194706"/>
              <a:gd name="connsiteX33" fmla="*/ 316163 w 484832"/>
              <a:gd name="connsiteY33" fmla="*/ 112315 h 194706"/>
              <a:gd name="connsiteX34" fmla="*/ 247731 w 484832"/>
              <a:gd name="connsiteY34" fmla="*/ 88388 h 194706"/>
              <a:gd name="connsiteX35" fmla="*/ 222709 w 484832"/>
              <a:gd name="connsiteY35" fmla="*/ 88388 h 194706"/>
              <a:gd name="connsiteX36" fmla="*/ 205606 w 484832"/>
              <a:gd name="connsiteY36" fmla="*/ 148130 h 194706"/>
              <a:gd name="connsiteX37" fmla="*/ 179027 w 484832"/>
              <a:gd name="connsiteY37" fmla="*/ 148130 h 194706"/>
              <a:gd name="connsiteX38" fmla="*/ 203314 w 484832"/>
              <a:gd name="connsiteY38" fmla="*/ 119413 h 194706"/>
              <a:gd name="connsiteX39" fmla="*/ 199893 w 484832"/>
              <a:gd name="connsiteY39" fmla="*/ 95725 h 194706"/>
              <a:gd name="connsiteX40" fmla="*/ 167653 w 484832"/>
              <a:gd name="connsiteY40" fmla="*/ 88353 h 194706"/>
              <a:gd name="connsiteX41" fmla="*/ 147796 w 484832"/>
              <a:gd name="connsiteY41" fmla="*/ 88353 h 194706"/>
              <a:gd name="connsiteX42" fmla="*/ 147796 w 484832"/>
              <a:gd name="connsiteY42" fmla="*/ 3759 h 194706"/>
              <a:gd name="connsiteX43" fmla="*/ 247697 w 484832"/>
              <a:gd name="connsiteY43" fmla="*/ 3759 h 194706"/>
              <a:gd name="connsiteX44" fmla="*/ 231740 w 484832"/>
              <a:gd name="connsiteY44" fmla="*/ 148130 h 194706"/>
              <a:gd name="connsiteX45" fmla="*/ 242258 w 484832"/>
              <a:gd name="connsiteY45" fmla="*/ 110759 h 194706"/>
              <a:gd name="connsiteX46" fmla="*/ 242635 w 484832"/>
              <a:gd name="connsiteY46" fmla="*/ 148130 h 194706"/>
              <a:gd name="connsiteX47" fmla="*/ 158981 w 484832"/>
              <a:gd name="connsiteY47" fmla="*/ 133934 h 194706"/>
              <a:gd name="connsiteX48" fmla="*/ 158981 w 484832"/>
              <a:gd name="connsiteY48" fmla="*/ 133934 h 194706"/>
              <a:gd name="connsiteX49" fmla="*/ 155920 w 484832"/>
              <a:gd name="connsiteY49" fmla="*/ 134054 h 194706"/>
              <a:gd name="connsiteX50" fmla="*/ 152243 w 484832"/>
              <a:gd name="connsiteY50" fmla="*/ 134054 h 194706"/>
              <a:gd name="connsiteX51" fmla="*/ 145846 w 484832"/>
              <a:gd name="connsiteY51" fmla="*/ 134054 h 194706"/>
              <a:gd name="connsiteX52" fmla="*/ 148805 w 484832"/>
              <a:gd name="connsiteY52" fmla="*/ 123125 h 194706"/>
              <a:gd name="connsiteX53" fmla="*/ 150207 w 484832"/>
              <a:gd name="connsiteY53" fmla="*/ 117686 h 194706"/>
              <a:gd name="connsiteX54" fmla="*/ 153628 w 484832"/>
              <a:gd name="connsiteY54" fmla="*/ 104961 h 194706"/>
              <a:gd name="connsiteX55" fmla="*/ 157972 w 484832"/>
              <a:gd name="connsiteY55" fmla="*/ 104961 h 194706"/>
              <a:gd name="connsiteX56" fmla="*/ 162915 w 484832"/>
              <a:gd name="connsiteY56" fmla="*/ 104961 h 194706"/>
              <a:gd name="connsiteX57" fmla="*/ 178668 w 484832"/>
              <a:gd name="connsiteY57" fmla="*/ 108159 h 194706"/>
              <a:gd name="connsiteX58" fmla="*/ 178206 w 484832"/>
              <a:gd name="connsiteY58" fmla="*/ 119105 h 194706"/>
              <a:gd name="connsiteX59" fmla="*/ 159084 w 484832"/>
              <a:gd name="connsiteY59" fmla="*/ 133986 h 194706"/>
              <a:gd name="connsiteX60" fmla="*/ 131291 w 484832"/>
              <a:gd name="connsiteY60" fmla="*/ 93741 h 194706"/>
              <a:gd name="connsiteX61" fmla="*/ 129717 w 484832"/>
              <a:gd name="connsiteY61" fmla="*/ 98872 h 194706"/>
              <a:gd name="connsiteX62" fmla="*/ 115419 w 484832"/>
              <a:gd name="connsiteY62" fmla="*/ 146471 h 194706"/>
              <a:gd name="connsiteX63" fmla="*/ 114854 w 484832"/>
              <a:gd name="connsiteY63" fmla="*/ 148181 h 194706"/>
              <a:gd name="connsiteX64" fmla="*/ 67683 w 484832"/>
              <a:gd name="connsiteY64" fmla="*/ 148181 h 194706"/>
              <a:gd name="connsiteX65" fmla="*/ 64006 w 484832"/>
              <a:gd name="connsiteY65" fmla="*/ 140365 h 194706"/>
              <a:gd name="connsiteX66" fmla="*/ 114683 w 484832"/>
              <a:gd name="connsiteY66" fmla="*/ 88524 h 194706"/>
              <a:gd name="connsiteX67" fmla="*/ 82187 w 484832"/>
              <a:gd name="connsiteY67" fmla="*/ 88524 h 194706"/>
              <a:gd name="connsiteX68" fmla="*/ 42507 w 484832"/>
              <a:gd name="connsiteY68" fmla="*/ 131283 h 194706"/>
              <a:gd name="connsiteX69" fmla="*/ 55351 w 484832"/>
              <a:gd name="connsiteY69" fmla="*/ 88524 h 194706"/>
              <a:gd name="connsiteX70" fmla="*/ 31270 w 484832"/>
              <a:gd name="connsiteY70" fmla="*/ 88524 h 194706"/>
              <a:gd name="connsiteX71" fmla="*/ 31270 w 484832"/>
              <a:gd name="connsiteY71" fmla="*/ 3759 h 194706"/>
              <a:gd name="connsiteX72" fmla="*/ 131188 w 484832"/>
              <a:gd name="connsiteY72" fmla="*/ 3759 h 194706"/>
              <a:gd name="connsiteX73" fmla="*/ 377119 w 484832"/>
              <a:gd name="connsiteY73" fmla="*/ -89 h 194706"/>
              <a:gd name="connsiteX74" fmla="*/ 377119 w 484832"/>
              <a:gd name="connsiteY74" fmla="*/ 97076 h 194706"/>
              <a:gd name="connsiteX75" fmla="*/ 368140 w 484832"/>
              <a:gd name="connsiteY75" fmla="*/ 105713 h 194706"/>
              <a:gd name="connsiteX76" fmla="*/ 368140 w 484832"/>
              <a:gd name="connsiteY76" fmla="*/ -89 h 194706"/>
              <a:gd name="connsiteX77" fmla="*/ 260525 w 484832"/>
              <a:gd name="connsiteY77" fmla="*/ -89 h 194706"/>
              <a:gd name="connsiteX78" fmla="*/ 260525 w 484832"/>
              <a:gd name="connsiteY78" fmla="*/ 88388 h 194706"/>
              <a:gd name="connsiteX79" fmla="*/ 251614 w 484832"/>
              <a:gd name="connsiteY79" fmla="*/ 88388 h 194706"/>
              <a:gd name="connsiteX80" fmla="*/ 251614 w 484832"/>
              <a:gd name="connsiteY80" fmla="*/ -89 h 194706"/>
              <a:gd name="connsiteX81" fmla="*/ 143965 w 484832"/>
              <a:gd name="connsiteY81" fmla="*/ -89 h 194706"/>
              <a:gd name="connsiteX82" fmla="*/ 143965 w 484832"/>
              <a:gd name="connsiteY82" fmla="*/ 88524 h 194706"/>
              <a:gd name="connsiteX83" fmla="*/ 135071 w 484832"/>
              <a:gd name="connsiteY83" fmla="*/ 88524 h 194706"/>
              <a:gd name="connsiteX84" fmla="*/ 135071 w 484832"/>
              <a:gd name="connsiteY84" fmla="*/ -89 h 194706"/>
              <a:gd name="connsiteX85" fmla="*/ 27456 w 484832"/>
              <a:gd name="connsiteY85" fmla="*/ -89 h 194706"/>
              <a:gd name="connsiteX86" fmla="*/ 27456 w 484832"/>
              <a:gd name="connsiteY86" fmla="*/ 100907 h 194706"/>
              <a:gd name="connsiteX87" fmla="*/ -47 w 484832"/>
              <a:gd name="connsiteY87" fmla="*/ 192480 h 194706"/>
              <a:gd name="connsiteX88" fmla="*/ 24120 w 484832"/>
              <a:gd name="connsiteY88" fmla="*/ 192480 h 194706"/>
              <a:gd name="connsiteX89" fmla="*/ 36247 w 484832"/>
              <a:gd name="connsiteY89" fmla="*/ 151927 h 194706"/>
              <a:gd name="connsiteX90" fmla="*/ 39667 w 484832"/>
              <a:gd name="connsiteY90" fmla="*/ 151927 h 194706"/>
              <a:gd name="connsiteX91" fmla="*/ 59696 w 484832"/>
              <a:gd name="connsiteY91" fmla="*/ 192480 h 194706"/>
              <a:gd name="connsiteX92" fmla="*/ 89028 w 484832"/>
              <a:gd name="connsiteY92" fmla="*/ 192480 h 194706"/>
              <a:gd name="connsiteX93" fmla="*/ 69513 w 484832"/>
              <a:gd name="connsiteY93" fmla="*/ 151927 h 194706"/>
              <a:gd name="connsiteX94" fmla="*/ 113623 w 484832"/>
              <a:gd name="connsiteY94" fmla="*/ 151927 h 194706"/>
              <a:gd name="connsiteX95" fmla="*/ 101377 w 484832"/>
              <a:gd name="connsiteY95" fmla="*/ 192480 h 194706"/>
              <a:gd name="connsiteX96" fmla="*/ 127785 w 484832"/>
              <a:gd name="connsiteY96" fmla="*/ 192480 h 194706"/>
              <a:gd name="connsiteX97" fmla="*/ 139860 w 484832"/>
              <a:gd name="connsiteY97" fmla="*/ 152047 h 194706"/>
              <a:gd name="connsiteX98" fmla="*/ 145641 w 484832"/>
              <a:gd name="connsiteY98" fmla="*/ 152047 h 194706"/>
              <a:gd name="connsiteX99" fmla="*/ 145641 w 484832"/>
              <a:gd name="connsiteY99" fmla="*/ 151927 h 194706"/>
              <a:gd name="connsiteX100" fmla="*/ 204408 w 484832"/>
              <a:gd name="connsiteY100" fmla="*/ 151927 h 194706"/>
              <a:gd name="connsiteX101" fmla="*/ 192761 w 484832"/>
              <a:gd name="connsiteY101" fmla="*/ 192360 h 194706"/>
              <a:gd name="connsiteX102" fmla="*/ 219374 w 484832"/>
              <a:gd name="connsiteY102" fmla="*/ 192360 h 194706"/>
              <a:gd name="connsiteX103" fmla="*/ 230662 w 484832"/>
              <a:gd name="connsiteY103" fmla="*/ 151927 h 194706"/>
              <a:gd name="connsiteX104" fmla="*/ 242635 w 484832"/>
              <a:gd name="connsiteY104" fmla="*/ 151927 h 194706"/>
              <a:gd name="connsiteX105" fmla="*/ 242960 w 484832"/>
              <a:gd name="connsiteY105" fmla="*/ 192360 h 194706"/>
              <a:gd name="connsiteX106" fmla="*/ 265280 w 484832"/>
              <a:gd name="connsiteY106" fmla="*/ 192360 h 194706"/>
              <a:gd name="connsiteX107" fmla="*/ 290935 w 484832"/>
              <a:gd name="connsiteY107" fmla="*/ 151927 h 194706"/>
              <a:gd name="connsiteX108" fmla="*/ 307713 w 484832"/>
              <a:gd name="connsiteY108" fmla="*/ 151927 h 194706"/>
              <a:gd name="connsiteX109" fmla="*/ 299059 w 484832"/>
              <a:gd name="connsiteY109" fmla="*/ 192360 h 194706"/>
              <a:gd name="connsiteX110" fmla="*/ 325227 w 484832"/>
              <a:gd name="connsiteY110" fmla="*/ 192360 h 194706"/>
              <a:gd name="connsiteX111" fmla="*/ 333779 w 484832"/>
              <a:gd name="connsiteY111" fmla="*/ 151927 h 194706"/>
              <a:gd name="connsiteX112" fmla="*/ 348933 w 484832"/>
              <a:gd name="connsiteY112" fmla="*/ 151927 h 194706"/>
              <a:gd name="connsiteX113" fmla="*/ 359845 w 484832"/>
              <a:gd name="connsiteY113" fmla="*/ 183517 h 194706"/>
              <a:gd name="connsiteX114" fmla="*/ 397131 w 484832"/>
              <a:gd name="connsiteY114" fmla="*/ 194617 h 194706"/>
              <a:gd name="connsiteX115" fmla="*/ 445807 w 484832"/>
              <a:gd name="connsiteY115" fmla="*/ 188648 h 194706"/>
              <a:gd name="connsiteX116" fmla="*/ 454872 w 484832"/>
              <a:gd name="connsiteY116" fmla="*/ 151927 h 194706"/>
              <a:gd name="connsiteX117" fmla="*/ 484786 w 484832"/>
              <a:gd name="connsiteY117" fmla="*/ 151927 h 194706"/>
              <a:gd name="connsiteX118" fmla="*/ 484786 w 484832"/>
              <a:gd name="connsiteY118" fmla="*/ -89 h 194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484832" h="194706">
                <a:moveTo>
                  <a:pt x="480938" y="148130"/>
                </a:moveTo>
                <a:lnTo>
                  <a:pt x="455744" y="148130"/>
                </a:lnTo>
                <a:lnTo>
                  <a:pt x="459917" y="131488"/>
                </a:lnTo>
                <a:lnTo>
                  <a:pt x="409445" y="131488"/>
                </a:lnTo>
                <a:lnTo>
                  <a:pt x="405289" y="148130"/>
                </a:lnTo>
                <a:lnTo>
                  <a:pt x="380916" y="148130"/>
                </a:lnTo>
                <a:lnTo>
                  <a:pt x="380916" y="144709"/>
                </a:lnTo>
                <a:cubicBezTo>
                  <a:pt x="381293" y="142845"/>
                  <a:pt x="381618" y="140878"/>
                  <a:pt x="382079" y="138775"/>
                </a:cubicBezTo>
                <a:cubicBezTo>
                  <a:pt x="386526" y="120816"/>
                  <a:pt x="398311" y="103062"/>
                  <a:pt x="418715" y="103062"/>
                </a:cubicBezTo>
                <a:cubicBezTo>
                  <a:pt x="426771" y="103062"/>
                  <a:pt x="434792" y="106141"/>
                  <a:pt x="433698" y="117292"/>
                </a:cubicBezTo>
                <a:lnTo>
                  <a:pt x="463732" y="117292"/>
                </a:lnTo>
                <a:cubicBezTo>
                  <a:pt x="464912" y="112161"/>
                  <a:pt x="466896" y="103216"/>
                  <a:pt x="461234" y="95058"/>
                </a:cubicBezTo>
                <a:cubicBezTo>
                  <a:pt x="454821" y="86198"/>
                  <a:pt x="441942" y="82641"/>
                  <a:pt x="425214" y="82641"/>
                </a:cubicBezTo>
                <a:cubicBezTo>
                  <a:pt x="413328" y="82641"/>
                  <a:pt x="395933" y="84539"/>
                  <a:pt x="380916" y="94357"/>
                </a:cubicBezTo>
                <a:lnTo>
                  <a:pt x="380916" y="3708"/>
                </a:lnTo>
                <a:lnTo>
                  <a:pt x="480938" y="3708"/>
                </a:lnTo>
                <a:close/>
                <a:moveTo>
                  <a:pt x="421914" y="172537"/>
                </a:moveTo>
                <a:cubicBezTo>
                  <a:pt x="416372" y="173606"/>
                  <a:pt x="410745" y="174179"/>
                  <a:pt x="405101" y="174247"/>
                </a:cubicBezTo>
                <a:cubicBezTo>
                  <a:pt x="390683" y="174247"/>
                  <a:pt x="380643" y="167543"/>
                  <a:pt x="380438" y="151910"/>
                </a:cubicBezTo>
                <a:lnTo>
                  <a:pt x="427027" y="151910"/>
                </a:lnTo>
                <a:close/>
                <a:moveTo>
                  <a:pt x="364275" y="90064"/>
                </a:moveTo>
                <a:lnTo>
                  <a:pt x="364275" y="110759"/>
                </a:lnTo>
                <a:cubicBezTo>
                  <a:pt x="358044" y="119364"/>
                  <a:pt x="353522" y="129082"/>
                  <a:pt x="350951" y="139390"/>
                </a:cubicBezTo>
                <a:cubicBezTo>
                  <a:pt x="350195" y="142258"/>
                  <a:pt x="349663" y="145180"/>
                  <a:pt x="349360" y="148130"/>
                </a:cubicBezTo>
                <a:lnTo>
                  <a:pt x="334669" y="148130"/>
                </a:lnTo>
                <a:lnTo>
                  <a:pt x="347223" y="88524"/>
                </a:lnTo>
                <a:lnTo>
                  <a:pt x="304943" y="88524"/>
                </a:lnTo>
                <a:lnTo>
                  <a:pt x="267110" y="148164"/>
                </a:lnTo>
                <a:lnTo>
                  <a:pt x="264339" y="148164"/>
                </a:lnTo>
                <a:lnTo>
                  <a:pt x="264339" y="3759"/>
                </a:lnTo>
                <a:lnTo>
                  <a:pt x="364326" y="3759"/>
                </a:lnTo>
                <a:close/>
                <a:moveTo>
                  <a:pt x="308449" y="148130"/>
                </a:moveTo>
                <a:lnTo>
                  <a:pt x="293398" y="148130"/>
                </a:lnTo>
                <a:lnTo>
                  <a:pt x="316163" y="112315"/>
                </a:lnTo>
                <a:close/>
                <a:moveTo>
                  <a:pt x="247731" y="88388"/>
                </a:moveTo>
                <a:lnTo>
                  <a:pt x="222709" y="88388"/>
                </a:lnTo>
                <a:lnTo>
                  <a:pt x="205606" y="148130"/>
                </a:lnTo>
                <a:lnTo>
                  <a:pt x="179027" y="148130"/>
                </a:lnTo>
                <a:cubicBezTo>
                  <a:pt x="192538" y="143136"/>
                  <a:pt x="200765" y="133592"/>
                  <a:pt x="203314" y="119413"/>
                </a:cubicBezTo>
                <a:cubicBezTo>
                  <a:pt x="205400" y="108399"/>
                  <a:pt x="204408" y="101164"/>
                  <a:pt x="199893" y="95725"/>
                </a:cubicBezTo>
                <a:cubicBezTo>
                  <a:pt x="193154" y="87652"/>
                  <a:pt x="179642" y="88353"/>
                  <a:pt x="167653" y="88353"/>
                </a:cubicBezTo>
                <a:lnTo>
                  <a:pt x="147796" y="88353"/>
                </a:lnTo>
                <a:lnTo>
                  <a:pt x="147796" y="3759"/>
                </a:lnTo>
                <a:lnTo>
                  <a:pt x="247697" y="3759"/>
                </a:lnTo>
                <a:close/>
                <a:moveTo>
                  <a:pt x="231740" y="148130"/>
                </a:moveTo>
                <a:lnTo>
                  <a:pt x="242258" y="110759"/>
                </a:lnTo>
                <a:lnTo>
                  <a:pt x="242635" y="148130"/>
                </a:lnTo>
                <a:close/>
                <a:moveTo>
                  <a:pt x="158981" y="133934"/>
                </a:moveTo>
                <a:lnTo>
                  <a:pt x="158981" y="133934"/>
                </a:lnTo>
                <a:cubicBezTo>
                  <a:pt x="158007" y="133934"/>
                  <a:pt x="157032" y="134054"/>
                  <a:pt x="155920" y="134054"/>
                </a:cubicBezTo>
                <a:cubicBezTo>
                  <a:pt x="154466" y="134054"/>
                  <a:pt x="153320" y="134054"/>
                  <a:pt x="152243" y="134054"/>
                </a:cubicBezTo>
                <a:lnTo>
                  <a:pt x="145846" y="134054"/>
                </a:lnTo>
                <a:lnTo>
                  <a:pt x="148805" y="123125"/>
                </a:lnTo>
                <a:lnTo>
                  <a:pt x="150207" y="117686"/>
                </a:lnTo>
                <a:lnTo>
                  <a:pt x="153628" y="104961"/>
                </a:lnTo>
                <a:cubicBezTo>
                  <a:pt x="155116" y="104961"/>
                  <a:pt x="156570" y="104961"/>
                  <a:pt x="157972" y="104961"/>
                </a:cubicBezTo>
                <a:lnTo>
                  <a:pt x="162915" y="104961"/>
                </a:lnTo>
                <a:cubicBezTo>
                  <a:pt x="171467" y="104961"/>
                  <a:pt x="176718" y="105440"/>
                  <a:pt x="178668" y="108159"/>
                </a:cubicBezTo>
                <a:cubicBezTo>
                  <a:pt x="180156" y="110212"/>
                  <a:pt x="179967" y="113735"/>
                  <a:pt x="178206" y="119105"/>
                </a:cubicBezTo>
                <a:cubicBezTo>
                  <a:pt x="175196" y="128341"/>
                  <a:pt x="171364" y="133045"/>
                  <a:pt x="159084" y="133986"/>
                </a:cubicBezTo>
                <a:moveTo>
                  <a:pt x="131291" y="93741"/>
                </a:moveTo>
                <a:lnTo>
                  <a:pt x="129717" y="98872"/>
                </a:lnTo>
                <a:lnTo>
                  <a:pt x="115419" y="146471"/>
                </a:lnTo>
                <a:lnTo>
                  <a:pt x="114854" y="148181"/>
                </a:lnTo>
                <a:lnTo>
                  <a:pt x="67683" y="148181"/>
                </a:lnTo>
                <a:lnTo>
                  <a:pt x="64006" y="140365"/>
                </a:lnTo>
                <a:lnTo>
                  <a:pt x="114683" y="88524"/>
                </a:lnTo>
                <a:lnTo>
                  <a:pt x="82187" y="88524"/>
                </a:lnTo>
                <a:lnTo>
                  <a:pt x="42507" y="131283"/>
                </a:lnTo>
                <a:lnTo>
                  <a:pt x="55351" y="88524"/>
                </a:lnTo>
                <a:lnTo>
                  <a:pt x="31270" y="88524"/>
                </a:lnTo>
                <a:lnTo>
                  <a:pt x="31270" y="3759"/>
                </a:lnTo>
                <a:lnTo>
                  <a:pt x="131188" y="3759"/>
                </a:lnTo>
                <a:close/>
                <a:moveTo>
                  <a:pt x="377119" y="-89"/>
                </a:moveTo>
                <a:lnTo>
                  <a:pt x="377119" y="97076"/>
                </a:lnTo>
                <a:cubicBezTo>
                  <a:pt x="373861" y="99667"/>
                  <a:pt x="370856" y="102560"/>
                  <a:pt x="368140" y="105713"/>
                </a:cubicBezTo>
                <a:lnTo>
                  <a:pt x="368140" y="-89"/>
                </a:lnTo>
                <a:lnTo>
                  <a:pt x="260525" y="-89"/>
                </a:lnTo>
                <a:lnTo>
                  <a:pt x="260525" y="88388"/>
                </a:lnTo>
                <a:lnTo>
                  <a:pt x="251614" y="88388"/>
                </a:lnTo>
                <a:lnTo>
                  <a:pt x="251614" y="-89"/>
                </a:lnTo>
                <a:lnTo>
                  <a:pt x="143965" y="-89"/>
                </a:lnTo>
                <a:lnTo>
                  <a:pt x="143965" y="88524"/>
                </a:lnTo>
                <a:lnTo>
                  <a:pt x="135071" y="88524"/>
                </a:lnTo>
                <a:lnTo>
                  <a:pt x="135071" y="-89"/>
                </a:lnTo>
                <a:lnTo>
                  <a:pt x="27456" y="-89"/>
                </a:lnTo>
                <a:lnTo>
                  <a:pt x="27456" y="100907"/>
                </a:lnTo>
                <a:lnTo>
                  <a:pt x="-47" y="192480"/>
                </a:lnTo>
                <a:lnTo>
                  <a:pt x="24120" y="192480"/>
                </a:lnTo>
                <a:lnTo>
                  <a:pt x="36247" y="151927"/>
                </a:lnTo>
                <a:lnTo>
                  <a:pt x="39667" y="151927"/>
                </a:lnTo>
                <a:lnTo>
                  <a:pt x="59696" y="192480"/>
                </a:lnTo>
                <a:lnTo>
                  <a:pt x="89028" y="192480"/>
                </a:lnTo>
                <a:lnTo>
                  <a:pt x="69513" y="151927"/>
                </a:lnTo>
                <a:lnTo>
                  <a:pt x="113623" y="151927"/>
                </a:lnTo>
                <a:lnTo>
                  <a:pt x="101377" y="192480"/>
                </a:lnTo>
                <a:lnTo>
                  <a:pt x="127785" y="192480"/>
                </a:lnTo>
                <a:lnTo>
                  <a:pt x="139860" y="152047"/>
                </a:lnTo>
                <a:lnTo>
                  <a:pt x="145641" y="152047"/>
                </a:lnTo>
                <a:lnTo>
                  <a:pt x="145641" y="151927"/>
                </a:lnTo>
                <a:lnTo>
                  <a:pt x="204408" y="151927"/>
                </a:lnTo>
                <a:lnTo>
                  <a:pt x="192761" y="192360"/>
                </a:lnTo>
                <a:lnTo>
                  <a:pt x="219374" y="192360"/>
                </a:lnTo>
                <a:lnTo>
                  <a:pt x="230662" y="151927"/>
                </a:lnTo>
                <a:lnTo>
                  <a:pt x="242635" y="151927"/>
                </a:lnTo>
                <a:lnTo>
                  <a:pt x="242960" y="192360"/>
                </a:lnTo>
                <a:lnTo>
                  <a:pt x="265280" y="192360"/>
                </a:lnTo>
                <a:lnTo>
                  <a:pt x="290935" y="151927"/>
                </a:lnTo>
                <a:lnTo>
                  <a:pt x="307713" y="151927"/>
                </a:lnTo>
                <a:lnTo>
                  <a:pt x="299059" y="192360"/>
                </a:lnTo>
                <a:lnTo>
                  <a:pt x="325227" y="192360"/>
                </a:lnTo>
                <a:lnTo>
                  <a:pt x="333779" y="151927"/>
                </a:lnTo>
                <a:lnTo>
                  <a:pt x="348933" y="151927"/>
                </a:lnTo>
                <a:cubicBezTo>
                  <a:pt x="348334" y="164464"/>
                  <a:pt x="351533" y="175872"/>
                  <a:pt x="359845" y="183517"/>
                </a:cubicBezTo>
                <a:cubicBezTo>
                  <a:pt x="370004" y="192839"/>
                  <a:pt x="385603" y="194617"/>
                  <a:pt x="397131" y="194617"/>
                </a:cubicBezTo>
                <a:cubicBezTo>
                  <a:pt x="413526" y="194421"/>
                  <a:pt x="429850" y="192418"/>
                  <a:pt x="445807" y="188648"/>
                </a:cubicBezTo>
                <a:lnTo>
                  <a:pt x="454872" y="151927"/>
                </a:lnTo>
                <a:lnTo>
                  <a:pt x="484786" y="151927"/>
                </a:lnTo>
                <a:lnTo>
                  <a:pt x="484786" y="-89"/>
                </a:lnTo>
                <a:close/>
              </a:path>
            </a:pathLst>
          </a:custGeom>
          <a:solidFill>
            <a:schemeClr val="bg1"/>
          </a:solidFill>
          <a:ln w="1683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7158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A5800B6-9CCF-7254-698A-A635BF3B42BA}"/>
              </a:ext>
            </a:extLst>
          </p:cNvPr>
          <p:cNvSpPr>
            <a:spLocks/>
          </p:cNvSpPr>
          <p:nvPr userDrawn="1"/>
        </p:nvSpPr>
        <p:spPr>
          <a:xfrm>
            <a:off x="4" y="0"/>
            <a:ext cx="2603496" cy="5876926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accent5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7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KPMG Bold" panose="020B0803030202040204" pitchFamily="34" charset="0"/>
              <a:ea typeface="+mn-ea"/>
              <a:cs typeface="+mn-cs"/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1FF3C933-885B-F70F-F20E-15CC63E9D930}"/>
              </a:ext>
            </a:extLst>
          </p:cNvPr>
          <p:cNvSpPr/>
          <p:nvPr userDrawn="1"/>
        </p:nvSpPr>
        <p:spPr>
          <a:xfrm>
            <a:off x="-1" y="2892744"/>
            <a:ext cx="2651760" cy="45719"/>
          </a:xfrm>
          <a:custGeom>
            <a:avLst/>
            <a:gdLst/>
            <a:ahLst/>
            <a:cxnLst/>
            <a:rect l="l" t="t" r="r" b="b"/>
            <a:pathLst>
              <a:path w="3560445">
                <a:moveTo>
                  <a:pt x="0" y="0"/>
                </a:moveTo>
                <a:lnTo>
                  <a:pt x="3560101" y="0"/>
                </a:lnTo>
              </a:path>
            </a:pathLst>
          </a:custGeom>
          <a:ln w="628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1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0140BDF6-1709-4038-8A40-FB1269320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5902" y="418374"/>
            <a:ext cx="8443912" cy="473976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9B63D89-0E15-8B95-9176-0C624643A4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49544" y="238868"/>
            <a:ext cx="1216152" cy="1216152"/>
          </a:xfrm>
          <a:prstGeom prst="ellipse">
            <a:avLst/>
          </a:prstGeo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40444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6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33821-7F6E-47FF-89CD-D057DAFB6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9797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33821-7F6E-47FF-89CD-D057DAFB6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9302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 Cover dark Gradient">
    <p:bg>
      <p:bgPr>
        <a:gradFill>
          <a:gsLst>
            <a:gs pos="100000">
              <a:schemeClr val="accent1"/>
            </a:gs>
            <a:gs pos="0">
              <a:schemeClr val="accent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71E9CC-2A2B-4C75-8522-60824F3AC7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89012" y="3702050"/>
            <a:ext cx="6660000" cy="1843088"/>
          </a:xfrm>
        </p:spPr>
        <p:txBody>
          <a:bodyPr anchor="b"/>
          <a:lstStyle>
            <a:lvl1pPr>
              <a:spcAft>
                <a:spcPts val="1000"/>
              </a:spcAft>
              <a:defRPr sz="900" b="0">
                <a:solidFill>
                  <a:schemeClr val="bg1"/>
                </a:solidFill>
              </a:defRPr>
            </a:lvl1pPr>
            <a:lvl2pPr>
              <a:spcAft>
                <a:spcPts val="1000"/>
              </a:spcAft>
              <a:defRPr sz="900" b="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D7CE8814-2E6C-49B9-A2A8-80AB288D9A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8476" y="371311"/>
            <a:ext cx="914400" cy="36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082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A5800B6-9CCF-7254-698A-A635BF3B42BA}"/>
              </a:ext>
            </a:extLst>
          </p:cNvPr>
          <p:cNvSpPr>
            <a:spLocks/>
          </p:cNvSpPr>
          <p:nvPr userDrawn="1"/>
        </p:nvSpPr>
        <p:spPr>
          <a:xfrm>
            <a:off x="4" y="0"/>
            <a:ext cx="2603496" cy="5876926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accent5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7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KPMG Bold" panose="020B0803030202040204" pitchFamily="34" charset="0"/>
              <a:ea typeface="+mn-ea"/>
              <a:cs typeface="+mn-cs"/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1FF3C933-885B-F70F-F20E-15CC63E9D930}"/>
              </a:ext>
            </a:extLst>
          </p:cNvPr>
          <p:cNvSpPr/>
          <p:nvPr userDrawn="1"/>
        </p:nvSpPr>
        <p:spPr>
          <a:xfrm>
            <a:off x="-1" y="2892744"/>
            <a:ext cx="2651760" cy="45719"/>
          </a:xfrm>
          <a:custGeom>
            <a:avLst/>
            <a:gdLst/>
            <a:ahLst/>
            <a:cxnLst/>
            <a:rect l="l" t="t" r="r" b="b"/>
            <a:pathLst>
              <a:path w="3560445">
                <a:moveTo>
                  <a:pt x="0" y="0"/>
                </a:moveTo>
                <a:lnTo>
                  <a:pt x="3560101" y="0"/>
                </a:lnTo>
              </a:path>
            </a:pathLst>
          </a:custGeom>
          <a:ln w="628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1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0140BDF6-1709-4038-8A40-FB1269320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5902" y="418374"/>
            <a:ext cx="8443912" cy="473976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9B63D89-0E15-8B95-9176-0C624643A4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49544" y="238868"/>
            <a:ext cx="1216152" cy="1216152"/>
          </a:xfrm>
          <a:prstGeom prst="ellipse">
            <a:avLst/>
          </a:prstGeo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51519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6">
          <p15:clr>
            <a:srgbClr val="5ACBF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386752" y="478968"/>
            <a:ext cx="1621536" cy="1399032"/>
          </a:xfrm>
        </p:spPr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78667" y="478969"/>
            <a:ext cx="8310133" cy="445529"/>
          </a:xfrm>
        </p:spPr>
        <p:txBody>
          <a:bodyPr anchor="ctr" anchorCtr="0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cxnSp>
        <p:nvCxnSpPr>
          <p:cNvPr id="6" name="Straight Connector 5"/>
          <p:cNvCxnSpPr/>
          <p:nvPr userDrawn="1"/>
        </p:nvCxnSpPr>
        <p:spPr>
          <a:xfrm flipH="1">
            <a:off x="2380348" y="478969"/>
            <a:ext cx="1" cy="5355771"/>
          </a:xfrm>
          <a:prstGeom prst="line">
            <a:avLst/>
          </a:prstGeom>
          <a:ln w="12700">
            <a:solidFill>
              <a:srgbClr val="0033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416985" y="2260600"/>
            <a:ext cx="1875367" cy="3378200"/>
          </a:xfrm>
        </p:spPr>
        <p:txBody>
          <a:bodyPr/>
          <a:lstStyle>
            <a:lvl1pPr>
              <a:spcAft>
                <a:spcPts val="200"/>
              </a:spcAft>
              <a:defRPr sz="900" b="0"/>
            </a:lvl1pPr>
            <a:lvl2pPr>
              <a:spcAft>
                <a:spcPts val="0"/>
              </a:spcAft>
              <a:defRPr sz="800" baseline="0">
                <a:solidFill>
                  <a:schemeClr val="tx1"/>
                </a:solidFill>
              </a:defRPr>
            </a:lvl2pPr>
            <a:lvl3pPr marL="174625" indent="-174625">
              <a:defRPr sz="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1"/>
          </p:nvPr>
        </p:nvSpPr>
        <p:spPr>
          <a:xfrm>
            <a:off x="2878668" y="1049339"/>
            <a:ext cx="8310033" cy="4784725"/>
          </a:xfrm>
        </p:spPr>
        <p:txBody>
          <a:bodyPr/>
          <a:lstStyle>
            <a:lvl1pPr>
              <a:defRPr sz="1200"/>
            </a:lvl1pPr>
            <a:lvl2pPr>
              <a:defRPr sz="9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9411690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sumes">
  <p:cSld name="Resumes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97325" y="1049700"/>
            <a:ext cx="1264875" cy="126487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>
            <a:spLocks noGrp="1"/>
          </p:cNvSpPr>
          <p:nvPr>
            <p:ph type="pic" idx="2"/>
          </p:nvPr>
        </p:nvSpPr>
        <p:spPr>
          <a:xfrm>
            <a:off x="1226842" y="1179217"/>
            <a:ext cx="1005840" cy="1005840"/>
          </a:xfrm>
          <a:prstGeom prst="ellipse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8" name="Google Shape;18;p2"/>
          <p:cNvSpPr txBox="1">
            <a:spLocks noGrp="1"/>
          </p:cNvSpPr>
          <p:nvPr>
            <p:ph type="body" idx="1"/>
          </p:nvPr>
        </p:nvSpPr>
        <p:spPr>
          <a:xfrm>
            <a:off x="1003200" y="2406803"/>
            <a:ext cx="2423632" cy="3697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8D"/>
              </a:buClr>
              <a:buSzPts val="700"/>
              <a:buFont typeface="Arial"/>
              <a:buNone/>
              <a:defRPr sz="700">
                <a:solidFill>
                  <a:srgbClr val="00338D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8D"/>
              </a:buClr>
              <a:buSzPts val="700"/>
              <a:buFont typeface="Arial"/>
              <a:buNone/>
              <a:defRPr sz="700">
                <a:solidFill>
                  <a:srgbClr val="00338D"/>
                </a:solidFill>
              </a:defRPr>
            </a:lvl2pPr>
            <a:lvl3pPr marL="1371600" lvl="2" indent="-26416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"/>
              <a:buChar char="—"/>
              <a:defRPr sz="700">
                <a:solidFill>
                  <a:srgbClr val="00338D"/>
                </a:solidFill>
              </a:defRPr>
            </a:lvl3pPr>
            <a:lvl4pPr marL="1828800" lvl="3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Char char="-"/>
              <a:defRPr sz="700"/>
            </a:lvl4pPr>
            <a:lvl5pPr marL="2286000" lvl="4" indent="-2730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700"/>
              <a:buChar char="—"/>
              <a:defRPr sz="700"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-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—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-"/>
              <a:defRPr/>
            </a:lvl8pPr>
            <a:lvl9pPr marL="4114800" lvl="8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9" name="Google Shape;19;p2"/>
          <p:cNvCxnSpPr/>
          <p:nvPr/>
        </p:nvCxnSpPr>
        <p:spPr>
          <a:xfrm>
            <a:off x="3562299" y="1025199"/>
            <a:ext cx="0" cy="5053576"/>
          </a:xfrm>
          <a:prstGeom prst="straightConnector1">
            <a:avLst/>
          </a:prstGeom>
          <a:noFill/>
          <a:ln w="12700" cap="flat" cmpd="sng">
            <a:solidFill>
              <a:srgbClr val="00338D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0" name="Google Shape;20;p2"/>
          <p:cNvSpPr txBox="1">
            <a:spLocks noGrp="1"/>
          </p:cNvSpPr>
          <p:nvPr>
            <p:ph type="body" idx="3"/>
          </p:nvPr>
        </p:nvSpPr>
        <p:spPr>
          <a:xfrm>
            <a:off x="1003201" y="843700"/>
            <a:ext cx="10227156" cy="12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—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-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—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-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—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-"/>
              <a:defRPr/>
            </a:lvl8pPr>
            <a:lvl9pPr marL="4114800" lvl="8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body" idx="4"/>
          </p:nvPr>
        </p:nvSpPr>
        <p:spPr>
          <a:xfrm>
            <a:off x="3680832" y="1371600"/>
            <a:ext cx="7507967" cy="4707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8D"/>
              </a:buClr>
              <a:buSzPts val="900"/>
              <a:buFont typeface="Arial"/>
              <a:buNone/>
              <a:defRPr sz="900">
                <a:solidFill>
                  <a:srgbClr val="00338D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8D"/>
              </a:buClr>
              <a:buSzPts val="900"/>
              <a:buFont typeface="Arial"/>
              <a:buNone/>
              <a:defRPr sz="900">
                <a:solidFill>
                  <a:srgbClr val="00338D"/>
                </a:solidFill>
              </a:defRPr>
            </a:lvl2pPr>
            <a:lvl3pPr marL="1371600" lvl="2" indent="-2857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8D"/>
              </a:buClr>
              <a:buSzPts val="900"/>
              <a:buChar char="—"/>
              <a:defRPr sz="900">
                <a:solidFill>
                  <a:srgbClr val="00338D"/>
                </a:solidFill>
              </a:defRPr>
            </a:lvl3pPr>
            <a:lvl4pPr marL="1828800" lvl="3" indent="-2857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8D"/>
              </a:buClr>
              <a:buSzPts val="900"/>
              <a:buChar char="-"/>
              <a:defRPr sz="900">
                <a:solidFill>
                  <a:srgbClr val="00338D"/>
                </a:solidFill>
              </a:defRPr>
            </a:lvl4pPr>
            <a:lvl5pPr marL="2286000" lvl="4" indent="-2857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8D"/>
              </a:buClr>
              <a:buSzPts val="900"/>
              <a:buChar char="—"/>
              <a:defRPr sz="900">
                <a:solidFill>
                  <a:srgbClr val="00338D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-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—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-"/>
              <a:defRPr/>
            </a:lvl8pPr>
            <a:lvl9pPr marL="4114800" lvl="8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title"/>
          </p:nvPr>
        </p:nvSpPr>
        <p:spPr>
          <a:xfrm>
            <a:off x="996317" y="491269"/>
            <a:ext cx="10202967" cy="270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body" idx="5"/>
          </p:nvPr>
        </p:nvSpPr>
        <p:spPr>
          <a:xfrm>
            <a:off x="1553671" y="237483"/>
            <a:ext cx="9645614" cy="164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—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-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—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-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—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-"/>
              <a:defRPr/>
            </a:lvl8pPr>
            <a:lvl9pPr marL="4114800" lvl="8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24" name="Google Shape;24;p2"/>
          <p:cNvGrpSpPr/>
          <p:nvPr/>
        </p:nvGrpSpPr>
        <p:grpSpPr>
          <a:xfrm>
            <a:off x="-3193" y="0"/>
            <a:ext cx="343710" cy="1956595"/>
            <a:chOff x="-3193" y="0"/>
            <a:chExt cx="343710" cy="1956595"/>
          </a:xfrm>
        </p:grpSpPr>
        <p:grpSp>
          <p:nvGrpSpPr>
            <p:cNvPr id="25" name="Google Shape;25;p2"/>
            <p:cNvGrpSpPr/>
            <p:nvPr/>
          </p:nvGrpSpPr>
          <p:grpSpPr>
            <a:xfrm flipH="1">
              <a:off x="-3193" y="978695"/>
              <a:ext cx="343710" cy="977900"/>
              <a:chOff x="482600" y="399410"/>
              <a:chExt cx="361499" cy="6211986"/>
            </a:xfrm>
          </p:grpSpPr>
          <p:sp>
            <p:nvSpPr>
              <p:cNvPr id="26" name="Google Shape;26;p2"/>
              <p:cNvSpPr/>
              <p:nvPr/>
            </p:nvSpPr>
            <p:spPr>
              <a:xfrm>
                <a:off x="663058" y="399410"/>
                <a:ext cx="180190" cy="103532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54600" tIns="54600" rIns="54600" bIns="546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482600" y="1434741"/>
                <a:ext cx="180190" cy="1035331"/>
              </a:xfrm>
              <a:prstGeom prst="rect">
                <a:avLst/>
              </a:prstGeom>
              <a:solidFill>
                <a:srgbClr val="BC204B"/>
              </a:solidFill>
              <a:ln>
                <a:noFill/>
              </a:ln>
            </p:spPr>
            <p:txBody>
              <a:bodyPr spcFirstLastPara="1" wrap="square" lIns="54600" tIns="54600" rIns="54600" bIns="546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663058" y="2470074"/>
                <a:ext cx="180190" cy="1035329"/>
              </a:xfrm>
              <a:prstGeom prst="rect">
                <a:avLst/>
              </a:prstGeom>
              <a:solidFill>
                <a:srgbClr val="EAAA00"/>
              </a:solidFill>
              <a:ln>
                <a:noFill/>
              </a:ln>
            </p:spPr>
            <p:txBody>
              <a:bodyPr spcFirstLastPara="1" wrap="square" lIns="54600" tIns="54600" rIns="54600" bIns="546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482600" y="3505403"/>
                <a:ext cx="180190" cy="1035331"/>
              </a:xfrm>
              <a:prstGeom prst="rect">
                <a:avLst/>
              </a:prstGeom>
              <a:solidFill>
                <a:srgbClr val="009A44"/>
              </a:solidFill>
              <a:ln>
                <a:noFill/>
              </a:ln>
            </p:spPr>
            <p:txBody>
              <a:bodyPr spcFirstLastPara="1" wrap="square" lIns="54600" tIns="54600" rIns="54600" bIns="546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663909" y="4540732"/>
                <a:ext cx="180190" cy="1035329"/>
              </a:xfrm>
              <a:prstGeom prst="rect">
                <a:avLst/>
              </a:prstGeom>
              <a:solidFill>
                <a:srgbClr val="005EB8"/>
              </a:solidFill>
              <a:ln>
                <a:noFill/>
              </a:ln>
            </p:spPr>
            <p:txBody>
              <a:bodyPr spcFirstLastPara="1" wrap="square" lIns="54600" tIns="54600" rIns="54600" bIns="546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>
                <a:off x="482600" y="5576065"/>
                <a:ext cx="180190" cy="1035331"/>
              </a:xfrm>
              <a:prstGeom prst="rect">
                <a:avLst/>
              </a:prstGeom>
              <a:solidFill>
                <a:srgbClr val="483698"/>
              </a:solidFill>
              <a:ln>
                <a:noFill/>
              </a:ln>
            </p:spPr>
            <p:txBody>
              <a:bodyPr spcFirstLastPara="1" wrap="square" lIns="54600" tIns="54600" rIns="54600" bIns="546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" name="Google Shape;32;p2"/>
            <p:cNvGrpSpPr/>
            <p:nvPr/>
          </p:nvGrpSpPr>
          <p:grpSpPr>
            <a:xfrm flipH="1">
              <a:off x="0" y="0"/>
              <a:ext cx="333822" cy="977900"/>
              <a:chOff x="482600" y="399410"/>
              <a:chExt cx="361573" cy="6211986"/>
            </a:xfrm>
          </p:grpSpPr>
          <p:sp>
            <p:nvSpPr>
              <p:cNvPr id="33" name="Google Shape;33;p2"/>
              <p:cNvSpPr/>
              <p:nvPr/>
            </p:nvSpPr>
            <p:spPr>
              <a:xfrm>
                <a:off x="662983" y="399410"/>
                <a:ext cx="180190" cy="103532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54600" tIns="54600" rIns="54600" bIns="546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482600" y="1434741"/>
                <a:ext cx="180190" cy="1035331"/>
              </a:xfrm>
              <a:prstGeom prst="rect">
                <a:avLst/>
              </a:prstGeom>
              <a:solidFill>
                <a:srgbClr val="BC204B"/>
              </a:solidFill>
              <a:ln>
                <a:noFill/>
              </a:ln>
            </p:spPr>
            <p:txBody>
              <a:bodyPr spcFirstLastPara="1" wrap="square" lIns="54600" tIns="54600" rIns="54600" bIns="546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662983" y="2470074"/>
                <a:ext cx="180190" cy="1035329"/>
              </a:xfrm>
              <a:prstGeom prst="rect">
                <a:avLst/>
              </a:prstGeom>
              <a:solidFill>
                <a:srgbClr val="EAAA00"/>
              </a:solidFill>
              <a:ln>
                <a:noFill/>
              </a:ln>
            </p:spPr>
            <p:txBody>
              <a:bodyPr spcFirstLastPara="1" wrap="square" lIns="54600" tIns="54600" rIns="54600" bIns="546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482600" y="3505403"/>
                <a:ext cx="180190" cy="1035331"/>
              </a:xfrm>
              <a:prstGeom prst="rect">
                <a:avLst/>
              </a:prstGeom>
              <a:solidFill>
                <a:srgbClr val="009A44"/>
              </a:solidFill>
              <a:ln>
                <a:noFill/>
              </a:ln>
            </p:spPr>
            <p:txBody>
              <a:bodyPr spcFirstLastPara="1" wrap="square" lIns="54600" tIns="54600" rIns="54600" bIns="546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663983" y="4540732"/>
                <a:ext cx="180190" cy="1035329"/>
              </a:xfrm>
              <a:prstGeom prst="rect">
                <a:avLst/>
              </a:prstGeom>
              <a:solidFill>
                <a:srgbClr val="005EB8"/>
              </a:solidFill>
              <a:ln>
                <a:noFill/>
              </a:ln>
            </p:spPr>
            <p:txBody>
              <a:bodyPr spcFirstLastPara="1" wrap="square" lIns="54600" tIns="54600" rIns="54600" bIns="546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482600" y="5576065"/>
                <a:ext cx="180190" cy="1035331"/>
              </a:xfrm>
              <a:prstGeom prst="rect">
                <a:avLst/>
              </a:prstGeom>
              <a:solidFill>
                <a:srgbClr val="483698"/>
              </a:solidFill>
              <a:ln>
                <a:noFill/>
              </a:ln>
            </p:spPr>
            <p:txBody>
              <a:bodyPr spcFirstLastPara="1" wrap="square" lIns="54600" tIns="54600" rIns="54600" bIns="546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9" name="Google Shape;39;p2"/>
          <p:cNvGrpSpPr/>
          <p:nvPr/>
        </p:nvGrpSpPr>
        <p:grpSpPr>
          <a:xfrm rot="10800000">
            <a:off x="12073466" y="6183241"/>
            <a:ext cx="118533" cy="674758"/>
            <a:chOff x="-3193" y="0"/>
            <a:chExt cx="343710" cy="1956595"/>
          </a:xfrm>
        </p:grpSpPr>
        <p:grpSp>
          <p:nvGrpSpPr>
            <p:cNvPr id="40" name="Google Shape;40;p2"/>
            <p:cNvGrpSpPr/>
            <p:nvPr/>
          </p:nvGrpSpPr>
          <p:grpSpPr>
            <a:xfrm flipH="1">
              <a:off x="-3193" y="978695"/>
              <a:ext cx="343710" cy="977900"/>
              <a:chOff x="482600" y="399410"/>
              <a:chExt cx="361499" cy="6211986"/>
            </a:xfrm>
          </p:grpSpPr>
          <p:sp>
            <p:nvSpPr>
              <p:cNvPr id="41" name="Google Shape;41;p2"/>
              <p:cNvSpPr/>
              <p:nvPr/>
            </p:nvSpPr>
            <p:spPr>
              <a:xfrm>
                <a:off x="663058" y="399410"/>
                <a:ext cx="180190" cy="103532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54600" tIns="54600" rIns="54600" bIns="546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482600" y="1434741"/>
                <a:ext cx="180190" cy="1035331"/>
              </a:xfrm>
              <a:prstGeom prst="rect">
                <a:avLst/>
              </a:prstGeom>
              <a:solidFill>
                <a:srgbClr val="BC204B"/>
              </a:solidFill>
              <a:ln>
                <a:noFill/>
              </a:ln>
            </p:spPr>
            <p:txBody>
              <a:bodyPr spcFirstLastPara="1" wrap="square" lIns="54600" tIns="54600" rIns="54600" bIns="546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663058" y="2470074"/>
                <a:ext cx="180190" cy="1035329"/>
              </a:xfrm>
              <a:prstGeom prst="rect">
                <a:avLst/>
              </a:prstGeom>
              <a:solidFill>
                <a:srgbClr val="EAAA00"/>
              </a:solidFill>
              <a:ln>
                <a:noFill/>
              </a:ln>
            </p:spPr>
            <p:txBody>
              <a:bodyPr spcFirstLastPara="1" wrap="square" lIns="54600" tIns="54600" rIns="54600" bIns="546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482600" y="3505403"/>
                <a:ext cx="180190" cy="1035331"/>
              </a:xfrm>
              <a:prstGeom prst="rect">
                <a:avLst/>
              </a:prstGeom>
              <a:solidFill>
                <a:srgbClr val="009A44"/>
              </a:solidFill>
              <a:ln>
                <a:noFill/>
              </a:ln>
            </p:spPr>
            <p:txBody>
              <a:bodyPr spcFirstLastPara="1" wrap="square" lIns="54600" tIns="54600" rIns="54600" bIns="546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>
                <a:off x="663909" y="4540732"/>
                <a:ext cx="180190" cy="1035329"/>
              </a:xfrm>
              <a:prstGeom prst="rect">
                <a:avLst/>
              </a:prstGeom>
              <a:solidFill>
                <a:srgbClr val="005EB8"/>
              </a:solidFill>
              <a:ln>
                <a:noFill/>
              </a:ln>
            </p:spPr>
            <p:txBody>
              <a:bodyPr spcFirstLastPara="1" wrap="square" lIns="54600" tIns="54600" rIns="54600" bIns="546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>
                <a:off x="482600" y="5576065"/>
                <a:ext cx="180190" cy="1035331"/>
              </a:xfrm>
              <a:prstGeom prst="rect">
                <a:avLst/>
              </a:prstGeom>
              <a:solidFill>
                <a:srgbClr val="483698"/>
              </a:solidFill>
              <a:ln>
                <a:noFill/>
              </a:ln>
            </p:spPr>
            <p:txBody>
              <a:bodyPr spcFirstLastPara="1" wrap="square" lIns="54600" tIns="54600" rIns="54600" bIns="546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" name="Google Shape;47;p2"/>
            <p:cNvGrpSpPr/>
            <p:nvPr/>
          </p:nvGrpSpPr>
          <p:grpSpPr>
            <a:xfrm flipH="1">
              <a:off x="0" y="0"/>
              <a:ext cx="333822" cy="977900"/>
              <a:chOff x="482600" y="399410"/>
              <a:chExt cx="361573" cy="6211986"/>
            </a:xfrm>
          </p:grpSpPr>
          <p:sp>
            <p:nvSpPr>
              <p:cNvPr id="48" name="Google Shape;48;p2"/>
              <p:cNvSpPr/>
              <p:nvPr/>
            </p:nvSpPr>
            <p:spPr>
              <a:xfrm>
                <a:off x="662983" y="399410"/>
                <a:ext cx="180190" cy="103532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54600" tIns="54600" rIns="54600" bIns="546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482600" y="1434741"/>
                <a:ext cx="180190" cy="1035331"/>
              </a:xfrm>
              <a:prstGeom prst="rect">
                <a:avLst/>
              </a:prstGeom>
              <a:solidFill>
                <a:srgbClr val="BC204B"/>
              </a:solidFill>
              <a:ln>
                <a:noFill/>
              </a:ln>
            </p:spPr>
            <p:txBody>
              <a:bodyPr spcFirstLastPara="1" wrap="square" lIns="54600" tIns="54600" rIns="54600" bIns="546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" name="Google Shape;50;p2"/>
              <p:cNvSpPr/>
              <p:nvPr/>
            </p:nvSpPr>
            <p:spPr>
              <a:xfrm>
                <a:off x="662983" y="2470074"/>
                <a:ext cx="180190" cy="1035329"/>
              </a:xfrm>
              <a:prstGeom prst="rect">
                <a:avLst/>
              </a:prstGeom>
              <a:solidFill>
                <a:srgbClr val="EAAA00"/>
              </a:solidFill>
              <a:ln>
                <a:noFill/>
              </a:ln>
            </p:spPr>
            <p:txBody>
              <a:bodyPr spcFirstLastPara="1" wrap="square" lIns="54600" tIns="54600" rIns="54600" bIns="546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" name="Google Shape;51;p2"/>
              <p:cNvSpPr/>
              <p:nvPr/>
            </p:nvSpPr>
            <p:spPr>
              <a:xfrm>
                <a:off x="482600" y="3505403"/>
                <a:ext cx="180190" cy="1035331"/>
              </a:xfrm>
              <a:prstGeom prst="rect">
                <a:avLst/>
              </a:prstGeom>
              <a:solidFill>
                <a:srgbClr val="009A44"/>
              </a:solidFill>
              <a:ln>
                <a:noFill/>
              </a:ln>
            </p:spPr>
            <p:txBody>
              <a:bodyPr spcFirstLastPara="1" wrap="square" lIns="54600" tIns="54600" rIns="54600" bIns="546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663983" y="4540732"/>
                <a:ext cx="180190" cy="1035329"/>
              </a:xfrm>
              <a:prstGeom prst="rect">
                <a:avLst/>
              </a:prstGeom>
              <a:solidFill>
                <a:srgbClr val="005EB8"/>
              </a:solidFill>
              <a:ln>
                <a:noFill/>
              </a:ln>
            </p:spPr>
            <p:txBody>
              <a:bodyPr spcFirstLastPara="1" wrap="square" lIns="54600" tIns="54600" rIns="54600" bIns="546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482600" y="5576065"/>
                <a:ext cx="180190" cy="1035331"/>
              </a:xfrm>
              <a:prstGeom prst="rect">
                <a:avLst/>
              </a:prstGeom>
              <a:solidFill>
                <a:srgbClr val="483698"/>
              </a:solidFill>
              <a:ln>
                <a:noFill/>
              </a:ln>
            </p:spPr>
            <p:txBody>
              <a:bodyPr spcFirstLastPara="1" wrap="square" lIns="54600" tIns="54600" rIns="54600" bIns="546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006015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33821-7F6E-47FF-89CD-D057DAFB6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1314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 - Dark BG colou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8">
            <a:extLst>
              <a:ext uri="{FF2B5EF4-FFF2-40B4-BE49-F238E27FC236}">
                <a16:creationId xmlns:a16="http://schemas.microsoft.com/office/drawing/2014/main" id="{FEACBC9C-FDC2-4718-A261-6371F0F60DE3}"/>
              </a:ext>
            </a:extLst>
          </p:cNvPr>
          <p:cNvSpPr txBox="1">
            <a:spLocks/>
          </p:cNvSpPr>
          <p:nvPr userDrawn="1"/>
        </p:nvSpPr>
        <p:spPr>
          <a:xfrm>
            <a:off x="10946607" y="6266997"/>
            <a:ext cx="242486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GB" sz="900" smtClean="0">
                <a:solidFill>
                  <a:schemeClr val="bg1"/>
                </a:solidFill>
                <a:latin typeface="+mn-lt"/>
                <a:ea typeface="Arial"/>
                <a:cs typeface="Arial" panose="020B0604020202020204" pitchFamily="34" charset="0"/>
              </a:rPr>
              <a:pPr algn="r"/>
              <a:t>‹#›</a:t>
            </a:fld>
            <a:endParaRPr lang="en-GB" sz="900">
              <a:solidFill>
                <a:schemeClr val="bg1"/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C06C60-BBAD-4B44-9D69-536848922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Graphic 8">
            <a:extLst>
              <a:ext uri="{FF2B5EF4-FFF2-40B4-BE49-F238E27FC236}">
                <a16:creationId xmlns:a16="http://schemas.microsoft.com/office/drawing/2014/main" id="{147A601A-3AE8-4889-A026-9740E00CCFBB}"/>
              </a:ext>
            </a:extLst>
          </p:cNvPr>
          <p:cNvSpPr/>
          <p:nvPr userDrawn="1"/>
        </p:nvSpPr>
        <p:spPr>
          <a:xfrm>
            <a:off x="1003200" y="6266996"/>
            <a:ext cx="484832" cy="194706"/>
          </a:xfrm>
          <a:custGeom>
            <a:avLst/>
            <a:gdLst>
              <a:gd name="connsiteX0" fmla="*/ 480938 w 484832"/>
              <a:gd name="connsiteY0" fmla="*/ 148130 h 194706"/>
              <a:gd name="connsiteX1" fmla="*/ 455744 w 484832"/>
              <a:gd name="connsiteY1" fmla="*/ 148130 h 194706"/>
              <a:gd name="connsiteX2" fmla="*/ 459917 w 484832"/>
              <a:gd name="connsiteY2" fmla="*/ 131488 h 194706"/>
              <a:gd name="connsiteX3" fmla="*/ 409445 w 484832"/>
              <a:gd name="connsiteY3" fmla="*/ 131488 h 194706"/>
              <a:gd name="connsiteX4" fmla="*/ 405289 w 484832"/>
              <a:gd name="connsiteY4" fmla="*/ 148130 h 194706"/>
              <a:gd name="connsiteX5" fmla="*/ 380916 w 484832"/>
              <a:gd name="connsiteY5" fmla="*/ 148130 h 194706"/>
              <a:gd name="connsiteX6" fmla="*/ 380916 w 484832"/>
              <a:gd name="connsiteY6" fmla="*/ 144709 h 194706"/>
              <a:gd name="connsiteX7" fmla="*/ 382079 w 484832"/>
              <a:gd name="connsiteY7" fmla="*/ 138775 h 194706"/>
              <a:gd name="connsiteX8" fmla="*/ 418715 w 484832"/>
              <a:gd name="connsiteY8" fmla="*/ 103062 h 194706"/>
              <a:gd name="connsiteX9" fmla="*/ 433698 w 484832"/>
              <a:gd name="connsiteY9" fmla="*/ 117292 h 194706"/>
              <a:gd name="connsiteX10" fmla="*/ 463732 w 484832"/>
              <a:gd name="connsiteY10" fmla="*/ 117292 h 194706"/>
              <a:gd name="connsiteX11" fmla="*/ 461234 w 484832"/>
              <a:gd name="connsiteY11" fmla="*/ 95058 h 194706"/>
              <a:gd name="connsiteX12" fmla="*/ 425214 w 484832"/>
              <a:gd name="connsiteY12" fmla="*/ 82641 h 194706"/>
              <a:gd name="connsiteX13" fmla="*/ 380916 w 484832"/>
              <a:gd name="connsiteY13" fmla="*/ 94357 h 194706"/>
              <a:gd name="connsiteX14" fmla="*/ 380916 w 484832"/>
              <a:gd name="connsiteY14" fmla="*/ 3708 h 194706"/>
              <a:gd name="connsiteX15" fmla="*/ 480938 w 484832"/>
              <a:gd name="connsiteY15" fmla="*/ 3708 h 194706"/>
              <a:gd name="connsiteX16" fmla="*/ 421914 w 484832"/>
              <a:gd name="connsiteY16" fmla="*/ 172537 h 194706"/>
              <a:gd name="connsiteX17" fmla="*/ 405101 w 484832"/>
              <a:gd name="connsiteY17" fmla="*/ 174247 h 194706"/>
              <a:gd name="connsiteX18" fmla="*/ 380438 w 484832"/>
              <a:gd name="connsiteY18" fmla="*/ 151910 h 194706"/>
              <a:gd name="connsiteX19" fmla="*/ 427027 w 484832"/>
              <a:gd name="connsiteY19" fmla="*/ 151910 h 194706"/>
              <a:gd name="connsiteX20" fmla="*/ 364275 w 484832"/>
              <a:gd name="connsiteY20" fmla="*/ 90064 h 194706"/>
              <a:gd name="connsiteX21" fmla="*/ 364275 w 484832"/>
              <a:gd name="connsiteY21" fmla="*/ 110759 h 194706"/>
              <a:gd name="connsiteX22" fmla="*/ 350951 w 484832"/>
              <a:gd name="connsiteY22" fmla="*/ 139390 h 194706"/>
              <a:gd name="connsiteX23" fmla="*/ 349360 w 484832"/>
              <a:gd name="connsiteY23" fmla="*/ 148130 h 194706"/>
              <a:gd name="connsiteX24" fmla="*/ 334669 w 484832"/>
              <a:gd name="connsiteY24" fmla="*/ 148130 h 194706"/>
              <a:gd name="connsiteX25" fmla="*/ 347223 w 484832"/>
              <a:gd name="connsiteY25" fmla="*/ 88524 h 194706"/>
              <a:gd name="connsiteX26" fmla="*/ 304943 w 484832"/>
              <a:gd name="connsiteY26" fmla="*/ 88524 h 194706"/>
              <a:gd name="connsiteX27" fmla="*/ 267110 w 484832"/>
              <a:gd name="connsiteY27" fmla="*/ 148164 h 194706"/>
              <a:gd name="connsiteX28" fmla="*/ 264339 w 484832"/>
              <a:gd name="connsiteY28" fmla="*/ 148164 h 194706"/>
              <a:gd name="connsiteX29" fmla="*/ 264339 w 484832"/>
              <a:gd name="connsiteY29" fmla="*/ 3759 h 194706"/>
              <a:gd name="connsiteX30" fmla="*/ 364326 w 484832"/>
              <a:gd name="connsiteY30" fmla="*/ 3759 h 194706"/>
              <a:gd name="connsiteX31" fmla="*/ 308449 w 484832"/>
              <a:gd name="connsiteY31" fmla="*/ 148130 h 194706"/>
              <a:gd name="connsiteX32" fmla="*/ 293398 w 484832"/>
              <a:gd name="connsiteY32" fmla="*/ 148130 h 194706"/>
              <a:gd name="connsiteX33" fmla="*/ 316163 w 484832"/>
              <a:gd name="connsiteY33" fmla="*/ 112315 h 194706"/>
              <a:gd name="connsiteX34" fmla="*/ 247731 w 484832"/>
              <a:gd name="connsiteY34" fmla="*/ 88388 h 194706"/>
              <a:gd name="connsiteX35" fmla="*/ 222709 w 484832"/>
              <a:gd name="connsiteY35" fmla="*/ 88388 h 194706"/>
              <a:gd name="connsiteX36" fmla="*/ 205606 w 484832"/>
              <a:gd name="connsiteY36" fmla="*/ 148130 h 194706"/>
              <a:gd name="connsiteX37" fmla="*/ 179027 w 484832"/>
              <a:gd name="connsiteY37" fmla="*/ 148130 h 194706"/>
              <a:gd name="connsiteX38" fmla="*/ 203314 w 484832"/>
              <a:gd name="connsiteY38" fmla="*/ 119413 h 194706"/>
              <a:gd name="connsiteX39" fmla="*/ 199893 w 484832"/>
              <a:gd name="connsiteY39" fmla="*/ 95725 h 194706"/>
              <a:gd name="connsiteX40" fmla="*/ 167653 w 484832"/>
              <a:gd name="connsiteY40" fmla="*/ 88353 h 194706"/>
              <a:gd name="connsiteX41" fmla="*/ 147796 w 484832"/>
              <a:gd name="connsiteY41" fmla="*/ 88353 h 194706"/>
              <a:gd name="connsiteX42" fmla="*/ 147796 w 484832"/>
              <a:gd name="connsiteY42" fmla="*/ 3759 h 194706"/>
              <a:gd name="connsiteX43" fmla="*/ 247697 w 484832"/>
              <a:gd name="connsiteY43" fmla="*/ 3759 h 194706"/>
              <a:gd name="connsiteX44" fmla="*/ 231740 w 484832"/>
              <a:gd name="connsiteY44" fmla="*/ 148130 h 194706"/>
              <a:gd name="connsiteX45" fmla="*/ 242258 w 484832"/>
              <a:gd name="connsiteY45" fmla="*/ 110759 h 194706"/>
              <a:gd name="connsiteX46" fmla="*/ 242635 w 484832"/>
              <a:gd name="connsiteY46" fmla="*/ 148130 h 194706"/>
              <a:gd name="connsiteX47" fmla="*/ 158981 w 484832"/>
              <a:gd name="connsiteY47" fmla="*/ 133934 h 194706"/>
              <a:gd name="connsiteX48" fmla="*/ 158981 w 484832"/>
              <a:gd name="connsiteY48" fmla="*/ 133934 h 194706"/>
              <a:gd name="connsiteX49" fmla="*/ 155920 w 484832"/>
              <a:gd name="connsiteY49" fmla="*/ 134054 h 194706"/>
              <a:gd name="connsiteX50" fmla="*/ 152243 w 484832"/>
              <a:gd name="connsiteY50" fmla="*/ 134054 h 194706"/>
              <a:gd name="connsiteX51" fmla="*/ 145846 w 484832"/>
              <a:gd name="connsiteY51" fmla="*/ 134054 h 194706"/>
              <a:gd name="connsiteX52" fmla="*/ 148805 w 484832"/>
              <a:gd name="connsiteY52" fmla="*/ 123125 h 194706"/>
              <a:gd name="connsiteX53" fmla="*/ 150207 w 484832"/>
              <a:gd name="connsiteY53" fmla="*/ 117686 h 194706"/>
              <a:gd name="connsiteX54" fmla="*/ 153628 w 484832"/>
              <a:gd name="connsiteY54" fmla="*/ 104961 h 194706"/>
              <a:gd name="connsiteX55" fmla="*/ 157972 w 484832"/>
              <a:gd name="connsiteY55" fmla="*/ 104961 h 194706"/>
              <a:gd name="connsiteX56" fmla="*/ 162915 w 484832"/>
              <a:gd name="connsiteY56" fmla="*/ 104961 h 194706"/>
              <a:gd name="connsiteX57" fmla="*/ 178668 w 484832"/>
              <a:gd name="connsiteY57" fmla="*/ 108159 h 194706"/>
              <a:gd name="connsiteX58" fmla="*/ 178206 w 484832"/>
              <a:gd name="connsiteY58" fmla="*/ 119105 h 194706"/>
              <a:gd name="connsiteX59" fmla="*/ 159084 w 484832"/>
              <a:gd name="connsiteY59" fmla="*/ 133986 h 194706"/>
              <a:gd name="connsiteX60" fmla="*/ 131291 w 484832"/>
              <a:gd name="connsiteY60" fmla="*/ 93741 h 194706"/>
              <a:gd name="connsiteX61" fmla="*/ 129717 w 484832"/>
              <a:gd name="connsiteY61" fmla="*/ 98872 h 194706"/>
              <a:gd name="connsiteX62" fmla="*/ 115419 w 484832"/>
              <a:gd name="connsiteY62" fmla="*/ 146471 h 194706"/>
              <a:gd name="connsiteX63" fmla="*/ 114854 w 484832"/>
              <a:gd name="connsiteY63" fmla="*/ 148181 h 194706"/>
              <a:gd name="connsiteX64" fmla="*/ 67683 w 484832"/>
              <a:gd name="connsiteY64" fmla="*/ 148181 h 194706"/>
              <a:gd name="connsiteX65" fmla="*/ 64006 w 484832"/>
              <a:gd name="connsiteY65" fmla="*/ 140365 h 194706"/>
              <a:gd name="connsiteX66" fmla="*/ 114683 w 484832"/>
              <a:gd name="connsiteY66" fmla="*/ 88524 h 194706"/>
              <a:gd name="connsiteX67" fmla="*/ 82187 w 484832"/>
              <a:gd name="connsiteY67" fmla="*/ 88524 h 194706"/>
              <a:gd name="connsiteX68" fmla="*/ 42507 w 484832"/>
              <a:gd name="connsiteY68" fmla="*/ 131283 h 194706"/>
              <a:gd name="connsiteX69" fmla="*/ 55351 w 484832"/>
              <a:gd name="connsiteY69" fmla="*/ 88524 h 194706"/>
              <a:gd name="connsiteX70" fmla="*/ 31270 w 484832"/>
              <a:gd name="connsiteY70" fmla="*/ 88524 h 194706"/>
              <a:gd name="connsiteX71" fmla="*/ 31270 w 484832"/>
              <a:gd name="connsiteY71" fmla="*/ 3759 h 194706"/>
              <a:gd name="connsiteX72" fmla="*/ 131188 w 484832"/>
              <a:gd name="connsiteY72" fmla="*/ 3759 h 194706"/>
              <a:gd name="connsiteX73" fmla="*/ 377119 w 484832"/>
              <a:gd name="connsiteY73" fmla="*/ -89 h 194706"/>
              <a:gd name="connsiteX74" fmla="*/ 377119 w 484832"/>
              <a:gd name="connsiteY74" fmla="*/ 97076 h 194706"/>
              <a:gd name="connsiteX75" fmla="*/ 368140 w 484832"/>
              <a:gd name="connsiteY75" fmla="*/ 105713 h 194706"/>
              <a:gd name="connsiteX76" fmla="*/ 368140 w 484832"/>
              <a:gd name="connsiteY76" fmla="*/ -89 h 194706"/>
              <a:gd name="connsiteX77" fmla="*/ 260525 w 484832"/>
              <a:gd name="connsiteY77" fmla="*/ -89 h 194706"/>
              <a:gd name="connsiteX78" fmla="*/ 260525 w 484832"/>
              <a:gd name="connsiteY78" fmla="*/ 88388 h 194706"/>
              <a:gd name="connsiteX79" fmla="*/ 251614 w 484832"/>
              <a:gd name="connsiteY79" fmla="*/ 88388 h 194706"/>
              <a:gd name="connsiteX80" fmla="*/ 251614 w 484832"/>
              <a:gd name="connsiteY80" fmla="*/ -89 h 194706"/>
              <a:gd name="connsiteX81" fmla="*/ 143965 w 484832"/>
              <a:gd name="connsiteY81" fmla="*/ -89 h 194706"/>
              <a:gd name="connsiteX82" fmla="*/ 143965 w 484832"/>
              <a:gd name="connsiteY82" fmla="*/ 88524 h 194706"/>
              <a:gd name="connsiteX83" fmla="*/ 135071 w 484832"/>
              <a:gd name="connsiteY83" fmla="*/ 88524 h 194706"/>
              <a:gd name="connsiteX84" fmla="*/ 135071 w 484832"/>
              <a:gd name="connsiteY84" fmla="*/ -89 h 194706"/>
              <a:gd name="connsiteX85" fmla="*/ 27456 w 484832"/>
              <a:gd name="connsiteY85" fmla="*/ -89 h 194706"/>
              <a:gd name="connsiteX86" fmla="*/ 27456 w 484832"/>
              <a:gd name="connsiteY86" fmla="*/ 100907 h 194706"/>
              <a:gd name="connsiteX87" fmla="*/ -47 w 484832"/>
              <a:gd name="connsiteY87" fmla="*/ 192480 h 194706"/>
              <a:gd name="connsiteX88" fmla="*/ 24120 w 484832"/>
              <a:gd name="connsiteY88" fmla="*/ 192480 h 194706"/>
              <a:gd name="connsiteX89" fmla="*/ 36247 w 484832"/>
              <a:gd name="connsiteY89" fmla="*/ 151927 h 194706"/>
              <a:gd name="connsiteX90" fmla="*/ 39667 w 484832"/>
              <a:gd name="connsiteY90" fmla="*/ 151927 h 194706"/>
              <a:gd name="connsiteX91" fmla="*/ 59696 w 484832"/>
              <a:gd name="connsiteY91" fmla="*/ 192480 h 194706"/>
              <a:gd name="connsiteX92" fmla="*/ 89028 w 484832"/>
              <a:gd name="connsiteY92" fmla="*/ 192480 h 194706"/>
              <a:gd name="connsiteX93" fmla="*/ 69513 w 484832"/>
              <a:gd name="connsiteY93" fmla="*/ 151927 h 194706"/>
              <a:gd name="connsiteX94" fmla="*/ 113623 w 484832"/>
              <a:gd name="connsiteY94" fmla="*/ 151927 h 194706"/>
              <a:gd name="connsiteX95" fmla="*/ 101377 w 484832"/>
              <a:gd name="connsiteY95" fmla="*/ 192480 h 194706"/>
              <a:gd name="connsiteX96" fmla="*/ 127785 w 484832"/>
              <a:gd name="connsiteY96" fmla="*/ 192480 h 194706"/>
              <a:gd name="connsiteX97" fmla="*/ 139860 w 484832"/>
              <a:gd name="connsiteY97" fmla="*/ 152047 h 194706"/>
              <a:gd name="connsiteX98" fmla="*/ 145641 w 484832"/>
              <a:gd name="connsiteY98" fmla="*/ 152047 h 194706"/>
              <a:gd name="connsiteX99" fmla="*/ 145641 w 484832"/>
              <a:gd name="connsiteY99" fmla="*/ 151927 h 194706"/>
              <a:gd name="connsiteX100" fmla="*/ 204408 w 484832"/>
              <a:gd name="connsiteY100" fmla="*/ 151927 h 194706"/>
              <a:gd name="connsiteX101" fmla="*/ 192761 w 484832"/>
              <a:gd name="connsiteY101" fmla="*/ 192360 h 194706"/>
              <a:gd name="connsiteX102" fmla="*/ 219374 w 484832"/>
              <a:gd name="connsiteY102" fmla="*/ 192360 h 194706"/>
              <a:gd name="connsiteX103" fmla="*/ 230662 w 484832"/>
              <a:gd name="connsiteY103" fmla="*/ 151927 h 194706"/>
              <a:gd name="connsiteX104" fmla="*/ 242635 w 484832"/>
              <a:gd name="connsiteY104" fmla="*/ 151927 h 194706"/>
              <a:gd name="connsiteX105" fmla="*/ 242960 w 484832"/>
              <a:gd name="connsiteY105" fmla="*/ 192360 h 194706"/>
              <a:gd name="connsiteX106" fmla="*/ 265280 w 484832"/>
              <a:gd name="connsiteY106" fmla="*/ 192360 h 194706"/>
              <a:gd name="connsiteX107" fmla="*/ 290935 w 484832"/>
              <a:gd name="connsiteY107" fmla="*/ 151927 h 194706"/>
              <a:gd name="connsiteX108" fmla="*/ 307713 w 484832"/>
              <a:gd name="connsiteY108" fmla="*/ 151927 h 194706"/>
              <a:gd name="connsiteX109" fmla="*/ 299059 w 484832"/>
              <a:gd name="connsiteY109" fmla="*/ 192360 h 194706"/>
              <a:gd name="connsiteX110" fmla="*/ 325227 w 484832"/>
              <a:gd name="connsiteY110" fmla="*/ 192360 h 194706"/>
              <a:gd name="connsiteX111" fmla="*/ 333779 w 484832"/>
              <a:gd name="connsiteY111" fmla="*/ 151927 h 194706"/>
              <a:gd name="connsiteX112" fmla="*/ 348933 w 484832"/>
              <a:gd name="connsiteY112" fmla="*/ 151927 h 194706"/>
              <a:gd name="connsiteX113" fmla="*/ 359845 w 484832"/>
              <a:gd name="connsiteY113" fmla="*/ 183517 h 194706"/>
              <a:gd name="connsiteX114" fmla="*/ 397131 w 484832"/>
              <a:gd name="connsiteY114" fmla="*/ 194617 h 194706"/>
              <a:gd name="connsiteX115" fmla="*/ 445807 w 484832"/>
              <a:gd name="connsiteY115" fmla="*/ 188648 h 194706"/>
              <a:gd name="connsiteX116" fmla="*/ 454872 w 484832"/>
              <a:gd name="connsiteY116" fmla="*/ 151927 h 194706"/>
              <a:gd name="connsiteX117" fmla="*/ 484786 w 484832"/>
              <a:gd name="connsiteY117" fmla="*/ 151927 h 194706"/>
              <a:gd name="connsiteX118" fmla="*/ 484786 w 484832"/>
              <a:gd name="connsiteY118" fmla="*/ -89 h 194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484832" h="194706">
                <a:moveTo>
                  <a:pt x="480938" y="148130"/>
                </a:moveTo>
                <a:lnTo>
                  <a:pt x="455744" y="148130"/>
                </a:lnTo>
                <a:lnTo>
                  <a:pt x="459917" y="131488"/>
                </a:lnTo>
                <a:lnTo>
                  <a:pt x="409445" y="131488"/>
                </a:lnTo>
                <a:lnTo>
                  <a:pt x="405289" y="148130"/>
                </a:lnTo>
                <a:lnTo>
                  <a:pt x="380916" y="148130"/>
                </a:lnTo>
                <a:lnTo>
                  <a:pt x="380916" y="144709"/>
                </a:lnTo>
                <a:cubicBezTo>
                  <a:pt x="381293" y="142845"/>
                  <a:pt x="381618" y="140878"/>
                  <a:pt x="382079" y="138775"/>
                </a:cubicBezTo>
                <a:cubicBezTo>
                  <a:pt x="386526" y="120816"/>
                  <a:pt x="398311" y="103062"/>
                  <a:pt x="418715" y="103062"/>
                </a:cubicBezTo>
                <a:cubicBezTo>
                  <a:pt x="426771" y="103062"/>
                  <a:pt x="434792" y="106141"/>
                  <a:pt x="433698" y="117292"/>
                </a:cubicBezTo>
                <a:lnTo>
                  <a:pt x="463732" y="117292"/>
                </a:lnTo>
                <a:cubicBezTo>
                  <a:pt x="464912" y="112161"/>
                  <a:pt x="466896" y="103216"/>
                  <a:pt x="461234" y="95058"/>
                </a:cubicBezTo>
                <a:cubicBezTo>
                  <a:pt x="454821" y="86198"/>
                  <a:pt x="441942" y="82641"/>
                  <a:pt x="425214" y="82641"/>
                </a:cubicBezTo>
                <a:cubicBezTo>
                  <a:pt x="413328" y="82641"/>
                  <a:pt x="395933" y="84539"/>
                  <a:pt x="380916" y="94357"/>
                </a:cubicBezTo>
                <a:lnTo>
                  <a:pt x="380916" y="3708"/>
                </a:lnTo>
                <a:lnTo>
                  <a:pt x="480938" y="3708"/>
                </a:lnTo>
                <a:close/>
                <a:moveTo>
                  <a:pt x="421914" y="172537"/>
                </a:moveTo>
                <a:cubicBezTo>
                  <a:pt x="416372" y="173606"/>
                  <a:pt x="410745" y="174179"/>
                  <a:pt x="405101" y="174247"/>
                </a:cubicBezTo>
                <a:cubicBezTo>
                  <a:pt x="390683" y="174247"/>
                  <a:pt x="380643" y="167543"/>
                  <a:pt x="380438" y="151910"/>
                </a:cubicBezTo>
                <a:lnTo>
                  <a:pt x="427027" y="151910"/>
                </a:lnTo>
                <a:close/>
                <a:moveTo>
                  <a:pt x="364275" y="90064"/>
                </a:moveTo>
                <a:lnTo>
                  <a:pt x="364275" y="110759"/>
                </a:lnTo>
                <a:cubicBezTo>
                  <a:pt x="358044" y="119364"/>
                  <a:pt x="353522" y="129082"/>
                  <a:pt x="350951" y="139390"/>
                </a:cubicBezTo>
                <a:cubicBezTo>
                  <a:pt x="350195" y="142258"/>
                  <a:pt x="349663" y="145180"/>
                  <a:pt x="349360" y="148130"/>
                </a:cubicBezTo>
                <a:lnTo>
                  <a:pt x="334669" y="148130"/>
                </a:lnTo>
                <a:lnTo>
                  <a:pt x="347223" y="88524"/>
                </a:lnTo>
                <a:lnTo>
                  <a:pt x="304943" y="88524"/>
                </a:lnTo>
                <a:lnTo>
                  <a:pt x="267110" y="148164"/>
                </a:lnTo>
                <a:lnTo>
                  <a:pt x="264339" y="148164"/>
                </a:lnTo>
                <a:lnTo>
                  <a:pt x="264339" y="3759"/>
                </a:lnTo>
                <a:lnTo>
                  <a:pt x="364326" y="3759"/>
                </a:lnTo>
                <a:close/>
                <a:moveTo>
                  <a:pt x="308449" y="148130"/>
                </a:moveTo>
                <a:lnTo>
                  <a:pt x="293398" y="148130"/>
                </a:lnTo>
                <a:lnTo>
                  <a:pt x="316163" y="112315"/>
                </a:lnTo>
                <a:close/>
                <a:moveTo>
                  <a:pt x="247731" y="88388"/>
                </a:moveTo>
                <a:lnTo>
                  <a:pt x="222709" y="88388"/>
                </a:lnTo>
                <a:lnTo>
                  <a:pt x="205606" y="148130"/>
                </a:lnTo>
                <a:lnTo>
                  <a:pt x="179027" y="148130"/>
                </a:lnTo>
                <a:cubicBezTo>
                  <a:pt x="192538" y="143136"/>
                  <a:pt x="200765" y="133592"/>
                  <a:pt x="203314" y="119413"/>
                </a:cubicBezTo>
                <a:cubicBezTo>
                  <a:pt x="205400" y="108399"/>
                  <a:pt x="204408" y="101164"/>
                  <a:pt x="199893" y="95725"/>
                </a:cubicBezTo>
                <a:cubicBezTo>
                  <a:pt x="193154" y="87652"/>
                  <a:pt x="179642" y="88353"/>
                  <a:pt x="167653" y="88353"/>
                </a:cubicBezTo>
                <a:lnTo>
                  <a:pt x="147796" y="88353"/>
                </a:lnTo>
                <a:lnTo>
                  <a:pt x="147796" y="3759"/>
                </a:lnTo>
                <a:lnTo>
                  <a:pt x="247697" y="3759"/>
                </a:lnTo>
                <a:close/>
                <a:moveTo>
                  <a:pt x="231740" y="148130"/>
                </a:moveTo>
                <a:lnTo>
                  <a:pt x="242258" y="110759"/>
                </a:lnTo>
                <a:lnTo>
                  <a:pt x="242635" y="148130"/>
                </a:lnTo>
                <a:close/>
                <a:moveTo>
                  <a:pt x="158981" y="133934"/>
                </a:moveTo>
                <a:lnTo>
                  <a:pt x="158981" y="133934"/>
                </a:lnTo>
                <a:cubicBezTo>
                  <a:pt x="158007" y="133934"/>
                  <a:pt x="157032" y="134054"/>
                  <a:pt x="155920" y="134054"/>
                </a:cubicBezTo>
                <a:cubicBezTo>
                  <a:pt x="154466" y="134054"/>
                  <a:pt x="153320" y="134054"/>
                  <a:pt x="152243" y="134054"/>
                </a:cubicBezTo>
                <a:lnTo>
                  <a:pt x="145846" y="134054"/>
                </a:lnTo>
                <a:lnTo>
                  <a:pt x="148805" y="123125"/>
                </a:lnTo>
                <a:lnTo>
                  <a:pt x="150207" y="117686"/>
                </a:lnTo>
                <a:lnTo>
                  <a:pt x="153628" y="104961"/>
                </a:lnTo>
                <a:cubicBezTo>
                  <a:pt x="155116" y="104961"/>
                  <a:pt x="156570" y="104961"/>
                  <a:pt x="157972" y="104961"/>
                </a:cubicBezTo>
                <a:lnTo>
                  <a:pt x="162915" y="104961"/>
                </a:lnTo>
                <a:cubicBezTo>
                  <a:pt x="171467" y="104961"/>
                  <a:pt x="176718" y="105440"/>
                  <a:pt x="178668" y="108159"/>
                </a:cubicBezTo>
                <a:cubicBezTo>
                  <a:pt x="180156" y="110212"/>
                  <a:pt x="179967" y="113735"/>
                  <a:pt x="178206" y="119105"/>
                </a:cubicBezTo>
                <a:cubicBezTo>
                  <a:pt x="175196" y="128341"/>
                  <a:pt x="171364" y="133045"/>
                  <a:pt x="159084" y="133986"/>
                </a:cubicBezTo>
                <a:moveTo>
                  <a:pt x="131291" y="93741"/>
                </a:moveTo>
                <a:lnTo>
                  <a:pt x="129717" y="98872"/>
                </a:lnTo>
                <a:lnTo>
                  <a:pt x="115419" y="146471"/>
                </a:lnTo>
                <a:lnTo>
                  <a:pt x="114854" y="148181"/>
                </a:lnTo>
                <a:lnTo>
                  <a:pt x="67683" y="148181"/>
                </a:lnTo>
                <a:lnTo>
                  <a:pt x="64006" y="140365"/>
                </a:lnTo>
                <a:lnTo>
                  <a:pt x="114683" y="88524"/>
                </a:lnTo>
                <a:lnTo>
                  <a:pt x="82187" y="88524"/>
                </a:lnTo>
                <a:lnTo>
                  <a:pt x="42507" y="131283"/>
                </a:lnTo>
                <a:lnTo>
                  <a:pt x="55351" y="88524"/>
                </a:lnTo>
                <a:lnTo>
                  <a:pt x="31270" y="88524"/>
                </a:lnTo>
                <a:lnTo>
                  <a:pt x="31270" y="3759"/>
                </a:lnTo>
                <a:lnTo>
                  <a:pt x="131188" y="3759"/>
                </a:lnTo>
                <a:close/>
                <a:moveTo>
                  <a:pt x="377119" y="-89"/>
                </a:moveTo>
                <a:lnTo>
                  <a:pt x="377119" y="97076"/>
                </a:lnTo>
                <a:cubicBezTo>
                  <a:pt x="373861" y="99667"/>
                  <a:pt x="370856" y="102560"/>
                  <a:pt x="368140" y="105713"/>
                </a:cubicBezTo>
                <a:lnTo>
                  <a:pt x="368140" y="-89"/>
                </a:lnTo>
                <a:lnTo>
                  <a:pt x="260525" y="-89"/>
                </a:lnTo>
                <a:lnTo>
                  <a:pt x="260525" y="88388"/>
                </a:lnTo>
                <a:lnTo>
                  <a:pt x="251614" y="88388"/>
                </a:lnTo>
                <a:lnTo>
                  <a:pt x="251614" y="-89"/>
                </a:lnTo>
                <a:lnTo>
                  <a:pt x="143965" y="-89"/>
                </a:lnTo>
                <a:lnTo>
                  <a:pt x="143965" y="88524"/>
                </a:lnTo>
                <a:lnTo>
                  <a:pt x="135071" y="88524"/>
                </a:lnTo>
                <a:lnTo>
                  <a:pt x="135071" y="-89"/>
                </a:lnTo>
                <a:lnTo>
                  <a:pt x="27456" y="-89"/>
                </a:lnTo>
                <a:lnTo>
                  <a:pt x="27456" y="100907"/>
                </a:lnTo>
                <a:lnTo>
                  <a:pt x="-47" y="192480"/>
                </a:lnTo>
                <a:lnTo>
                  <a:pt x="24120" y="192480"/>
                </a:lnTo>
                <a:lnTo>
                  <a:pt x="36247" y="151927"/>
                </a:lnTo>
                <a:lnTo>
                  <a:pt x="39667" y="151927"/>
                </a:lnTo>
                <a:lnTo>
                  <a:pt x="59696" y="192480"/>
                </a:lnTo>
                <a:lnTo>
                  <a:pt x="89028" y="192480"/>
                </a:lnTo>
                <a:lnTo>
                  <a:pt x="69513" y="151927"/>
                </a:lnTo>
                <a:lnTo>
                  <a:pt x="113623" y="151927"/>
                </a:lnTo>
                <a:lnTo>
                  <a:pt x="101377" y="192480"/>
                </a:lnTo>
                <a:lnTo>
                  <a:pt x="127785" y="192480"/>
                </a:lnTo>
                <a:lnTo>
                  <a:pt x="139860" y="152047"/>
                </a:lnTo>
                <a:lnTo>
                  <a:pt x="145641" y="152047"/>
                </a:lnTo>
                <a:lnTo>
                  <a:pt x="145641" y="151927"/>
                </a:lnTo>
                <a:lnTo>
                  <a:pt x="204408" y="151927"/>
                </a:lnTo>
                <a:lnTo>
                  <a:pt x="192761" y="192360"/>
                </a:lnTo>
                <a:lnTo>
                  <a:pt x="219374" y="192360"/>
                </a:lnTo>
                <a:lnTo>
                  <a:pt x="230662" y="151927"/>
                </a:lnTo>
                <a:lnTo>
                  <a:pt x="242635" y="151927"/>
                </a:lnTo>
                <a:lnTo>
                  <a:pt x="242960" y="192360"/>
                </a:lnTo>
                <a:lnTo>
                  <a:pt x="265280" y="192360"/>
                </a:lnTo>
                <a:lnTo>
                  <a:pt x="290935" y="151927"/>
                </a:lnTo>
                <a:lnTo>
                  <a:pt x="307713" y="151927"/>
                </a:lnTo>
                <a:lnTo>
                  <a:pt x="299059" y="192360"/>
                </a:lnTo>
                <a:lnTo>
                  <a:pt x="325227" y="192360"/>
                </a:lnTo>
                <a:lnTo>
                  <a:pt x="333779" y="151927"/>
                </a:lnTo>
                <a:lnTo>
                  <a:pt x="348933" y="151927"/>
                </a:lnTo>
                <a:cubicBezTo>
                  <a:pt x="348334" y="164464"/>
                  <a:pt x="351533" y="175872"/>
                  <a:pt x="359845" y="183517"/>
                </a:cubicBezTo>
                <a:cubicBezTo>
                  <a:pt x="370004" y="192839"/>
                  <a:pt x="385603" y="194617"/>
                  <a:pt x="397131" y="194617"/>
                </a:cubicBezTo>
                <a:cubicBezTo>
                  <a:pt x="413526" y="194421"/>
                  <a:pt x="429850" y="192418"/>
                  <a:pt x="445807" y="188648"/>
                </a:cubicBezTo>
                <a:lnTo>
                  <a:pt x="454872" y="151927"/>
                </a:lnTo>
                <a:lnTo>
                  <a:pt x="484786" y="151927"/>
                </a:lnTo>
                <a:lnTo>
                  <a:pt x="484786" y="-89"/>
                </a:lnTo>
                <a:close/>
              </a:path>
            </a:pathLst>
          </a:custGeom>
          <a:solidFill>
            <a:schemeClr val="bg1"/>
          </a:solidFill>
          <a:ln w="1683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9574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C6E6A-1F40-1E09-3B39-7D5B626B50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BC2049-BDB5-3C15-F509-6EC4521C27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4996805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33821-7F6E-47FF-89CD-D057DAFB6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59667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One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857250" y="1330126"/>
            <a:ext cx="10477499" cy="1415772"/>
          </a:xfrm>
          <a:ln>
            <a:solidFill>
              <a:schemeClr val="accent4"/>
            </a:solidFill>
          </a:ln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CFC99C-7410-4D22-BA8D-48877FCFB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02439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45741" y="431800"/>
            <a:ext cx="10195200" cy="533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91452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Right Vertical Window Image_Cobal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2335E8F-D0E6-4E91-BC16-1E970996B1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29" y="2180"/>
            <a:ext cx="12190341" cy="68558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41302" y="1456388"/>
            <a:ext cx="5354698" cy="1686205"/>
          </a:xfrm>
          <a:noFill/>
          <a:ln w="3175">
            <a:noFill/>
            <a:prstDash val="lgDash"/>
          </a:ln>
        </p:spPr>
        <p:txBody>
          <a:bodyPr lIns="0" tIns="0" rIns="0" bIns="0" anchor="t" anchorCtr="0">
            <a:noAutofit/>
          </a:bodyPr>
          <a:lstStyle>
            <a:lvl1pPr algn="l"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Title slide text only</a:t>
            </a:r>
            <a:endParaRPr lang="en-US"/>
          </a:p>
        </p:txBody>
      </p:sp>
      <p:sp>
        <p:nvSpPr>
          <p:cNvPr id="6" name="Text Placeholder 3"/>
          <p:cNvSpPr>
            <a:spLocks noGrp="1"/>
          </p:cNvSpPr>
          <p:nvPr userDrawn="1">
            <p:ph type="body" sz="quarter" idx="11"/>
          </p:nvPr>
        </p:nvSpPr>
        <p:spPr>
          <a:xfrm>
            <a:off x="741302" y="3457743"/>
            <a:ext cx="5506648" cy="810000"/>
          </a:xfrm>
          <a:ln w="3175">
            <a:noFill/>
            <a:prstDash val="lgDash"/>
          </a:ln>
        </p:spPr>
        <p:txBody>
          <a:bodyPr wrap="square" anchor="b"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9A84BD71-38D7-4AC1-B38A-7DE8843A6D1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1301" y="736722"/>
            <a:ext cx="914400" cy="36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1881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 Right Vertical Window Image_Cobal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2335E8F-D0E6-4E91-BC16-1E970996B13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29" y="0"/>
            <a:ext cx="1219034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41302" y="1456388"/>
            <a:ext cx="5354698" cy="1686205"/>
          </a:xfrm>
          <a:noFill/>
          <a:ln w="3175">
            <a:noFill/>
            <a:prstDash val="lgDash"/>
          </a:ln>
        </p:spPr>
        <p:txBody>
          <a:bodyPr lIns="0" tIns="0" rIns="0" bIns="0" anchor="t" anchorCtr="0">
            <a:noAutofit/>
          </a:bodyPr>
          <a:lstStyle>
            <a:lvl1pPr algn="l"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Title slide text only</a:t>
            </a:r>
            <a:endParaRPr lang="en-US"/>
          </a:p>
        </p:txBody>
      </p:sp>
      <p:sp>
        <p:nvSpPr>
          <p:cNvPr id="5" name="Freeform 19">
            <a:extLst>
              <a:ext uri="{FF2B5EF4-FFF2-40B4-BE49-F238E27FC236}">
                <a16:creationId xmlns:a16="http://schemas.microsoft.com/office/drawing/2014/main" id="{EEC5B735-00AD-41B9-A513-0F7783FFBE36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998476" y="614966"/>
            <a:ext cx="911399" cy="371311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>
              <a:alpha val="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Freeform 19">
            <a:extLst>
              <a:ext uri="{FF2B5EF4-FFF2-40B4-BE49-F238E27FC236}">
                <a16:creationId xmlns:a16="http://schemas.microsoft.com/office/drawing/2014/main" id="{C5CCCCF1-8E34-4341-A6C5-97CC39680E55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998476" y="1357588"/>
            <a:ext cx="911399" cy="371311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>
              <a:alpha val="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ext Placeholder 3"/>
          <p:cNvSpPr>
            <a:spLocks noGrp="1"/>
          </p:cNvSpPr>
          <p:nvPr userDrawn="1">
            <p:ph type="body" sz="quarter" idx="11"/>
          </p:nvPr>
        </p:nvSpPr>
        <p:spPr>
          <a:xfrm>
            <a:off x="741302" y="3457743"/>
            <a:ext cx="5506648" cy="810000"/>
          </a:xfrm>
          <a:ln w="3175">
            <a:noFill/>
            <a:prstDash val="lgDash"/>
          </a:ln>
        </p:spPr>
        <p:txBody>
          <a:bodyPr wrap="square" anchor="b"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9A84BD71-38D7-4AC1-B38A-7DE8843A6D1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1301" y="736722"/>
            <a:ext cx="914400" cy="36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6614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 Right Vertical Window Image_Cobal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2335E8F-D0E6-4E91-BC16-1E970996B1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41302" y="1456388"/>
            <a:ext cx="5354698" cy="1686205"/>
          </a:xfrm>
          <a:noFill/>
          <a:ln w="3175">
            <a:noFill/>
            <a:prstDash val="lgDash"/>
          </a:ln>
        </p:spPr>
        <p:txBody>
          <a:bodyPr lIns="0" tIns="0" rIns="0" bIns="0" anchor="t" anchorCtr="0">
            <a:noAutofit/>
          </a:bodyPr>
          <a:lstStyle>
            <a:lvl1pPr algn="l"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Title slide text only</a:t>
            </a:r>
            <a:endParaRPr lang="en-US"/>
          </a:p>
        </p:txBody>
      </p:sp>
      <p:sp>
        <p:nvSpPr>
          <p:cNvPr id="6" name="Text Placeholder 3"/>
          <p:cNvSpPr>
            <a:spLocks noGrp="1"/>
          </p:cNvSpPr>
          <p:nvPr userDrawn="1">
            <p:ph type="body" sz="quarter" idx="11"/>
          </p:nvPr>
        </p:nvSpPr>
        <p:spPr>
          <a:xfrm>
            <a:off x="741302" y="3457743"/>
            <a:ext cx="5506648" cy="810000"/>
          </a:xfrm>
          <a:ln w="3175">
            <a:noFill/>
            <a:prstDash val="lgDash"/>
          </a:ln>
        </p:spPr>
        <p:txBody>
          <a:bodyPr wrap="square" anchor="b"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9A84BD71-38D7-4AC1-B38A-7DE8843A6D1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1301" y="736722"/>
            <a:ext cx="914400" cy="36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0119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Left Horizontal Window_KPMG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96C774-8B31-4EC8-BF6C-ACF71C2F0C15}"/>
              </a:ext>
            </a:extLst>
          </p:cNvPr>
          <p:cNvSpPr>
            <a:spLocks noChangeAspect="1"/>
          </p:cNvSpPr>
          <p:nvPr userDrawn="1"/>
        </p:nvSpPr>
        <p:spPr>
          <a:xfrm>
            <a:off x="741301" y="1470479"/>
            <a:ext cx="6350010" cy="4445007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accent5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endParaRPr lang="en-US" sz="8800" baseline="0">
              <a:solidFill>
                <a:schemeClr val="bg1"/>
              </a:solidFill>
              <a:latin typeface="KPMG Bold" panose="020B0803030202040204" pitchFamily="34" charset="0"/>
              <a:ea typeface="+mj-ea"/>
              <a:cs typeface="+mj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17666" y="1759937"/>
            <a:ext cx="5765982" cy="2903488"/>
          </a:xfrm>
          <a:noFill/>
          <a:ln w="3175">
            <a:noFill/>
            <a:prstDash val="lgDash"/>
          </a:ln>
        </p:spPr>
        <p:txBody>
          <a:bodyPr lIns="0" tIns="0" rIns="0" bIns="0" anchor="t" anchorCtr="0">
            <a:noAutofit/>
          </a:bodyPr>
          <a:lstStyle>
            <a:lvl1pPr algn="l"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Title slide text only</a:t>
            </a:r>
            <a:endParaRPr lang="en-US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1017666" y="4752153"/>
            <a:ext cx="5765982" cy="816606"/>
          </a:xfrm>
          <a:ln w="3175">
            <a:noFill/>
            <a:prstDash val="lgDash"/>
          </a:ln>
        </p:spPr>
        <p:txBody>
          <a:bodyPr wrap="square" anchor="b"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AE81D1E-EC03-4E35-9F55-9751C67CE0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1301" y="736722"/>
            <a:ext cx="914400" cy="36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0039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Left Vertical Window_KPMG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F73FA8F-86B4-4B38-9318-B211F1BBAFEB}"/>
              </a:ext>
            </a:extLst>
          </p:cNvPr>
          <p:cNvSpPr>
            <a:spLocks noChangeAspect="1"/>
          </p:cNvSpPr>
          <p:nvPr userDrawn="1"/>
        </p:nvSpPr>
        <p:spPr>
          <a:xfrm>
            <a:off x="741301" y="1470479"/>
            <a:ext cx="3099633" cy="4410949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accent5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endParaRPr lang="en-US" sz="8800" baseline="0">
              <a:solidFill>
                <a:schemeClr val="bg1"/>
              </a:solidFill>
              <a:latin typeface="KPMG Bold" panose="020B0803030202040204" pitchFamily="34" charset="0"/>
              <a:ea typeface="+mj-ea"/>
              <a:cs typeface="+mj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17666" y="1759937"/>
            <a:ext cx="2487266" cy="2900514"/>
          </a:xfrm>
          <a:noFill/>
          <a:ln w="3175">
            <a:noFill/>
            <a:prstDash val="lgDash"/>
          </a:ln>
        </p:spPr>
        <p:txBody>
          <a:bodyPr lIns="0" tIns="0" rIns="0" bIns="0" anchor="t" anchorCtr="0">
            <a:noAutofit/>
          </a:bodyPr>
          <a:lstStyle>
            <a:lvl1pPr algn="l"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Title slide text only</a:t>
            </a:r>
            <a:endParaRPr lang="en-US"/>
          </a:p>
        </p:txBody>
      </p:sp>
      <p:sp>
        <p:nvSpPr>
          <p:cNvPr id="6" name="Text Placeholder 3"/>
          <p:cNvSpPr>
            <a:spLocks noGrp="1"/>
          </p:cNvSpPr>
          <p:nvPr userDrawn="1">
            <p:ph type="body" sz="quarter" idx="11"/>
          </p:nvPr>
        </p:nvSpPr>
        <p:spPr>
          <a:xfrm>
            <a:off x="1017666" y="4752153"/>
            <a:ext cx="2487267" cy="815770"/>
          </a:xfrm>
          <a:ln w="3175">
            <a:noFill/>
            <a:prstDash val="lgDash"/>
          </a:ln>
        </p:spPr>
        <p:txBody>
          <a:bodyPr wrap="square" anchor="b"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8ADB91F-075F-40EA-BBF8-09E1B53E17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1301" y="736722"/>
            <a:ext cx="914400" cy="36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3835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Right Horizontal Window_Pacific Blue">
    <p:bg>
      <p:bgPr>
        <a:gradFill>
          <a:gsLst>
            <a:gs pos="100000">
              <a:srgbClr val="ACEAFF"/>
            </a:gs>
            <a:gs pos="0">
              <a:schemeClr val="accent4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96C774-8B31-4EC8-BF6C-ACF71C2F0C15}"/>
              </a:ext>
            </a:extLst>
          </p:cNvPr>
          <p:cNvSpPr>
            <a:spLocks noChangeAspect="1"/>
          </p:cNvSpPr>
          <p:nvPr userDrawn="1"/>
        </p:nvSpPr>
        <p:spPr>
          <a:xfrm>
            <a:off x="3656602" y="736722"/>
            <a:ext cx="7794097" cy="5455869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accent5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endParaRPr lang="en-US" sz="8800" baseline="0">
              <a:solidFill>
                <a:schemeClr val="bg1"/>
              </a:solidFill>
              <a:latin typeface="KPMG Bold" panose="020B0803030202040204" pitchFamily="34" charset="0"/>
              <a:ea typeface="+mj-ea"/>
              <a:cs typeface="+mj-cs"/>
            </a:endParaRP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3923066" y="5075895"/>
            <a:ext cx="7260639" cy="810000"/>
          </a:xfrm>
          <a:ln w="3175">
            <a:noFill/>
            <a:prstDash val="lgDash"/>
          </a:ln>
        </p:spPr>
        <p:txBody>
          <a:bodyPr wrap="square" anchor="b"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BA9E5DDB-2262-4657-AA4F-9CE87AA83B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22009" y="1002219"/>
            <a:ext cx="7260639" cy="3950972"/>
          </a:xfrm>
        </p:spPr>
        <p:txBody>
          <a:bodyPr/>
          <a:lstStyle>
            <a:lvl1pPr>
              <a:defRPr lang="en-GB" sz="6600" kern="12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Title slide text only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FBDA91F4-0EDF-45F7-BE99-6872894A163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1301" y="736722"/>
            <a:ext cx="914400" cy="36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8947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Right Vertical Window_Pacific Blue">
    <p:bg>
      <p:bgPr>
        <a:gradFill>
          <a:gsLst>
            <a:gs pos="100000">
              <a:srgbClr val="ACEAFF"/>
            </a:gs>
            <a:gs pos="0">
              <a:schemeClr val="accent4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BC1A25C-9C23-47D0-BC86-BD2474043CD3}"/>
              </a:ext>
            </a:extLst>
          </p:cNvPr>
          <p:cNvGrpSpPr/>
          <p:nvPr userDrawn="1"/>
        </p:nvGrpSpPr>
        <p:grpSpPr>
          <a:xfrm>
            <a:off x="998476" y="0"/>
            <a:ext cx="911399" cy="1485244"/>
            <a:chOff x="1008000" y="0"/>
            <a:chExt cx="911399" cy="1485244"/>
          </a:xfrm>
          <a:solidFill>
            <a:schemeClr val="bg1">
              <a:alpha val="0"/>
            </a:schemeClr>
          </a:solidFill>
        </p:grpSpPr>
        <p:sp>
          <p:nvSpPr>
            <p:cNvPr id="5" name="Freeform 19">
              <a:extLst>
                <a:ext uri="{FF2B5EF4-FFF2-40B4-BE49-F238E27FC236}">
                  <a16:creationId xmlns:a16="http://schemas.microsoft.com/office/drawing/2014/main" id="{EEC5B735-00AD-41B9-A513-0F7783FFBE36}"/>
                </a:ext>
              </a:extLst>
            </p:cNvPr>
            <p:cNvSpPr>
              <a:spLocks noChangeAspect="1" noEditPoints="1"/>
            </p:cNvSpPr>
            <p:nvPr userDrawn="1"/>
          </p:nvSpPr>
          <p:spPr bwMode="auto">
            <a:xfrm>
              <a:off x="1008000" y="0"/>
              <a:ext cx="911399" cy="371311"/>
            </a:xfrm>
            <a:custGeom>
              <a:avLst/>
              <a:gdLst>
                <a:gd name="T0" fmla="*/ 269 w 283"/>
                <a:gd name="T1" fmla="*/ 77 h 114"/>
                <a:gd name="T2" fmla="*/ 222 w 283"/>
                <a:gd name="T3" fmla="*/ 87 h 114"/>
                <a:gd name="T4" fmla="*/ 244 w 283"/>
                <a:gd name="T5" fmla="*/ 60 h 114"/>
                <a:gd name="T6" fmla="*/ 269 w 283"/>
                <a:gd name="T7" fmla="*/ 56 h 114"/>
                <a:gd name="T8" fmla="*/ 222 w 283"/>
                <a:gd name="T9" fmla="*/ 2 h 114"/>
                <a:gd name="T10" fmla="*/ 281 w 283"/>
                <a:gd name="T11" fmla="*/ 87 h 114"/>
                <a:gd name="T12" fmla="*/ 222 w 283"/>
                <a:gd name="T13" fmla="*/ 89 h 114"/>
                <a:gd name="T14" fmla="*/ 246 w 283"/>
                <a:gd name="T15" fmla="*/ 101 h 114"/>
                <a:gd name="T16" fmla="*/ 205 w 283"/>
                <a:gd name="T17" fmla="*/ 82 h 114"/>
                <a:gd name="T18" fmla="*/ 203 w 283"/>
                <a:gd name="T19" fmla="*/ 52 h 114"/>
                <a:gd name="T20" fmla="*/ 154 w 283"/>
                <a:gd name="T21" fmla="*/ 87 h 114"/>
                <a:gd name="T22" fmla="*/ 213 w 283"/>
                <a:gd name="T23" fmla="*/ 53 h 114"/>
                <a:gd name="T24" fmla="*/ 171 w 283"/>
                <a:gd name="T25" fmla="*/ 87 h 114"/>
                <a:gd name="T26" fmla="*/ 180 w 283"/>
                <a:gd name="T27" fmla="*/ 87 h 114"/>
                <a:gd name="T28" fmla="*/ 120 w 283"/>
                <a:gd name="T29" fmla="*/ 87 h 114"/>
                <a:gd name="T30" fmla="*/ 117 w 283"/>
                <a:gd name="T31" fmla="*/ 56 h 114"/>
                <a:gd name="T32" fmla="*/ 86 w 283"/>
                <a:gd name="T33" fmla="*/ 2 h 114"/>
                <a:gd name="T34" fmla="*/ 145 w 283"/>
                <a:gd name="T35" fmla="*/ 52 h 114"/>
                <a:gd name="T36" fmla="*/ 142 w 283"/>
                <a:gd name="T37" fmla="*/ 87 h 114"/>
                <a:gd name="T38" fmla="*/ 93 w 283"/>
                <a:gd name="T39" fmla="*/ 79 h 114"/>
                <a:gd name="T40" fmla="*/ 89 w 283"/>
                <a:gd name="T41" fmla="*/ 79 h 114"/>
                <a:gd name="T42" fmla="*/ 87 w 283"/>
                <a:gd name="T43" fmla="*/ 69 h 114"/>
                <a:gd name="T44" fmla="*/ 95 w 283"/>
                <a:gd name="T45" fmla="*/ 62 h 114"/>
                <a:gd name="T46" fmla="*/ 93 w 283"/>
                <a:gd name="T47" fmla="*/ 79 h 114"/>
                <a:gd name="T48" fmla="*/ 67 w 283"/>
                <a:gd name="T49" fmla="*/ 86 h 114"/>
                <a:gd name="T50" fmla="*/ 37 w 283"/>
                <a:gd name="T51" fmla="*/ 82 h 114"/>
                <a:gd name="T52" fmla="*/ 25 w 283"/>
                <a:gd name="T53" fmla="*/ 77 h 114"/>
                <a:gd name="T54" fmla="*/ 18 w 283"/>
                <a:gd name="T55" fmla="*/ 2 h 114"/>
                <a:gd name="T56" fmla="*/ 76 w 283"/>
                <a:gd name="T57" fmla="*/ 55 h 114"/>
                <a:gd name="T58" fmla="*/ 22 w 283"/>
                <a:gd name="T59" fmla="*/ 87 h 114"/>
                <a:gd name="T60" fmla="*/ 220 w 283"/>
                <a:gd name="T61" fmla="*/ 0 h 114"/>
                <a:gd name="T62" fmla="*/ 215 w 283"/>
                <a:gd name="T63" fmla="*/ 0 h 114"/>
                <a:gd name="T64" fmla="*/ 147 w 283"/>
                <a:gd name="T65" fmla="*/ 52 h 114"/>
                <a:gd name="T66" fmla="*/ 84 w 283"/>
                <a:gd name="T67" fmla="*/ 52 h 114"/>
                <a:gd name="T68" fmla="*/ 16 w 283"/>
                <a:gd name="T69" fmla="*/ 0 h 114"/>
                <a:gd name="T70" fmla="*/ 14 w 283"/>
                <a:gd name="T71" fmla="*/ 113 h 114"/>
                <a:gd name="T72" fmla="*/ 35 w 283"/>
                <a:gd name="T73" fmla="*/ 113 h 114"/>
                <a:gd name="T74" fmla="*/ 66 w 283"/>
                <a:gd name="T75" fmla="*/ 89 h 114"/>
                <a:gd name="T76" fmla="*/ 81 w 283"/>
                <a:gd name="T77" fmla="*/ 89 h 114"/>
                <a:gd name="T78" fmla="*/ 90 w 283"/>
                <a:gd name="T79" fmla="*/ 89 h 114"/>
                <a:gd name="T80" fmla="*/ 112 w 283"/>
                <a:gd name="T81" fmla="*/ 113 h 114"/>
                <a:gd name="T82" fmla="*/ 142 w 283"/>
                <a:gd name="T83" fmla="*/ 89 h 114"/>
                <a:gd name="T84" fmla="*/ 170 w 283"/>
                <a:gd name="T85" fmla="*/ 89 h 114"/>
                <a:gd name="T86" fmla="*/ 190 w 283"/>
                <a:gd name="T87" fmla="*/ 113 h 114"/>
                <a:gd name="T88" fmla="*/ 210 w 283"/>
                <a:gd name="T89" fmla="*/ 108 h 114"/>
                <a:gd name="T90" fmla="*/ 266 w 283"/>
                <a:gd name="T91" fmla="*/ 89 h 114"/>
                <a:gd name="T92" fmla="*/ 220 w 283"/>
                <a:gd name="T93" fmla="*/ 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83" h="114">
                  <a:moveTo>
                    <a:pt x="281" y="87"/>
                  </a:moveTo>
                  <a:cubicBezTo>
                    <a:pt x="266" y="87"/>
                    <a:pt x="266" y="87"/>
                    <a:pt x="266" y="87"/>
                  </a:cubicBezTo>
                  <a:cubicBezTo>
                    <a:pt x="269" y="77"/>
                    <a:pt x="269" y="77"/>
                    <a:pt x="269" y="77"/>
                  </a:cubicBezTo>
                  <a:cubicBezTo>
                    <a:pt x="239" y="77"/>
                    <a:pt x="239" y="77"/>
                    <a:pt x="239" y="77"/>
                  </a:cubicBezTo>
                  <a:cubicBezTo>
                    <a:pt x="237" y="87"/>
                    <a:pt x="237" y="87"/>
                    <a:pt x="237" y="87"/>
                  </a:cubicBezTo>
                  <a:cubicBezTo>
                    <a:pt x="222" y="87"/>
                    <a:pt x="222" y="87"/>
                    <a:pt x="222" y="87"/>
                  </a:cubicBezTo>
                  <a:cubicBezTo>
                    <a:pt x="222" y="85"/>
                    <a:pt x="222" y="85"/>
                    <a:pt x="222" y="85"/>
                  </a:cubicBezTo>
                  <a:cubicBezTo>
                    <a:pt x="223" y="84"/>
                    <a:pt x="223" y="83"/>
                    <a:pt x="223" y="81"/>
                  </a:cubicBezTo>
                  <a:cubicBezTo>
                    <a:pt x="226" y="71"/>
                    <a:pt x="233" y="60"/>
                    <a:pt x="244" y="60"/>
                  </a:cubicBezTo>
                  <a:cubicBezTo>
                    <a:pt x="249" y="60"/>
                    <a:pt x="254" y="62"/>
                    <a:pt x="253" y="69"/>
                  </a:cubicBezTo>
                  <a:cubicBezTo>
                    <a:pt x="271" y="69"/>
                    <a:pt x="271" y="69"/>
                    <a:pt x="271" y="69"/>
                  </a:cubicBezTo>
                  <a:cubicBezTo>
                    <a:pt x="272" y="66"/>
                    <a:pt x="273" y="61"/>
                    <a:pt x="269" y="56"/>
                  </a:cubicBezTo>
                  <a:cubicBezTo>
                    <a:pt x="266" y="51"/>
                    <a:pt x="258" y="48"/>
                    <a:pt x="248" y="48"/>
                  </a:cubicBezTo>
                  <a:cubicBezTo>
                    <a:pt x="241" y="48"/>
                    <a:pt x="231" y="50"/>
                    <a:pt x="222" y="55"/>
                  </a:cubicBezTo>
                  <a:cubicBezTo>
                    <a:pt x="222" y="2"/>
                    <a:pt x="222" y="2"/>
                    <a:pt x="222" y="2"/>
                  </a:cubicBezTo>
                  <a:cubicBezTo>
                    <a:pt x="281" y="2"/>
                    <a:pt x="281" y="2"/>
                    <a:pt x="281" y="2"/>
                  </a:cubicBezTo>
                  <a:cubicBezTo>
                    <a:pt x="281" y="87"/>
                    <a:pt x="281" y="87"/>
                    <a:pt x="281" y="87"/>
                  </a:cubicBezTo>
                  <a:cubicBezTo>
                    <a:pt x="281" y="87"/>
                    <a:pt x="281" y="87"/>
                    <a:pt x="281" y="87"/>
                  </a:cubicBezTo>
                  <a:close/>
                  <a:moveTo>
                    <a:pt x="246" y="101"/>
                  </a:moveTo>
                  <a:cubicBezTo>
                    <a:pt x="243" y="102"/>
                    <a:pt x="240" y="102"/>
                    <a:pt x="237" y="102"/>
                  </a:cubicBezTo>
                  <a:cubicBezTo>
                    <a:pt x="228" y="102"/>
                    <a:pt x="222" y="98"/>
                    <a:pt x="222" y="89"/>
                  </a:cubicBezTo>
                  <a:cubicBezTo>
                    <a:pt x="249" y="89"/>
                    <a:pt x="249" y="89"/>
                    <a:pt x="249" y="89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6" y="101"/>
                    <a:pt x="246" y="101"/>
                    <a:pt x="246" y="101"/>
                  </a:cubicBezTo>
                  <a:close/>
                  <a:moveTo>
                    <a:pt x="213" y="53"/>
                  </a:moveTo>
                  <a:cubicBezTo>
                    <a:pt x="213" y="65"/>
                    <a:pt x="213" y="65"/>
                    <a:pt x="213" y="65"/>
                  </a:cubicBezTo>
                  <a:cubicBezTo>
                    <a:pt x="209" y="71"/>
                    <a:pt x="206" y="77"/>
                    <a:pt x="205" y="82"/>
                  </a:cubicBezTo>
                  <a:cubicBezTo>
                    <a:pt x="204" y="83"/>
                    <a:pt x="204" y="85"/>
                    <a:pt x="204" y="87"/>
                  </a:cubicBezTo>
                  <a:cubicBezTo>
                    <a:pt x="195" y="87"/>
                    <a:pt x="195" y="87"/>
                    <a:pt x="195" y="87"/>
                  </a:cubicBezTo>
                  <a:cubicBezTo>
                    <a:pt x="203" y="52"/>
                    <a:pt x="203" y="52"/>
                    <a:pt x="203" y="52"/>
                  </a:cubicBezTo>
                  <a:cubicBezTo>
                    <a:pt x="178" y="52"/>
                    <a:pt x="178" y="52"/>
                    <a:pt x="178" y="52"/>
                  </a:cubicBezTo>
                  <a:cubicBezTo>
                    <a:pt x="156" y="87"/>
                    <a:pt x="156" y="87"/>
                    <a:pt x="156" y="87"/>
                  </a:cubicBezTo>
                  <a:cubicBezTo>
                    <a:pt x="154" y="87"/>
                    <a:pt x="154" y="87"/>
                    <a:pt x="154" y="87"/>
                  </a:cubicBezTo>
                  <a:cubicBezTo>
                    <a:pt x="154" y="2"/>
                    <a:pt x="154" y="2"/>
                    <a:pt x="154" y="2"/>
                  </a:cubicBezTo>
                  <a:cubicBezTo>
                    <a:pt x="213" y="2"/>
                    <a:pt x="213" y="2"/>
                    <a:pt x="213" y="2"/>
                  </a:cubicBezTo>
                  <a:cubicBezTo>
                    <a:pt x="213" y="53"/>
                    <a:pt x="213" y="53"/>
                    <a:pt x="213" y="53"/>
                  </a:cubicBezTo>
                  <a:cubicBezTo>
                    <a:pt x="213" y="53"/>
                    <a:pt x="213" y="53"/>
                    <a:pt x="213" y="53"/>
                  </a:cubicBezTo>
                  <a:close/>
                  <a:moveTo>
                    <a:pt x="180" y="87"/>
                  </a:moveTo>
                  <a:cubicBezTo>
                    <a:pt x="171" y="87"/>
                    <a:pt x="171" y="87"/>
                    <a:pt x="171" y="87"/>
                  </a:cubicBezTo>
                  <a:cubicBezTo>
                    <a:pt x="185" y="66"/>
                    <a:pt x="185" y="66"/>
                    <a:pt x="185" y="66"/>
                  </a:cubicBezTo>
                  <a:cubicBezTo>
                    <a:pt x="180" y="87"/>
                    <a:pt x="180" y="87"/>
                    <a:pt x="180" y="87"/>
                  </a:cubicBezTo>
                  <a:cubicBezTo>
                    <a:pt x="180" y="87"/>
                    <a:pt x="180" y="87"/>
                    <a:pt x="180" y="87"/>
                  </a:cubicBezTo>
                  <a:close/>
                  <a:moveTo>
                    <a:pt x="145" y="52"/>
                  </a:moveTo>
                  <a:cubicBezTo>
                    <a:pt x="130" y="52"/>
                    <a:pt x="130" y="52"/>
                    <a:pt x="130" y="52"/>
                  </a:cubicBezTo>
                  <a:cubicBezTo>
                    <a:pt x="120" y="87"/>
                    <a:pt x="120" y="87"/>
                    <a:pt x="120" y="87"/>
                  </a:cubicBezTo>
                  <a:cubicBezTo>
                    <a:pt x="104" y="87"/>
                    <a:pt x="104" y="87"/>
                    <a:pt x="104" y="87"/>
                  </a:cubicBezTo>
                  <a:cubicBezTo>
                    <a:pt x="112" y="84"/>
                    <a:pt x="117" y="78"/>
                    <a:pt x="119" y="70"/>
                  </a:cubicBezTo>
                  <a:cubicBezTo>
                    <a:pt x="120" y="64"/>
                    <a:pt x="119" y="59"/>
                    <a:pt x="117" y="56"/>
                  </a:cubicBezTo>
                  <a:cubicBezTo>
                    <a:pt x="113" y="51"/>
                    <a:pt x="105" y="52"/>
                    <a:pt x="98" y="52"/>
                  </a:cubicBezTo>
                  <a:cubicBezTo>
                    <a:pt x="97" y="52"/>
                    <a:pt x="86" y="52"/>
                    <a:pt x="86" y="52"/>
                  </a:cubicBezTo>
                  <a:cubicBezTo>
                    <a:pt x="86" y="2"/>
                    <a:pt x="86" y="2"/>
                    <a:pt x="86" y="2"/>
                  </a:cubicBezTo>
                  <a:cubicBezTo>
                    <a:pt x="145" y="2"/>
                    <a:pt x="145" y="2"/>
                    <a:pt x="145" y="2"/>
                  </a:cubicBezTo>
                  <a:cubicBezTo>
                    <a:pt x="145" y="52"/>
                    <a:pt x="145" y="52"/>
                    <a:pt x="145" y="52"/>
                  </a:cubicBezTo>
                  <a:cubicBezTo>
                    <a:pt x="145" y="52"/>
                    <a:pt x="145" y="52"/>
                    <a:pt x="145" y="52"/>
                  </a:cubicBezTo>
                  <a:close/>
                  <a:moveTo>
                    <a:pt x="135" y="87"/>
                  </a:moveTo>
                  <a:cubicBezTo>
                    <a:pt x="141" y="65"/>
                    <a:pt x="141" y="65"/>
                    <a:pt x="141" y="65"/>
                  </a:cubicBezTo>
                  <a:cubicBezTo>
                    <a:pt x="142" y="87"/>
                    <a:pt x="142" y="87"/>
                    <a:pt x="142" y="87"/>
                  </a:cubicBezTo>
                  <a:cubicBezTo>
                    <a:pt x="135" y="87"/>
                    <a:pt x="135" y="87"/>
                    <a:pt x="135" y="87"/>
                  </a:cubicBezTo>
                  <a:cubicBezTo>
                    <a:pt x="135" y="87"/>
                    <a:pt x="135" y="87"/>
                    <a:pt x="135" y="87"/>
                  </a:cubicBezTo>
                  <a:close/>
                  <a:moveTo>
                    <a:pt x="93" y="79"/>
                  </a:moveTo>
                  <a:cubicBezTo>
                    <a:pt x="93" y="79"/>
                    <a:pt x="93" y="79"/>
                    <a:pt x="93" y="79"/>
                  </a:cubicBezTo>
                  <a:cubicBezTo>
                    <a:pt x="92" y="79"/>
                    <a:pt x="91" y="79"/>
                    <a:pt x="91" y="79"/>
                  </a:cubicBezTo>
                  <a:cubicBezTo>
                    <a:pt x="90" y="79"/>
                    <a:pt x="89" y="79"/>
                    <a:pt x="89" y="79"/>
                  </a:cubicBezTo>
                  <a:cubicBezTo>
                    <a:pt x="85" y="79"/>
                    <a:pt x="85" y="79"/>
                    <a:pt x="85" y="79"/>
                  </a:cubicBezTo>
                  <a:cubicBezTo>
                    <a:pt x="87" y="72"/>
                    <a:pt x="87" y="72"/>
                    <a:pt x="87" y="72"/>
                  </a:cubicBezTo>
                  <a:cubicBezTo>
                    <a:pt x="87" y="69"/>
                    <a:pt x="87" y="69"/>
                    <a:pt x="87" y="69"/>
                  </a:cubicBezTo>
                  <a:cubicBezTo>
                    <a:pt x="89" y="62"/>
                    <a:pt x="89" y="62"/>
                    <a:pt x="89" y="62"/>
                  </a:cubicBezTo>
                  <a:cubicBezTo>
                    <a:pt x="90" y="62"/>
                    <a:pt x="91" y="62"/>
                    <a:pt x="92" y="62"/>
                  </a:cubicBezTo>
                  <a:cubicBezTo>
                    <a:pt x="95" y="62"/>
                    <a:pt x="95" y="62"/>
                    <a:pt x="95" y="62"/>
                  </a:cubicBezTo>
                  <a:cubicBezTo>
                    <a:pt x="100" y="62"/>
                    <a:pt x="103" y="62"/>
                    <a:pt x="104" y="63"/>
                  </a:cubicBezTo>
                  <a:cubicBezTo>
                    <a:pt x="105" y="65"/>
                    <a:pt x="105" y="67"/>
                    <a:pt x="104" y="70"/>
                  </a:cubicBezTo>
                  <a:cubicBezTo>
                    <a:pt x="102" y="75"/>
                    <a:pt x="100" y="78"/>
                    <a:pt x="93" y="79"/>
                  </a:cubicBezTo>
                  <a:moveTo>
                    <a:pt x="76" y="55"/>
                  </a:moveTo>
                  <a:cubicBezTo>
                    <a:pt x="75" y="58"/>
                    <a:pt x="75" y="58"/>
                    <a:pt x="75" y="58"/>
                  </a:cubicBezTo>
                  <a:cubicBezTo>
                    <a:pt x="67" y="86"/>
                    <a:pt x="67" y="86"/>
                    <a:pt x="67" y="86"/>
                  </a:cubicBezTo>
                  <a:cubicBezTo>
                    <a:pt x="67" y="87"/>
                    <a:pt x="67" y="87"/>
                    <a:pt x="67" y="87"/>
                  </a:cubicBezTo>
                  <a:cubicBezTo>
                    <a:pt x="39" y="87"/>
                    <a:pt x="39" y="87"/>
                    <a:pt x="39" y="87"/>
                  </a:cubicBezTo>
                  <a:cubicBezTo>
                    <a:pt x="37" y="82"/>
                    <a:pt x="37" y="82"/>
                    <a:pt x="37" y="82"/>
                  </a:cubicBezTo>
                  <a:cubicBezTo>
                    <a:pt x="67" y="52"/>
                    <a:pt x="67" y="52"/>
                    <a:pt x="67" y="52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25" y="77"/>
                    <a:pt x="25" y="77"/>
                    <a:pt x="25" y="77"/>
                  </a:cubicBezTo>
                  <a:cubicBezTo>
                    <a:pt x="32" y="52"/>
                    <a:pt x="32" y="52"/>
                    <a:pt x="32" y="52"/>
                  </a:cubicBezTo>
                  <a:cubicBezTo>
                    <a:pt x="18" y="52"/>
                    <a:pt x="18" y="52"/>
                    <a:pt x="18" y="5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76" y="2"/>
                    <a:pt x="76" y="2"/>
                    <a:pt x="76" y="2"/>
                  </a:cubicBezTo>
                  <a:cubicBezTo>
                    <a:pt x="76" y="55"/>
                    <a:pt x="76" y="55"/>
                    <a:pt x="76" y="55"/>
                  </a:cubicBezTo>
                  <a:cubicBezTo>
                    <a:pt x="76" y="55"/>
                    <a:pt x="76" y="55"/>
                    <a:pt x="76" y="55"/>
                  </a:cubicBezTo>
                  <a:close/>
                  <a:moveTo>
                    <a:pt x="22" y="87"/>
                  </a:moveTo>
                  <a:cubicBezTo>
                    <a:pt x="22" y="87"/>
                    <a:pt x="22" y="87"/>
                    <a:pt x="22" y="87"/>
                  </a:cubicBezTo>
                  <a:cubicBezTo>
                    <a:pt x="22" y="87"/>
                    <a:pt x="22" y="87"/>
                    <a:pt x="22" y="87"/>
                  </a:cubicBezTo>
                  <a:cubicBezTo>
                    <a:pt x="22" y="87"/>
                    <a:pt x="22" y="87"/>
                    <a:pt x="22" y="87"/>
                  </a:cubicBezTo>
                  <a:cubicBezTo>
                    <a:pt x="22" y="87"/>
                    <a:pt x="22" y="87"/>
                    <a:pt x="22" y="87"/>
                  </a:cubicBezTo>
                  <a:close/>
                  <a:moveTo>
                    <a:pt x="220" y="0"/>
                  </a:moveTo>
                  <a:cubicBezTo>
                    <a:pt x="220" y="57"/>
                    <a:pt x="220" y="57"/>
                    <a:pt x="220" y="57"/>
                  </a:cubicBezTo>
                  <a:cubicBezTo>
                    <a:pt x="218" y="59"/>
                    <a:pt x="216" y="60"/>
                    <a:pt x="215" y="62"/>
                  </a:cubicBezTo>
                  <a:cubicBezTo>
                    <a:pt x="215" y="0"/>
                    <a:pt x="215" y="0"/>
                    <a:pt x="215" y="0"/>
                  </a:cubicBezTo>
                  <a:cubicBezTo>
                    <a:pt x="152" y="0"/>
                    <a:pt x="152" y="0"/>
                    <a:pt x="152" y="0"/>
                  </a:cubicBezTo>
                  <a:cubicBezTo>
                    <a:pt x="152" y="52"/>
                    <a:pt x="152" y="52"/>
                    <a:pt x="152" y="52"/>
                  </a:cubicBezTo>
                  <a:cubicBezTo>
                    <a:pt x="147" y="52"/>
                    <a:pt x="147" y="52"/>
                    <a:pt x="147" y="52"/>
                  </a:cubicBezTo>
                  <a:cubicBezTo>
                    <a:pt x="147" y="0"/>
                    <a:pt x="147" y="0"/>
                    <a:pt x="147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79" y="52"/>
                    <a:pt x="79" y="52"/>
                    <a:pt x="79" y="52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0" y="113"/>
                    <a:pt x="0" y="113"/>
                    <a:pt x="0" y="113"/>
                  </a:cubicBezTo>
                  <a:cubicBezTo>
                    <a:pt x="14" y="113"/>
                    <a:pt x="14" y="113"/>
                    <a:pt x="14" y="113"/>
                  </a:cubicBezTo>
                  <a:cubicBezTo>
                    <a:pt x="21" y="89"/>
                    <a:pt x="21" y="89"/>
                    <a:pt x="21" y="89"/>
                  </a:cubicBezTo>
                  <a:cubicBezTo>
                    <a:pt x="23" y="89"/>
                    <a:pt x="23" y="89"/>
                    <a:pt x="23" y="89"/>
                  </a:cubicBezTo>
                  <a:cubicBezTo>
                    <a:pt x="35" y="113"/>
                    <a:pt x="35" y="113"/>
                    <a:pt x="35" y="113"/>
                  </a:cubicBezTo>
                  <a:cubicBezTo>
                    <a:pt x="52" y="113"/>
                    <a:pt x="52" y="113"/>
                    <a:pt x="52" y="113"/>
                  </a:cubicBezTo>
                  <a:cubicBezTo>
                    <a:pt x="40" y="89"/>
                    <a:pt x="40" y="89"/>
                    <a:pt x="40" y="89"/>
                  </a:cubicBezTo>
                  <a:cubicBezTo>
                    <a:pt x="66" y="89"/>
                    <a:pt x="66" y="89"/>
                    <a:pt x="66" y="89"/>
                  </a:cubicBezTo>
                  <a:cubicBezTo>
                    <a:pt x="59" y="113"/>
                    <a:pt x="59" y="113"/>
                    <a:pt x="59" y="113"/>
                  </a:cubicBezTo>
                  <a:cubicBezTo>
                    <a:pt x="74" y="113"/>
                    <a:pt x="74" y="113"/>
                    <a:pt x="74" y="113"/>
                  </a:cubicBezTo>
                  <a:cubicBezTo>
                    <a:pt x="81" y="89"/>
                    <a:pt x="81" y="89"/>
                    <a:pt x="81" y="89"/>
                  </a:cubicBezTo>
                  <a:cubicBezTo>
                    <a:pt x="85" y="89"/>
                    <a:pt x="85" y="89"/>
                    <a:pt x="85" y="89"/>
                  </a:cubicBezTo>
                  <a:cubicBezTo>
                    <a:pt x="85" y="89"/>
                    <a:pt x="85" y="89"/>
                    <a:pt x="85" y="89"/>
                  </a:cubicBezTo>
                  <a:cubicBezTo>
                    <a:pt x="90" y="89"/>
                    <a:pt x="90" y="89"/>
                    <a:pt x="90" y="89"/>
                  </a:cubicBezTo>
                  <a:cubicBezTo>
                    <a:pt x="90" y="89"/>
                    <a:pt x="90" y="89"/>
                    <a:pt x="90" y="89"/>
                  </a:cubicBezTo>
                  <a:cubicBezTo>
                    <a:pt x="119" y="89"/>
                    <a:pt x="119" y="89"/>
                    <a:pt x="119" y="89"/>
                  </a:cubicBezTo>
                  <a:cubicBezTo>
                    <a:pt x="112" y="113"/>
                    <a:pt x="112" y="113"/>
                    <a:pt x="112" y="113"/>
                  </a:cubicBezTo>
                  <a:cubicBezTo>
                    <a:pt x="128" y="113"/>
                    <a:pt x="128" y="113"/>
                    <a:pt x="128" y="113"/>
                  </a:cubicBezTo>
                  <a:cubicBezTo>
                    <a:pt x="135" y="89"/>
                    <a:pt x="135" y="89"/>
                    <a:pt x="135" y="89"/>
                  </a:cubicBezTo>
                  <a:cubicBezTo>
                    <a:pt x="142" y="89"/>
                    <a:pt x="142" y="89"/>
                    <a:pt x="142" y="89"/>
                  </a:cubicBezTo>
                  <a:cubicBezTo>
                    <a:pt x="142" y="113"/>
                    <a:pt x="142" y="113"/>
                    <a:pt x="142" y="113"/>
                  </a:cubicBezTo>
                  <a:cubicBezTo>
                    <a:pt x="155" y="113"/>
                    <a:pt x="155" y="113"/>
                    <a:pt x="155" y="113"/>
                  </a:cubicBezTo>
                  <a:cubicBezTo>
                    <a:pt x="170" y="89"/>
                    <a:pt x="170" y="89"/>
                    <a:pt x="170" y="89"/>
                  </a:cubicBezTo>
                  <a:cubicBezTo>
                    <a:pt x="180" y="89"/>
                    <a:pt x="180" y="89"/>
                    <a:pt x="180" y="89"/>
                  </a:cubicBezTo>
                  <a:cubicBezTo>
                    <a:pt x="175" y="113"/>
                    <a:pt x="175" y="113"/>
                    <a:pt x="175" y="113"/>
                  </a:cubicBezTo>
                  <a:cubicBezTo>
                    <a:pt x="190" y="113"/>
                    <a:pt x="190" y="113"/>
                    <a:pt x="190" y="113"/>
                  </a:cubicBezTo>
                  <a:cubicBezTo>
                    <a:pt x="195" y="89"/>
                    <a:pt x="195" y="89"/>
                    <a:pt x="195" y="89"/>
                  </a:cubicBezTo>
                  <a:cubicBezTo>
                    <a:pt x="204" y="89"/>
                    <a:pt x="204" y="89"/>
                    <a:pt x="204" y="89"/>
                  </a:cubicBezTo>
                  <a:cubicBezTo>
                    <a:pt x="203" y="96"/>
                    <a:pt x="205" y="103"/>
                    <a:pt x="210" y="108"/>
                  </a:cubicBezTo>
                  <a:cubicBezTo>
                    <a:pt x="216" y="113"/>
                    <a:pt x="225" y="114"/>
                    <a:pt x="232" y="114"/>
                  </a:cubicBezTo>
                  <a:cubicBezTo>
                    <a:pt x="241" y="114"/>
                    <a:pt x="251" y="113"/>
                    <a:pt x="260" y="111"/>
                  </a:cubicBezTo>
                  <a:cubicBezTo>
                    <a:pt x="266" y="89"/>
                    <a:pt x="266" y="89"/>
                    <a:pt x="266" y="89"/>
                  </a:cubicBezTo>
                  <a:cubicBezTo>
                    <a:pt x="283" y="89"/>
                    <a:pt x="283" y="89"/>
                    <a:pt x="283" y="89"/>
                  </a:cubicBezTo>
                  <a:cubicBezTo>
                    <a:pt x="283" y="0"/>
                    <a:pt x="283" y="0"/>
                    <a:pt x="283" y="0"/>
                  </a:cubicBezTo>
                  <a:cubicBezTo>
                    <a:pt x="220" y="0"/>
                    <a:pt x="220" y="0"/>
                    <a:pt x="220" y="0"/>
                  </a:cubicBezTo>
                  <a:cubicBezTo>
                    <a:pt x="220" y="0"/>
                    <a:pt x="220" y="0"/>
                    <a:pt x="2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" name="Freeform 19">
              <a:extLst>
                <a:ext uri="{FF2B5EF4-FFF2-40B4-BE49-F238E27FC236}">
                  <a16:creationId xmlns:a16="http://schemas.microsoft.com/office/drawing/2014/main" id="{C5CCCCF1-8E34-4341-A6C5-97CC39680E55}"/>
                </a:ext>
              </a:extLst>
            </p:cNvPr>
            <p:cNvSpPr>
              <a:spLocks noChangeAspect="1" noEditPoints="1"/>
            </p:cNvSpPr>
            <p:nvPr userDrawn="1"/>
          </p:nvSpPr>
          <p:spPr bwMode="auto">
            <a:xfrm>
              <a:off x="1008000" y="742622"/>
              <a:ext cx="911399" cy="371311"/>
            </a:xfrm>
            <a:custGeom>
              <a:avLst/>
              <a:gdLst>
                <a:gd name="T0" fmla="*/ 269 w 283"/>
                <a:gd name="T1" fmla="*/ 77 h 114"/>
                <a:gd name="T2" fmla="*/ 222 w 283"/>
                <a:gd name="T3" fmla="*/ 87 h 114"/>
                <a:gd name="T4" fmla="*/ 244 w 283"/>
                <a:gd name="T5" fmla="*/ 60 h 114"/>
                <a:gd name="T6" fmla="*/ 269 w 283"/>
                <a:gd name="T7" fmla="*/ 56 h 114"/>
                <a:gd name="T8" fmla="*/ 222 w 283"/>
                <a:gd name="T9" fmla="*/ 2 h 114"/>
                <a:gd name="T10" fmla="*/ 281 w 283"/>
                <a:gd name="T11" fmla="*/ 87 h 114"/>
                <a:gd name="T12" fmla="*/ 222 w 283"/>
                <a:gd name="T13" fmla="*/ 89 h 114"/>
                <a:gd name="T14" fmla="*/ 246 w 283"/>
                <a:gd name="T15" fmla="*/ 101 h 114"/>
                <a:gd name="T16" fmla="*/ 205 w 283"/>
                <a:gd name="T17" fmla="*/ 82 h 114"/>
                <a:gd name="T18" fmla="*/ 203 w 283"/>
                <a:gd name="T19" fmla="*/ 52 h 114"/>
                <a:gd name="T20" fmla="*/ 154 w 283"/>
                <a:gd name="T21" fmla="*/ 87 h 114"/>
                <a:gd name="T22" fmla="*/ 213 w 283"/>
                <a:gd name="T23" fmla="*/ 53 h 114"/>
                <a:gd name="T24" fmla="*/ 171 w 283"/>
                <a:gd name="T25" fmla="*/ 87 h 114"/>
                <a:gd name="T26" fmla="*/ 180 w 283"/>
                <a:gd name="T27" fmla="*/ 87 h 114"/>
                <a:gd name="T28" fmla="*/ 120 w 283"/>
                <a:gd name="T29" fmla="*/ 87 h 114"/>
                <a:gd name="T30" fmla="*/ 117 w 283"/>
                <a:gd name="T31" fmla="*/ 56 h 114"/>
                <a:gd name="T32" fmla="*/ 86 w 283"/>
                <a:gd name="T33" fmla="*/ 2 h 114"/>
                <a:gd name="T34" fmla="*/ 145 w 283"/>
                <a:gd name="T35" fmla="*/ 52 h 114"/>
                <a:gd name="T36" fmla="*/ 142 w 283"/>
                <a:gd name="T37" fmla="*/ 87 h 114"/>
                <a:gd name="T38" fmla="*/ 93 w 283"/>
                <a:gd name="T39" fmla="*/ 79 h 114"/>
                <a:gd name="T40" fmla="*/ 89 w 283"/>
                <a:gd name="T41" fmla="*/ 79 h 114"/>
                <a:gd name="T42" fmla="*/ 87 w 283"/>
                <a:gd name="T43" fmla="*/ 69 h 114"/>
                <a:gd name="T44" fmla="*/ 95 w 283"/>
                <a:gd name="T45" fmla="*/ 62 h 114"/>
                <a:gd name="T46" fmla="*/ 93 w 283"/>
                <a:gd name="T47" fmla="*/ 79 h 114"/>
                <a:gd name="T48" fmla="*/ 67 w 283"/>
                <a:gd name="T49" fmla="*/ 86 h 114"/>
                <a:gd name="T50" fmla="*/ 37 w 283"/>
                <a:gd name="T51" fmla="*/ 82 h 114"/>
                <a:gd name="T52" fmla="*/ 25 w 283"/>
                <a:gd name="T53" fmla="*/ 77 h 114"/>
                <a:gd name="T54" fmla="*/ 18 w 283"/>
                <a:gd name="T55" fmla="*/ 2 h 114"/>
                <a:gd name="T56" fmla="*/ 76 w 283"/>
                <a:gd name="T57" fmla="*/ 55 h 114"/>
                <a:gd name="T58" fmla="*/ 22 w 283"/>
                <a:gd name="T59" fmla="*/ 87 h 114"/>
                <a:gd name="T60" fmla="*/ 220 w 283"/>
                <a:gd name="T61" fmla="*/ 0 h 114"/>
                <a:gd name="T62" fmla="*/ 215 w 283"/>
                <a:gd name="T63" fmla="*/ 0 h 114"/>
                <a:gd name="T64" fmla="*/ 147 w 283"/>
                <a:gd name="T65" fmla="*/ 52 h 114"/>
                <a:gd name="T66" fmla="*/ 84 w 283"/>
                <a:gd name="T67" fmla="*/ 52 h 114"/>
                <a:gd name="T68" fmla="*/ 16 w 283"/>
                <a:gd name="T69" fmla="*/ 0 h 114"/>
                <a:gd name="T70" fmla="*/ 14 w 283"/>
                <a:gd name="T71" fmla="*/ 113 h 114"/>
                <a:gd name="T72" fmla="*/ 35 w 283"/>
                <a:gd name="T73" fmla="*/ 113 h 114"/>
                <a:gd name="T74" fmla="*/ 66 w 283"/>
                <a:gd name="T75" fmla="*/ 89 h 114"/>
                <a:gd name="T76" fmla="*/ 81 w 283"/>
                <a:gd name="T77" fmla="*/ 89 h 114"/>
                <a:gd name="T78" fmla="*/ 90 w 283"/>
                <a:gd name="T79" fmla="*/ 89 h 114"/>
                <a:gd name="T80" fmla="*/ 112 w 283"/>
                <a:gd name="T81" fmla="*/ 113 h 114"/>
                <a:gd name="T82" fmla="*/ 142 w 283"/>
                <a:gd name="T83" fmla="*/ 89 h 114"/>
                <a:gd name="T84" fmla="*/ 170 w 283"/>
                <a:gd name="T85" fmla="*/ 89 h 114"/>
                <a:gd name="T86" fmla="*/ 190 w 283"/>
                <a:gd name="T87" fmla="*/ 113 h 114"/>
                <a:gd name="T88" fmla="*/ 210 w 283"/>
                <a:gd name="T89" fmla="*/ 108 h 114"/>
                <a:gd name="T90" fmla="*/ 266 w 283"/>
                <a:gd name="T91" fmla="*/ 89 h 114"/>
                <a:gd name="T92" fmla="*/ 220 w 283"/>
                <a:gd name="T93" fmla="*/ 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83" h="114">
                  <a:moveTo>
                    <a:pt x="281" y="87"/>
                  </a:moveTo>
                  <a:cubicBezTo>
                    <a:pt x="266" y="87"/>
                    <a:pt x="266" y="87"/>
                    <a:pt x="266" y="87"/>
                  </a:cubicBezTo>
                  <a:cubicBezTo>
                    <a:pt x="269" y="77"/>
                    <a:pt x="269" y="77"/>
                    <a:pt x="269" y="77"/>
                  </a:cubicBezTo>
                  <a:cubicBezTo>
                    <a:pt x="239" y="77"/>
                    <a:pt x="239" y="77"/>
                    <a:pt x="239" y="77"/>
                  </a:cubicBezTo>
                  <a:cubicBezTo>
                    <a:pt x="237" y="87"/>
                    <a:pt x="237" y="87"/>
                    <a:pt x="237" y="87"/>
                  </a:cubicBezTo>
                  <a:cubicBezTo>
                    <a:pt x="222" y="87"/>
                    <a:pt x="222" y="87"/>
                    <a:pt x="222" y="87"/>
                  </a:cubicBezTo>
                  <a:cubicBezTo>
                    <a:pt x="222" y="85"/>
                    <a:pt x="222" y="85"/>
                    <a:pt x="222" y="85"/>
                  </a:cubicBezTo>
                  <a:cubicBezTo>
                    <a:pt x="223" y="84"/>
                    <a:pt x="223" y="83"/>
                    <a:pt x="223" y="81"/>
                  </a:cubicBezTo>
                  <a:cubicBezTo>
                    <a:pt x="226" y="71"/>
                    <a:pt x="233" y="60"/>
                    <a:pt x="244" y="60"/>
                  </a:cubicBezTo>
                  <a:cubicBezTo>
                    <a:pt x="249" y="60"/>
                    <a:pt x="254" y="62"/>
                    <a:pt x="253" y="69"/>
                  </a:cubicBezTo>
                  <a:cubicBezTo>
                    <a:pt x="271" y="69"/>
                    <a:pt x="271" y="69"/>
                    <a:pt x="271" y="69"/>
                  </a:cubicBezTo>
                  <a:cubicBezTo>
                    <a:pt x="272" y="66"/>
                    <a:pt x="273" y="61"/>
                    <a:pt x="269" y="56"/>
                  </a:cubicBezTo>
                  <a:cubicBezTo>
                    <a:pt x="266" y="51"/>
                    <a:pt x="258" y="48"/>
                    <a:pt x="248" y="48"/>
                  </a:cubicBezTo>
                  <a:cubicBezTo>
                    <a:pt x="241" y="48"/>
                    <a:pt x="231" y="50"/>
                    <a:pt x="222" y="55"/>
                  </a:cubicBezTo>
                  <a:cubicBezTo>
                    <a:pt x="222" y="2"/>
                    <a:pt x="222" y="2"/>
                    <a:pt x="222" y="2"/>
                  </a:cubicBezTo>
                  <a:cubicBezTo>
                    <a:pt x="281" y="2"/>
                    <a:pt x="281" y="2"/>
                    <a:pt x="281" y="2"/>
                  </a:cubicBezTo>
                  <a:cubicBezTo>
                    <a:pt x="281" y="87"/>
                    <a:pt x="281" y="87"/>
                    <a:pt x="281" y="87"/>
                  </a:cubicBezTo>
                  <a:cubicBezTo>
                    <a:pt x="281" y="87"/>
                    <a:pt x="281" y="87"/>
                    <a:pt x="281" y="87"/>
                  </a:cubicBezTo>
                  <a:close/>
                  <a:moveTo>
                    <a:pt x="246" y="101"/>
                  </a:moveTo>
                  <a:cubicBezTo>
                    <a:pt x="243" y="102"/>
                    <a:pt x="240" y="102"/>
                    <a:pt x="237" y="102"/>
                  </a:cubicBezTo>
                  <a:cubicBezTo>
                    <a:pt x="228" y="102"/>
                    <a:pt x="222" y="98"/>
                    <a:pt x="222" y="89"/>
                  </a:cubicBezTo>
                  <a:cubicBezTo>
                    <a:pt x="249" y="89"/>
                    <a:pt x="249" y="89"/>
                    <a:pt x="249" y="89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6" y="101"/>
                    <a:pt x="246" y="101"/>
                    <a:pt x="246" y="101"/>
                  </a:cubicBezTo>
                  <a:close/>
                  <a:moveTo>
                    <a:pt x="213" y="53"/>
                  </a:moveTo>
                  <a:cubicBezTo>
                    <a:pt x="213" y="65"/>
                    <a:pt x="213" y="65"/>
                    <a:pt x="213" y="65"/>
                  </a:cubicBezTo>
                  <a:cubicBezTo>
                    <a:pt x="209" y="71"/>
                    <a:pt x="206" y="77"/>
                    <a:pt x="205" y="82"/>
                  </a:cubicBezTo>
                  <a:cubicBezTo>
                    <a:pt x="204" y="83"/>
                    <a:pt x="204" y="85"/>
                    <a:pt x="204" y="87"/>
                  </a:cubicBezTo>
                  <a:cubicBezTo>
                    <a:pt x="195" y="87"/>
                    <a:pt x="195" y="87"/>
                    <a:pt x="195" y="87"/>
                  </a:cubicBezTo>
                  <a:cubicBezTo>
                    <a:pt x="203" y="52"/>
                    <a:pt x="203" y="52"/>
                    <a:pt x="203" y="52"/>
                  </a:cubicBezTo>
                  <a:cubicBezTo>
                    <a:pt x="178" y="52"/>
                    <a:pt x="178" y="52"/>
                    <a:pt x="178" y="52"/>
                  </a:cubicBezTo>
                  <a:cubicBezTo>
                    <a:pt x="156" y="87"/>
                    <a:pt x="156" y="87"/>
                    <a:pt x="156" y="87"/>
                  </a:cubicBezTo>
                  <a:cubicBezTo>
                    <a:pt x="154" y="87"/>
                    <a:pt x="154" y="87"/>
                    <a:pt x="154" y="87"/>
                  </a:cubicBezTo>
                  <a:cubicBezTo>
                    <a:pt x="154" y="2"/>
                    <a:pt x="154" y="2"/>
                    <a:pt x="154" y="2"/>
                  </a:cubicBezTo>
                  <a:cubicBezTo>
                    <a:pt x="213" y="2"/>
                    <a:pt x="213" y="2"/>
                    <a:pt x="213" y="2"/>
                  </a:cubicBezTo>
                  <a:cubicBezTo>
                    <a:pt x="213" y="53"/>
                    <a:pt x="213" y="53"/>
                    <a:pt x="213" y="53"/>
                  </a:cubicBezTo>
                  <a:cubicBezTo>
                    <a:pt x="213" y="53"/>
                    <a:pt x="213" y="53"/>
                    <a:pt x="213" y="53"/>
                  </a:cubicBezTo>
                  <a:close/>
                  <a:moveTo>
                    <a:pt x="180" y="87"/>
                  </a:moveTo>
                  <a:cubicBezTo>
                    <a:pt x="171" y="87"/>
                    <a:pt x="171" y="87"/>
                    <a:pt x="171" y="87"/>
                  </a:cubicBezTo>
                  <a:cubicBezTo>
                    <a:pt x="185" y="66"/>
                    <a:pt x="185" y="66"/>
                    <a:pt x="185" y="66"/>
                  </a:cubicBezTo>
                  <a:cubicBezTo>
                    <a:pt x="180" y="87"/>
                    <a:pt x="180" y="87"/>
                    <a:pt x="180" y="87"/>
                  </a:cubicBezTo>
                  <a:cubicBezTo>
                    <a:pt x="180" y="87"/>
                    <a:pt x="180" y="87"/>
                    <a:pt x="180" y="87"/>
                  </a:cubicBezTo>
                  <a:close/>
                  <a:moveTo>
                    <a:pt x="145" y="52"/>
                  </a:moveTo>
                  <a:cubicBezTo>
                    <a:pt x="130" y="52"/>
                    <a:pt x="130" y="52"/>
                    <a:pt x="130" y="52"/>
                  </a:cubicBezTo>
                  <a:cubicBezTo>
                    <a:pt x="120" y="87"/>
                    <a:pt x="120" y="87"/>
                    <a:pt x="120" y="87"/>
                  </a:cubicBezTo>
                  <a:cubicBezTo>
                    <a:pt x="104" y="87"/>
                    <a:pt x="104" y="87"/>
                    <a:pt x="104" y="87"/>
                  </a:cubicBezTo>
                  <a:cubicBezTo>
                    <a:pt x="112" y="84"/>
                    <a:pt x="117" y="78"/>
                    <a:pt x="119" y="70"/>
                  </a:cubicBezTo>
                  <a:cubicBezTo>
                    <a:pt x="120" y="64"/>
                    <a:pt x="119" y="59"/>
                    <a:pt x="117" y="56"/>
                  </a:cubicBezTo>
                  <a:cubicBezTo>
                    <a:pt x="113" y="51"/>
                    <a:pt x="105" y="52"/>
                    <a:pt x="98" y="52"/>
                  </a:cubicBezTo>
                  <a:cubicBezTo>
                    <a:pt x="97" y="52"/>
                    <a:pt x="86" y="52"/>
                    <a:pt x="86" y="52"/>
                  </a:cubicBezTo>
                  <a:cubicBezTo>
                    <a:pt x="86" y="2"/>
                    <a:pt x="86" y="2"/>
                    <a:pt x="86" y="2"/>
                  </a:cubicBezTo>
                  <a:cubicBezTo>
                    <a:pt x="145" y="2"/>
                    <a:pt x="145" y="2"/>
                    <a:pt x="145" y="2"/>
                  </a:cubicBezTo>
                  <a:cubicBezTo>
                    <a:pt x="145" y="52"/>
                    <a:pt x="145" y="52"/>
                    <a:pt x="145" y="52"/>
                  </a:cubicBezTo>
                  <a:cubicBezTo>
                    <a:pt x="145" y="52"/>
                    <a:pt x="145" y="52"/>
                    <a:pt x="145" y="52"/>
                  </a:cubicBezTo>
                  <a:close/>
                  <a:moveTo>
                    <a:pt x="135" y="87"/>
                  </a:moveTo>
                  <a:cubicBezTo>
                    <a:pt x="141" y="65"/>
                    <a:pt x="141" y="65"/>
                    <a:pt x="141" y="65"/>
                  </a:cubicBezTo>
                  <a:cubicBezTo>
                    <a:pt x="142" y="87"/>
                    <a:pt x="142" y="87"/>
                    <a:pt x="142" y="87"/>
                  </a:cubicBezTo>
                  <a:cubicBezTo>
                    <a:pt x="135" y="87"/>
                    <a:pt x="135" y="87"/>
                    <a:pt x="135" y="87"/>
                  </a:cubicBezTo>
                  <a:cubicBezTo>
                    <a:pt x="135" y="87"/>
                    <a:pt x="135" y="87"/>
                    <a:pt x="135" y="87"/>
                  </a:cubicBezTo>
                  <a:close/>
                  <a:moveTo>
                    <a:pt x="93" y="79"/>
                  </a:moveTo>
                  <a:cubicBezTo>
                    <a:pt x="93" y="79"/>
                    <a:pt x="93" y="79"/>
                    <a:pt x="93" y="79"/>
                  </a:cubicBezTo>
                  <a:cubicBezTo>
                    <a:pt x="92" y="79"/>
                    <a:pt x="91" y="79"/>
                    <a:pt x="91" y="79"/>
                  </a:cubicBezTo>
                  <a:cubicBezTo>
                    <a:pt x="90" y="79"/>
                    <a:pt x="89" y="79"/>
                    <a:pt x="89" y="79"/>
                  </a:cubicBezTo>
                  <a:cubicBezTo>
                    <a:pt x="85" y="79"/>
                    <a:pt x="85" y="79"/>
                    <a:pt x="85" y="79"/>
                  </a:cubicBezTo>
                  <a:cubicBezTo>
                    <a:pt x="87" y="72"/>
                    <a:pt x="87" y="72"/>
                    <a:pt x="87" y="72"/>
                  </a:cubicBezTo>
                  <a:cubicBezTo>
                    <a:pt x="87" y="69"/>
                    <a:pt x="87" y="69"/>
                    <a:pt x="87" y="69"/>
                  </a:cubicBezTo>
                  <a:cubicBezTo>
                    <a:pt x="89" y="62"/>
                    <a:pt x="89" y="62"/>
                    <a:pt x="89" y="62"/>
                  </a:cubicBezTo>
                  <a:cubicBezTo>
                    <a:pt x="90" y="62"/>
                    <a:pt x="91" y="62"/>
                    <a:pt x="92" y="62"/>
                  </a:cubicBezTo>
                  <a:cubicBezTo>
                    <a:pt x="95" y="62"/>
                    <a:pt x="95" y="62"/>
                    <a:pt x="95" y="62"/>
                  </a:cubicBezTo>
                  <a:cubicBezTo>
                    <a:pt x="100" y="62"/>
                    <a:pt x="103" y="62"/>
                    <a:pt x="104" y="63"/>
                  </a:cubicBezTo>
                  <a:cubicBezTo>
                    <a:pt x="105" y="65"/>
                    <a:pt x="105" y="67"/>
                    <a:pt x="104" y="70"/>
                  </a:cubicBezTo>
                  <a:cubicBezTo>
                    <a:pt x="102" y="75"/>
                    <a:pt x="100" y="78"/>
                    <a:pt x="93" y="79"/>
                  </a:cubicBezTo>
                  <a:moveTo>
                    <a:pt x="76" y="55"/>
                  </a:moveTo>
                  <a:cubicBezTo>
                    <a:pt x="75" y="58"/>
                    <a:pt x="75" y="58"/>
                    <a:pt x="75" y="58"/>
                  </a:cubicBezTo>
                  <a:cubicBezTo>
                    <a:pt x="67" y="86"/>
                    <a:pt x="67" y="86"/>
                    <a:pt x="67" y="86"/>
                  </a:cubicBezTo>
                  <a:cubicBezTo>
                    <a:pt x="67" y="87"/>
                    <a:pt x="67" y="87"/>
                    <a:pt x="67" y="87"/>
                  </a:cubicBezTo>
                  <a:cubicBezTo>
                    <a:pt x="39" y="87"/>
                    <a:pt x="39" y="87"/>
                    <a:pt x="39" y="87"/>
                  </a:cubicBezTo>
                  <a:cubicBezTo>
                    <a:pt x="37" y="82"/>
                    <a:pt x="37" y="82"/>
                    <a:pt x="37" y="82"/>
                  </a:cubicBezTo>
                  <a:cubicBezTo>
                    <a:pt x="67" y="52"/>
                    <a:pt x="67" y="52"/>
                    <a:pt x="67" y="52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25" y="77"/>
                    <a:pt x="25" y="77"/>
                    <a:pt x="25" y="77"/>
                  </a:cubicBezTo>
                  <a:cubicBezTo>
                    <a:pt x="32" y="52"/>
                    <a:pt x="32" y="52"/>
                    <a:pt x="32" y="52"/>
                  </a:cubicBezTo>
                  <a:cubicBezTo>
                    <a:pt x="18" y="52"/>
                    <a:pt x="18" y="52"/>
                    <a:pt x="18" y="5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76" y="2"/>
                    <a:pt x="76" y="2"/>
                    <a:pt x="76" y="2"/>
                  </a:cubicBezTo>
                  <a:cubicBezTo>
                    <a:pt x="76" y="55"/>
                    <a:pt x="76" y="55"/>
                    <a:pt x="76" y="55"/>
                  </a:cubicBezTo>
                  <a:cubicBezTo>
                    <a:pt x="76" y="55"/>
                    <a:pt x="76" y="55"/>
                    <a:pt x="76" y="55"/>
                  </a:cubicBezTo>
                  <a:close/>
                  <a:moveTo>
                    <a:pt x="22" y="87"/>
                  </a:moveTo>
                  <a:cubicBezTo>
                    <a:pt x="22" y="87"/>
                    <a:pt x="22" y="87"/>
                    <a:pt x="22" y="87"/>
                  </a:cubicBezTo>
                  <a:cubicBezTo>
                    <a:pt x="22" y="87"/>
                    <a:pt x="22" y="87"/>
                    <a:pt x="22" y="87"/>
                  </a:cubicBezTo>
                  <a:cubicBezTo>
                    <a:pt x="22" y="87"/>
                    <a:pt x="22" y="87"/>
                    <a:pt x="22" y="87"/>
                  </a:cubicBezTo>
                  <a:cubicBezTo>
                    <a:pt x="22" y="87"/>
                    <a:pt x="22" y="87"/>
                    <a:pt x="22" y="87"/>
                  </a:cubicBezTo>
                  <a:close/>
                  <a:moveTo>
                    <a:pt x="220" y="0"/>
                  </a:moveTo>
                  <a:cubicBezTo>
                    <a:pt x="220" y="57"/>
                    <a:pt x="220" y="57"/>
                    <a:pt x="220" y="57"/>
                  </a:cubicBezTo>
                  <a:cubicBezTo>
                    <a:pt x="218" y="59"/>
                    <a:pt x="216" y="60"/>
                    <a:pt x="215" y="62"/>
                  </a:cubicBezTo>
                  <a:cubicBezTo>
                    <a:pt x="215" y="0"/>
                    <a:pt x="215" y="0"/>
                    <a:pt x="215" y="0"/>
                  </a:cubicBezTo>
                  <a:cubicBezTo>
                    <a:pt x="152" y="0"/>
                    <a:pt x="152" y="0"/>
                    <a:pt x="152" y="0"/>
                  </a:cubicBezTo>
                  <a:cubicBezTo>
                    <a:pt x="152" y="52"/>
                    <a:pt x="152" y="52"/>
                    <a:pt x="152" y="52"/>
                  </a:cubicBezTo>
                  <a:cubicBezTo>
                    <a:pt x="147" y="52"/>
                    <a:pt x="147" y="52"/>
                    <a:pt x="147" y="52"/>
                  </a:cubicBezTo>
                  <a:cubicBezTo>
                    <a:pt x="147" y="0"/>
                    <a:pt x="147" y="0"/>
                    <a:pt x="147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79" y="52"/>
                    <a:pt x="79" y="52"/>
                    <a:pt x="79" y="52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0" y="113"/>
                    <a:pt x="0" y="113"/>
                    <a:pt x="0" y="113"/>
                  </a:cubicBezTo>
                  <a:cubicBezTo>
                    <a:pt x="14" y="113"/>
                    <a:pt x="14" y="113"/>
                    <a:pt x="14" y="113"/>
                  </a:cubicBezTo>
                  <a:cubicBezTo>
                    <a:pt x="21" y="89"/>
                    <a:pt x="21" y="89"/>
                    <a:pt x="21" y="89"/>
                  </a:cubicBezTo>
                  <a:cubicBezTo>
                    <a:pt x="23" y="89"/>
                    <a:pt x="23" y="89"/>
                    <a:pt x="23" y="89"/>
                  </a:cubicBezTo>
                  <a:cubicBezTo>
                    <a:pt x="35" y="113"/>
                    <a:pt x="35" y="113"/>
                    <a:pt x="35" y="113"/>
                  </a:cubicBezTo>
                  <a:cubicBezTo>
                    <a:pt x="52" y="113"/>
                    <a:pt x="52" y="113"/>
                    <a:pt x="52" y="113"/>
                  </a:cubicBezTo>
                  <a:cubicBezTo>
                    <a:pt x="40" y="89"/>
                    <a:pt x="40" y="89"/>
                    <a:pt x="40" y="89"/>
                  </a:cubicBezTo>
                  <a:cubicBezTo>
                    <a:pt x="66" y="89"/>
                    <a:pt x="66" y="89"/>
                    <a:pt x="66" y="89"/>
                  </a:cubicBezTo>
                  <a:cubicBezTo>
                    <a:pt x="59" y="113"/>
                    <a:pt x="59" y="113"/>
                    <a:pt x="59" y="113"/>
                  </a:cubicBezTo>
                  <a:cubicBezTo>
                    <a:pt x="74" y="113"/>
                    <a:pt x="74" y="113"/>
                    <a:pt x="74" y="113"/>
                  </a:cubicBezTo>
                  <a:cubicBezTo>
                    <a:pt x="81" y="89"/>
                    <a:pt x="81" y="89"/>
                    <a:pt x="81" y="89"/>
                  </a:cubicBezTo>
                  <a:cubicBezTo>
                    <a:pt x="85" y="89"/>
                    <a:pt x="85" y="89"/>
                    <a:pt x="85" y="89"/>
                  </a:cubicBezTo>
                  <a:cubicBezTo>
                    <a:pt x="85" y="89"/>
                    <a:pt x="85" y="89"/>
                    <a:pt x="85" y="89"/>
                  </a:cubicBezTo>
                  <a:cubicBezTo>
                    <a:pt x="90" y="89"/>
                    <a:pt x="90" y="89"/>
                    <a:pt x="90" y="89"/>
                  </a:cubicBezTo>
                  <a:cubicBezTo>
                    <a:pt x="90" y="89"/>
                    <a:pt x="90" y="89"/>
                    <a:pt x="90" y="89"/>
                  </a:cubicBezTo>
                  <a:cubicBezTo>
                    <a:pt x="119" y="89"/>
                    <a:pt x="119" y="89"/>
                    <a:pt x="119" y="89"/>
                  </a:cubicBezTo>
                  <a:cubicBezTo>
                    <a:pt x="112" y="113"/>
                    <a:pt x="112" y="113"/>
                    <a:pt x="112" y="113"/>
                  </a:cubicBezTo>
                  <a:cubicBezTo>
                    <a:pt x="128" y="113"/>
                    <a:pt x="128" y="113"/>
                    <a:pt x="128" y="113"/>
                  </a:cubicBezTo>
                  <a:cubicBezTo>
                    <a:pt x="135" y="89"/>
                    <a:pt x="135" y="89"/>
                    <a:pt x="135" y="89"/>
                  </a:cubicBezTo>
                  <a:cubicBezTo>
                    <a:pt x="142" y="89"/>
                    <a:pt x="142" y="89"/>
                    <a:pt x="142" y="89"/>
                  </a:cubicBezTo>
                  <a:cubicBezTo>
                    <a:pt x="142" y="113"/>
                    <a:pt x="142" y="113"/>
                    <a:pt x="142" y="113"/>
                  </a:cubicBezTo>
                  <a:cubicBezTo>
                    <a:pt x="155" y="113"/>
                    <a:pt x="155" y="113"/>
                    <a:pt x="155" y="113"/>
                  </a:cubicBezTo>
                  <a:cubicBezTo>
                    <a:pt x="170" y="89"/>
                    <a:pt x="170" y="89"/>
                    <a:pt x="170" y="89"/>
                  </a:cubicBezTo>
                  <a:cubicBezTo>
                    <a:pt x="180" y="89"/>
                    <a:pt x="180" y="89"/>
                    <a:pt x="180" y="89"/>
                  </a:cubicBezTo>
                  <a:cubicBezTo>
                    <a:pt x="175" y="113"/>
                    <a:pt x="175" y="113"/>
                    <a:pt x="175" y="113"/>
                  </a:cubicBezTo>
                  <a:cubicBezTo>
                    <a:pt x="190" y="113"/>
                    <a:pt x="190" y="113"/>
                    <a:pt x="190" y="113"/>
                  </a:cubicBezTo>
                  <a:cubicBezTo>
                    <a:pt x="195" y="89"/>
                    <a:pt x="195" y="89"/>
                    <a:pt x="195" y="89"/>
                  </a:cubicBezTo>
                  <a:cubicBezTo>
                    <a:pt x="204" y="89"/>
                    <a:pt x="204" y="89"/>
                    <a:pt x="204" y="89"/>
                  </a:cubicBezTo>
                  <a:cubicBezTo>
                    <a:pt x="203" y="96"/>
                    <a:pt x="205" y="103"/>
                    <a:pt x="210" y="108"/>
                  </a:cubicBezTo>
                  <a:cubicBezTo>
                    <a:pt x="216" y="113"/>
                    <a:pt x="225" y="114"/>
                    <a:pt x="232" y="114"/>
                  </a:cubicBezTo>
                  <a:cubicBezTo>
                    <a:pt x="241" y="114"/>
                    <a:pt x="251" y="113"/>
                    <a:pt x="260" y="111"/>
                  </a:cubicBezTo>
                  <a:cubicBezTo>
                    <a:pt x="266" y="89"/>
                    <a:pt x="266" y="89"/>
                    <a:pt x="266" y="89"/>
                  </a:cubicBezTo>
                  <a:cubicBezTo>
                    <a:pt x="283" y="89"/>
                    <a:pt x="283" y="89"/>
                    <a:pt x="283" y="89"/>
                  </a:cubicBezTo>
                  <a:cubicBezTo>
                    <a:pt x="283" y="0"/>
                    <a:pt x="283" y="0"/>
                    <a:pt x="283" y="0"/>
                  </a:cubicBezTo>
                  <a:cubicBezTo>
                    <a:pt x="220" y="0"/>
                    <a:pt x="220" y="0"/>
                    <a:pt x="220" y="0"/>
                  </a:cubicBezTo>
                  <a:cubicBezTo>
                    <a:pt x="220" y="0"/>
                    <a:pt x="220" y="0"/>
                    <a:pt x="2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" name="Freeform 19">
              <a:extLst>
                <a:ext uri="{FF2B5EF4-FFF2-40B4-BE49-F238E27FC236}">
                  <a16:creationId xmlns:a16="http://schemas.microsoft.com/office/drawing/2014/main" id="{162D722E-1D64-4D54-98B6-8466501BFD3D}"/>
                </a:ext>
              </a:extLst>
            </p:cNvPr>
            <p:cNvSpPr>
              <a:spLocks noChangeAspect="1" noEditPoints="1"/>
            </p:cNvSpPr>
            <p:nvPr userDrawn="1"/>
          </p:nvSpPr>
          <p:spPr bwMode="auto">
            <a:xfrm>
              <a:off x="1008000" y="1113933"/>
              <a:ext cx="911399" cy="371311"/>
            </a:xfrm>
            <a:custGeom>
              <a:avLst/>
              <a:gdLst>
                <a:gd name="T0" fmla="*/ 269 w 283"/>
                <a:gd name="T1" fmla="*/ 77 h 114"/>
                <a:gd name="T2" fmla="*/ 222 w 283"/>
                <a:gd name="T3" fmla="*/ 87 h 114"/>
                <a:gd name="T4" fmla="*/ 244 w 283"/>
                <a:gd name="T5" fmla="*/ 60 h 114"/>
                <a:gd name="T6" fmla="*/ 269 w 283"/>
                <a:gd name="T7" fmla="*/ 56 h 114"/>
                <a:gd name="T8" fmla="*/ 222 w 283"/>
                <a:gd name="T9" fmla="*/ 2 h 114"/>
                <a:gd name="T10" fmla="*/ 281 w 283"/>
                <a:gd name="T11" fmla="*/ 87 h 114"/>
                <a:gd name="T12" fmla="*/ 222 w 283"/>
                <a:gd name="T13" fmla="*/ 89 h 114"/>
                <a:gd name="T14" fmla="*/ 246 w 283"/>
                <a:gd name="T15" fmla="*/ 101 h 114"/>
                <a:gd name="T16" fmla="*/ 205 w 283"/>
                <a:gd name="T17" fmla="*/ 82 h 114"/>
                <a:gd name="T18" fmla="*/ 203 w 283"/>
                <a:gd name="T19" fmla="*/ 52 h 114"/>
                <a:gd name="T20" fmla="*/ 154 w 283"/>
                <a:gd name="T21" fmla="*/ 87 h 114"/>
                <a:gd name="T22" fmla="*/ 213 w 283"/>
                <a:gd name="T23" fmla="*/ 53 h 114"/>
                <a:gd name="T24" fmla="*/ 171 w 283"/>
                <a:gd name="T25" fmla="*/ 87 h 114"/>
                <a:gd name="T26" fmla="*/ 180 w 283"/>
                <a:gd name="T27" fmla="*/ 87 h 114"/>
                <a:gd name="T28" fmla="*/ 120 w 283"/>
                <a:gd name="T29" fmla="*/ 87 h 114"/>
                <a:gd name="T30" fmla="*/ 117 w 283"/>
                <a:gd name="T31" fmla="*/ 56 h 114"/>
                <a:gd name="T32" fmla="*/ 86 w 283"/>
                <a:gd name="T33" fmla="*/ 2 h 114"/>
                <a:gd name="T34" fmla="*/ 145 w 283"/>
                <a:gd name="T35" fmla="*/ 52 h 114"/>
                <a:gd name="T36" fmla="*/ 142 w 283"/>
                <a:gd name="T37" fmla="*/ 87 h 114"/>
                <a:gd name="T38" fmla="*/ 93 w 283"/>
                <a:gd name="T39" fmla="*/ 79 h 114"/>
                <a:gd name="T40" fmla="*/ 89 w 283"/>
                <a:gd name="T41" fmla="*/ 79 h 114"/>
                <a:gd name="T42" fmla="*/ 87 w 283"/>
                <a:gd name="T43" fmla="*/ 69 h 114"/>
                <a:gd name="T44" fmla="*/ 95 w 283"/>
                <a:gd name="T45" fmla="*/ 62 h 114"/>
                <a:gd name="T46" fmla="*/ 93 w 283"/>
                <a:gd name="T47" fmla="*/ 79 h 114"/>
                <a:gd name="T48" fmla="*/ 67 w 283"/>
                <a:gd name="T49" fmla="*/ 86 h 114"/>
                <a:gd name="T50" fmla="*/ 37 w 283"/>
                <a:gd name="T51" fmla="*/ 82 h 114"/>
                <a:gd name="T52" fmla="*/ 25 w 283"/>
                <a:gd name="T53" fmla="*/ 77 h 114"/>
                <a:gd name="T54" fmla="*/ 18 w 283"/>
                <a:gd name="T55" fmla="*/ 2 h 114"/>
                <a:gd name="T56" fmla="*/ 76 w 283"/>
                <a:gd name="T57" fmla="*/ 55 h 114"/>
                <a:gd name="T58" fmla="*/ 22 w 283"/>
                <a:gd name="T59" fmla="*/ 87 h 114"/>
                <a:gd name="T60" fmla="*/ 220 w 283"/>
                <a:gd name="T61" fmla="*/ 0 h 114"/>
                <a:gd name="T62" fmla="*/ 215 w 283"/>
                <a:gd name="T63" fmla="*/ 0 h 114"/>
                <a:gd name="T64" fmla="*/ 147 w 283"/>
                <a:gd name="T65" fmla="*/ 52 h 114"/>
                <a:gd name="T66" fmla="*/ 84 w 283"/>
                <a:gd name="T67" fmla="*/ 52 h 114"/>
                <a:gd name="T68" fmla="*/ 16 w 283"/>
                <a:gd name="T69" fmla="*/ 0 h 114"/>
                <a:gd name="T70" fmla="*/ 14 w 283"/>
                <a:gd name="T71" fmla="*/ 113 h 114"/>
                <a:gd name="T72" fmla="*/ 35 w 283"/>
                <a:gd name="T73" fmla="*/ 113 h 114"/>
                <a:gd name="T74" fmla="*/ 66 w 283"/>
                <a:gd name="T75" fmla="*/ 89 h 114"/>
                <a:gd name="T76" fmla="*/ 81 w 283"/>
                <a:gd name="T77" fmla="*/ 89 h 114"/>
                <a:gd name="T78" fmla="*/ 90 w 283"/>
                <a:gd name="T79" fmla="*/ 89 h 114"/>
                <a:gd name="T80" fmla="*/ 112 w 283"/>
                <a:gd name="T81" fmla="*/ 113 h 114"/>
                <a:gd name="T82" fmla="*/ 142 w 283"/>
                <a:gd name="T83" fmla="*/ 89 h 114"/>
                <a:gd name="T84" fmla="*/ 170 w 283"/>
                <a:gd name="T85" fmla="*/ 89 h 114"/>
                <a:gd name="T86" fmla="*/ 190 w 283"/>
                <a:gd name="T87" fmla="*/ 113 h 114"/>
                <a:gd name="T88" fmla="*/ 210 w 283"/>
                <a:gd name="T89" fmla="*/ 108 h 114"/>
                <a:gd name="T90" fmla="*/ 266 w 283"/>
                <a:gd name="T91" fmla="*/ 89 h 114"/>
                <a:gd name="T92" fmla="*/ 220 w 283"/>
                <a:gd name="T93" fmla="*/ 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83" h="114">
                  <a:moveTo>
                    <a:pt x="281" y="87"/>
                  </a:moveTo>
                  <a:cubicBezTo>
                    <a:pt x="266" y="87"/>
                    <a:pt x="266" y="87"/>
                    <a:pt x="266" y="87"/>
                  </a:cubicBezTo>
                  <a:cubicBezTo>
                    <a:pt x="269" y="77"/>
                    <a:pt x="269" y="77"/>
                    <a:pt x="269" y="77"/>
                  </a:cubicBezTo>
                  <a:cubicBezTo>
                    <a:pt x="239" y="77"/>
                    <a:pt x="239" y="77"/>
                    <a:pt x="239" y="77"/>
                  </a:cubicBezTo>
                  <a:cubicBezTo>
                    <a:pt x="237" y="87"/>
                    <a:pt x="237" y="87"/>
                    <a:pt x="237" y="87"/>
                  </a:cubicBezTo>
                  <a:cubicBezTo>
                    <a:pt x="222" y="87"/>
                    <a:pt x="222" y="87"/>
                    <a:pt x="222" y="87"/>
                  </a:cubicBezTo>
                  <a:cubicBezTo>
                    <a:pt x="222" y="85"/>
                    <a:pt x="222" y="85"/>
                    <a:pt x="222" y="85"/>
                  </a:cubicBezTo>
                  <a:cubicBezTo>
                    <a:pt x="223" y="84"/>
                    <a:pt x="223" y="83"/>
                    <a:pt x="223" y="81"/>
                  </a:cubicBezTo>
                  <a:cubicBezTo>
                    <a:pt x="226" y="71"/>
                    <a:pt x="233" y="60"/>
                    <a:pt x="244" y="60"/>
                  </a:cubicBezTo>
                  <a:cubicBezTo>
                    <a:pt x="249" y="60"/>
                    <a:pt x="254" y="62"/>
                    <a:pt x="253" y="69"/>
                  </a:cubicBezTo>
                  <a:cubicBezTo>
                    <a:pt x="271" y="69"/>
                    <a:pt x="271" y="69"/>
                    <a:pt x="271" y="69"/>
                  </a:cubicBezTo>
                  <a:cubicBezTo>
                    <a:pt x="272" y="66"/>
                    <a:pt x="273" y="61"/>
                    <a:pt x="269" y="56"/>
                  </a:cubicBezTo>
                  <a:cubicBezTo>
                    <a:pt x="266" y="51"/>
                    <a:pt x="258" y="48"/>
                    <a:pt x="248" y="48"/>
                  </a:cubicBezTo>
                  <a:cubicBezTo>
                    <a:pt x="241" y="48"/>
                    <a:pt x="231" y="50"/>
                    <a:pt x="222" y="55"/>
                  </a:cubicBezTo>
                  <a:cubicBezTo>
                    <a:pt x="222" y="2"/>
                    <a:pt x="222" y="2"/>
                    <a:pt x="222" y="2"/>
                  </a:cubicBezTo>
                  <a:cubicBezTo>
                    <a:pt x="281" y="2"/>
                    <a:pt x="281" y="2"/>
                    <a:pt x="281" y="2"/>
                  </a:cubicBezTo>
                  <a:cubicBezTo>
                    <a:pt x="281" y="87"/>
                    <a:pt x="281" y="87"/>
                    <a:pt x="281" y="87"/>
                  </a:cubicBezTo>
                  <a:cubicBezTo>
                    <a:pt x="281" y="87"/>
                    <a:pt x="281" y="87"/>
                    <a:pt x="281" y="87"/>
                  </a:cubicBezTo>
                  <a:close/>
                  <a:moveTo>
                    <a:pt x="246" y="101"/>
                  </a:moveTo>
                  <a:cubicBezTo>
                    <a:pt x="243" y="102"/>
                    <a:pt x="240" y="102"/>
                    <a:pt x="237" y="102"/>
                  </a:cubicBezTo>
                  <a:cubicBezTo>
                    <a:pt x="228" y="102"/>
                    <a:pt x="222" y="98"/>
                    <a:pt x="222" y="89"/>
                  </a:cubicBezTo>
                  <a:cubicBezTo>
                    <a:pt x="249" y="89"/>
                    <a:pt x="249" y="89"/>
                    <a:pt x="249" y="89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6" y="101"/>
                    <a:pt x="246" y="101"/>
                    <a:pt x="246" y="101"/>
                  </a:cubicBezTo>
                  <a:close/>
                  <a:moveTo>
                    <a:pt x="213" y="53"/>
                  </a:moveTo>
                  <a:cubicBezTo>
                    <a:pt x="213" y="65"/>
                    <a:pt x="213" y="65"/>
                    <a:pt x="213" y="65"/>
                  </a:cubicBezTo>
                  <a:cubicBezTo>
                    <a:pt x="209" y="71"/>
                    <a:pt x="206" y="77"/>
                    <a:pt x="205" y="82"/>
                  </a:cubicBezTo>
                  <a:cubicBezTo>
                    <a:pt x="204" y="83"/>
                    <a:pt x="204" y="85"/>
                    <a:pt x="204" y="87"/>
                  </a:cubicBezTo>
                  <a:cubicBezTo>
                    <a:pt x="195" y="87"/>
                    <a:pt x="195" y="87"/>
                    <a:pt x="195" y="87"/>
                  </a:cubicBezTo>
                  <a:cubicBezTo>
                    <a:pt x="203" y="52"/>
                    <a:pt x="203" y="52"/>
                    <a:pt x="203" y="52"/>
                  </a:cubicBezTo>
                  <a:cubicBezTo>
                    <a:pt x="178" y="52"/>
                    <a:pt x="178" y="52"/>
                    <a:pt x="178" y="52"/>
                  </a:cubicBezTo>
                  <a:cubicBezTo>
                    <a:pt x="156" y="87"/>
                    <a:pt x="156" y="87"/>
                    <a:pt x="156" y="87"/>
                  </a:cubicBezTo>
                  <a:cubicBezTo>
                    <a:pt x="154" y="87"/>
                    <a:pt x="154" y="87"/>
                    <a:pt x="154" y="87"/>
                  </a:cubicBezTo>
                  <a:cubicBezTo>
                    <a:pt x="154" y="2"/>
                    <a:pt x="154" y="2"/>
                    <a:pt x="154" y="2"/>
                  </a:cubicBezTo>
                  <a:cubicBezTo>
                    <a:pt x="213" y="2"/>
                    <a:pt x="213" y="2"/>
                    <a:pt x="213" y="2"/>
                  </a:cubicBezTo>
                  <a:cubicBezTo>
                    <a:pt x="213" y="53"/>
                    <a:pt x="213" y="53"/>
                    <a:pt x="213" y="53"/>
                  </a:cubicBezTo>
                  <a:cubicBezTo>
                    <a:pt x="213" y="53"/>
                    <a:pt x="213" y="53"/>
                    <a:pt x="213" y="53"/>
                  </a:cubicBezTo>
                  <a:close/>
                  <a:moveTo>
                    <a:pt x="180" y="87"/>
                  </a:moveTo>
                  <a:cubicBezTo>
                    <a:pt x="171" y="87"/>
                    <a:pt x="171" y="87"/>
                    <a:pt x="171" y="87"/>
                  </a:cubicBezTo>
                  <a:cubicBezTo>
                    <a:pt x="185" y="66"/>
                    <a:pt x="185" y="66"/>
                    <a:pt x="185" y="66"/>
                  </a:cubicBezTo>
                  <a:cubicBezTo>
                    <a:pt x="180" y="87"/>
                    <a:pt x="180" y="87"/>
                    <a:pt x="180" y="87"/>
                  </a:cubicBezTo>
                  <a:cubicBezTo>
                    <a:pt x="180" y="87"/>
                    <a:pt x="180" y="87"/>
                    <a:pt x="180" y="87"/>
                  </a:cubicBezTo>
                  <a:close/>
                  <a:moveTo>
                    <a:pt x="145" y="52"/>
                  </a:moveTo>
                  <a:cubicBezTo>
                    <a:pt x="130" y="52"/>
                    <a:pt x="130" y="52"/>
                    <a:pt x="130" y="52"/>
                  </a:cubicBezTo>
                  <a:cubicBezTo>
                    <a:pt x="120" y="87"/>
                    <a:pt x="120" y="87"/>
                    <a:pt x="120" y="87"/>
                  </a:cubicBezTo>
                  <a:cubicBezTo>
                    <a:pt x="104" y="87"/>
                    <a:pt x="104" y="87"/>
                    <a:pt x="104" y="87"/>
                  </a:cubicBezTo>
                  <a:cubicBezTo>
                    <a:pt x="112" y="84"/>
                    <a:pt x="117" y="78"/>
                    <a:pt x="119" y="70"/>
                  </a:cubicBezTo>
                  <a:cubicBezTo>
                    <a:pt x="120" y="64"/>
                    <a:pt x="119" y="59"/>
                    <a:pt x="117" y="56"/>
                  </a:cubicBezTo>
                  <a:cubicBezTo>
                    <a:pt x="113" y="51"/>
                    <a:pt x="105" y="52"/>
                    <a:pt x="98" y="52"/>
                  </a:cubicBezTo>
                  <a:cubicBezTo>
                    <a:pt x="97" y="52"/>
                    <a:pt x="86" y="52"/>
                    <a:pt x="86" y="52"/>
                  </a:cubicBezTo>
                  <a:cubicBezTo>
                    <a:pt x="86" y="2"/>
                    <a:pt x="86" y="2"/>
                    <a:pt x="86" y="2"/>
                  </a:cubicBezTo>
                  <a:cubicBezTo>
                    <a:pt x="145" y="2"/>
                    <a:pt x="145" y="2"/>
                    <a:pt x="145" y="2"/>
                  </a:cubicBezTo>
                  <a:cubicBezTo>
                    <a:pt x="145" y="52"/>
                    <a:pt x="145" y="52"/>
                    <a:pt x="145" y="52"/>
                  </a:cubicBezTo>
                  <a:cubicBezTo>
                    <a:pt x="145" y="52"/>
                    <a:pt x="145" y="52"/>
                    <a:pt x="145" y="52"/>
                  </a:cubicBezTo>
                  <a:close/>
                  <a:moveTo>
                    <a:pt x="135" y="87"/>
                  </a:moveTo>
                  <a:cubicBezTo>
                    <a:pt x="141" y="65"/>
                    <a:pt x="141" y="65"/>
                    <a:pt x="141" y="65"/>
                  </a:cubicBezTo>
                  <a:cubicBezTo>
                    <a:pt x="142" y="87"/>
                    <a:pt x="142" y="87"/>
                    <a:pt x="142" y="87"/>
                  </a:cubicBezTo>
                  <a:cubicBezTo>
                    <a:pt x="135" y="87"/>
                    <a:pt x="135" y="87"/>
                    <a:pt x="135" y="87"/>
                  </a:cubicBezTo>
                  <a:cubicBezTo>
                    <a:pt x="135" y="87"/>
                    <a:pt x="135" y="87"/>
                    <a:pt x="135" y="87"/>
                  </a:cubicBezTo>
                  <a:close/>
                  <a:moveTo>
                    <a:pt x="93" y="79"/>
                  </a:moveTo>
                  <a:cubicBezTo>
                    <a:pt x="93" y="79"/>
                    <a:pt x="93" y="79"/>
                    <a:pt x="93" y="79"/>
                  </a:cubicBezTo>
                  <a:cubicBezTo>
                    <a:pt x="92" y="79"/>
                    <a:pt x="91" y="79"/>
                    <a:pt x="91" y="79"/>
                  </a:cubicBezTo>
                  <a:cubicBezTo>
                    <a:pt x="90" y="79"/>
                    <a:pt x="89" y="79"/>
                    <a:pt x="89" y="79"/>
                  </a:cubicBezTo>
                  <a:cubicBezTo>
                    <a:pt x="85" y="79"/>
                    <a:pt x="85" y="79"/>
                    <a:pt x="85" y="79"/>
                  </a:cubicBezTo>
                  <a:cubicBezTo>
                    <a:pt x="87" y="72"/>
                    <a:pt x="87" y="72"/>
                    <a:pt x="87" y="72"/>
                  </a:cubicBezTo>
                  <a:cubicBezTo>
                    <a:pt x="87" y="69"/>
                    <a:pt x="87" y="69"/>
                    <a:pt x="87" y="69"/>
                  </a:cubicBezTo>
                  <a:cubicBezTo>
                    <a:pt x="89" y="62"/>
                    <a:pt x="89" y="62"/>
                    <a:pt x="89" y="62"/>
                  </a:cubicBezTo>
                  <a:cubicBezTo>
                    <a:pt x="90" y="62"/>
                    <a:pt x="91" y="62"/>
                    <a:pt x="92" y="62"/>
                  </a:cubicBezTo>
                  <a:cubicBezTo>
                    <a:pt x="95" y="62"/>
                    <a:pt x="95" y="62"/>
                    <a:pt x="95" y="62"/>
                  </a:cubicBezTo>
                  <a:cubicBezTo>
                    <a:pt x="100" y="62"/>
                    <a:pt x="103" y="62"/>
                    <a:pt x="104" y="63"/>
                  </a:cubicBezTo>
                  <a:cubicBezTo>
                    <a:pt x="105" y="65"/>
                    <a:pt x="105" y="67"/>
                    <a:pt x="104" y="70"/>
                  </a:cubicBezTo>
                  <a:cubicBezTo>
                    <a:pt x="102" y="75"/>
                    <a:pt x="100" y="78"/>
                    <a:pt x="93" y="79"/>
                  </a:cubicBezTo>
                  <a:moveTo>
                    <a:pt x="76" y="55"/>
                  </a:moveTo>
                  <a:cubicBezTo>
                    <a:pt x="75" y="58"/>
                    <a:pt x="75" y="58"/>
                    <a:pt x="75" y="58"/>
                  </a:cubicBezTo>
                  <a:cubicBezTo>
                    <a:pt x="67" y="86"/>
                    <a:pt x="67" y="86"/>
                    <a:pt x="67" y="86"/>
                  </a:cubicBezTo>
                  <a:cubicBezTo>
                    <a:pt x="67" y="87"/>
                    <a:pt x="67" y="87"/>
                    <a:pt x="67" y="87"/>
                  </a:cubicBezTo>
                  <a:cubicBezTo>
                    <a:pt x="39" y="87"/>
                    <a:pt x="39" y="87"/>
                    <a:pt x="39" y="87"/>
                  </a:cubicBezTo>
                  <a:cubicBezTo>
                    <a:pt x="37" y="82"/>
                    <a:pt x="37" y="82"/>
                    <a:pt x="37" y="82"/>
                  </a:cubicBezTo>
                  <a:cubicBezTo>
                    <a:pt x="67" y="52"/>
                    <a:pt x="67" y="52"/>
                    <a:pt x="67" y="52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25" y="77"/>
                    <a:pt x="25" y="77"/>
                    <a:pt x="25" y="77"/>
                  </a:cubicBezTo>
                  <a:cubicBezTo>
                    <a:pt x="32" y="52"/>
                    <a:pt x="32" y="52"/>
                    <a:pt x="32" y="52"/>
                  </a:cubicBezTo>
                  <a:cubicBezTo>
                    <a:pt x="18" y="52"/>
                    <a:pt x="18" y="52"/>
                    <a:pt x="18" y="5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76" y="2"/>
                    <a:pt x="76" y="2"/>
                    <a:pt x="76" y="2"/>
                  </a:cubicBezTo>
                  <a:cubicBezTo>
                    <a:pt x="76" y="55"/>
                    <a:pt x="76" y="55"/>
                    <a:pt x="76" y="55"/>
                  </a:cubicBezTo>
                  <a:cubicBezTo>
                    <a:pt x="76" y="55"/>
                    <a:pt x="76" y="55"/>
                    <a:pt x="76" y="55"/>
                  </a:cubicBezTo>
                  <a:close/>
                  <a:moveTo>
                    <a:pt x="22" y="87"/>
                  </a:moveTo>
                  <a:cubicBezTo>
                    <a:pt x="22" y="87"/>
                    <a:pt x="22" y="87"/>
                    <a:pt x="22" y="87"/>
                  </a:cubicBezTo>
                  <a:cubicBezTo>
                    <a:pt x="22" y="87"/>
                    <a:pt x="22" y="87"/>
                    <a:pt x="22" y="87"/>
                  </a:cubicBezTo>
                  <a:cubicBezTo>
                    <a:pt x="22" y="87"/>
                    <a:pt x="22" y="87"/>
                    <a:pt x="22" y="87"/>
                  </a:cubicBezTo>
                  <a:cubicBezTo>
                    <a:pt x="22" y="87"/>
                    <a:pt x="22" y="87"/>
                    <a:pt x="22" y="87"/>
                  </a:cubicBezTo>
                  <a:close/>
                  <a:moveTo>
                    <a:pt x="220" y="0"/>
                  </a:moveTo>
                  <a:cubicBezTo>
                    <a:pt x="220" y="57"/>
                    <a:pt x="220" y="57"/>
                    <a:pt x="220" y="57"/>
                  </a:cubicBezTo>
                  <a:cubicBezTo>
                    <a:pt x="218" y="59"/>
                    <a:pt x="216" y="60"/>
                    <a:pt x="215" y="62"/>
                  </a:cubicBezTo>
                  <a:cubicBezTo>
                    <a:pt x="215" y="0"/>
                    <a:pt x="215" y="0"/>
                    <a:pt x="215" y="0"/>
                  </a:cubicBezTo>
                  <a:cubicBezTo>
                    <a:pt x="152" y="0"/>
                    <a:pt x="152" y="0"/>
                    <a:pt x="152" y="0"/>
                  </a:cubicBezTo>
                  <a:cubicBezTo>
                    <a:pt x="152" y="52"/>
                    <a:pt x="152" y="52"/>
                    <a:pt x="152" y="52"/>
                  </a:cubicBezTo>
                  <a:cubicBezTo>
                    <a:pt x="147" y="52"/>
                    <a:pt x="147" y="52"/>
                    <a:pt x="147" y="52"/>
                  </a:cubicBezTo>
                  <a:cubicBezTo>
                    <a:pt x="147" y="0"/>
                    <a:pt x="147" y="0"/>
                    <a:pt x="147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79" y="52"/>
                    <a:pt x="79" y="52"/>
                    <a:pt x="79" y="52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0" y="113"/>
                    <a:pt x="0" y="113"/>
                    <a:pt x="0" y="113"/>
                  </a:cubicBezTo>
                  <a:cubicBezTo>
                    <a:pt x="14" y="113"/>
                    <a:pt x="14" y="113"/>
                    <a:pt x="14" y="113"/>
                  </a:cubicBezTo>
                  <a:cubicBezTo>
                    <a:pt x="21" y="89"/>
                    <a:pt x="21" y="89"/>
                    <a:pt x="21" y="89"/>
                  </a:cubicBezTo>
                  <a:cubicBezTo>
                    <a:pt x="23" y="89"/>
                    <a:pt x="23" y="89"/>
                    <a:pt x="23" y="89"/>
                  </a:cubicBezTo>
                  <a:cubicBezTo>
                    <a:pt x="35" y="113"/>
                    <a:pt x="35" y="113"/>
                    <a:pt x="35" y="113"/>
                  </a:cubicBezTo>
                  <a:cubicBezTo>
                    <a:pt x="52" y="113"/>
                    <a:pt x="52" y="113"/>
                    <a:pt x="52" y="113"/>
                  </a:cubicBezTo>
                  <a:cubicBezTo>
                    <a:pt x="40" y="89"/>
                    <a:pt x="40" y="89"/>
                    <a:pt x="40" y="89"/>
                  </a:cubicBezTo>
                  <a:cubicBezTo>
                    <a:pt x="66" y="89"/>
                    <a:pt x="66" y="89"/>
                    <a:pt x="66" y="89"/>
                  </a:cubicBezTo>
                  <a:cubicBezTo>
                    <a:pt x="59" y="113"/>
                    <a:pt x="59" y="113"/>
                    <a:pt x="59" y="113"/>
                  </a:cubicBezTo>
                  <a:cubicBezTo>
                    <a:pt x="74" y="113"/>
                    <a:pt x="74" y="113"/>
                    <a:pt x="74" y="113"/>
                  </a:cubicBezTo>
                  <a:cubicBezTo>
                    <a:pt x="81" y="89"/>
                    <a:pt x="81" y="89"/>
                    <a:pt x="81" y="89"/>
                  </a:cubicBezTo>
                  <a:cubicBezTo>
                    <a:pt x="85" y="89"/>
                    <a:pt x="85" y="89"/>
                    <a:pt x="85" y="89"/>
                  </a:cubicBezTo>
                  <a:cubicBezTo>
                    <a:pt x="85" y="89"/>
                    <a:pt x="85" y="89"/>
                    <a:pt x="85" y="89"/>
                  </a:cubicBezTo>
                  <a:cubicBezTo>
                    <a:pt x="90" y="89"/>
                    <a:pt x="90" y="89"/>
                    <a:pt x="90" y="89"/>
                  </a:cubicBezTo>
                  <a:cubicBezTo>
                    <a:pt x="90" y="89"/>
                    <a:pt x="90" y="89"/>
                    <a:pt x="90" y="89"/>
                  </a:cubicBezTo>
                  <a:cubicBezTo>
                    <a:pt x="119" y="89"/>
                    <a:pt x="119" y="89"/>
                    <a:pt x="119" y="89"/>
                  </a:cubicBezTo>
                  <a:cubicBezTo>
                    <a:pt x="112" y="113"/>
                    <a:pt x="112" y="113"/>
                    <a:pt x="112" y="113"/>
                  </a:cubicBezTo>
                  <a:cubicBezTo>
                    <a:pt x="128" y="113"/>
                    <a:pt x="128" y="113"/>
                    <a:pt x="128" y="113"/>
                  </a:cubicBezTo>
                  <a:cubicBezTo>
                    <a:pt x="135" y="89"/>
                    <a:pt x="135" y="89"/>
                    <a:pt x="135" y="89"/>
                  </a:cubicBezTo>
                  <a:cubicBezTo>
                    <a:pt x="142" y="89"/>
                    <a:pt x="142" y="89"/>
                    <a:pt x="142" y="89"/>
                  </a:cubicBezTo>
                  <a:cubicBezTo>
                    <a:pt x="142" y="113"/>
                    <a:pt x="142" y="113"/>
                    <a:pt x="142" y="113"/>
                  </a:cubicBezTo>
                  <a:cubicBezTo>
                    <a:pt x="155" y="113"/>
                    <a:pt x="155" y="113"/>
                    <a:pt x="155" y="113"/>
                  </a:cubicBezTo>
                  <a:cubicBezTo>
                    <a:pt x="170" y="89"/>
                    <a:pt x="170" y="89"/>
                    <a:pt x="170" y="89"/>
                  </a:cubicBezTo>
                  <a:cubicBezTo>
                    <a:pt x="180" y="89"/>
                    <a:pt x="180" y="89"/>
                    <a:pt x="180" y="89"/>
                  </a:cubicBezTo>
                  <a:cubicBezTo>
                    <a:pt x="175" y="113"/>
                    <a:pt x="175" y="113"/>
                    <a:pt x="175" y="113"/>
                  </a:cubicBezTo>
                  <a:cubicBezTo>
                    <a:pt x="190" y="113"/>
                    <a:pt x="190" y="113"/>
                    <a:pt x="190" y="113"/>
                  </a:cubicBezTo>
                  <a:cubicBezTo>
                    <a:pt x="195" y="89"/>
                    <a:pt x="195" y="89"/>
                    <a:pt x="195" y="89"/>
                  </a:cubicBezTo>
                  <a:cubicBezTo>
                    <a:pt x="204" y="89"/>
                    <a:pt x="204" y="89"/>
                    <a:pt x="204" y="89"/>
                  </a:cubicBezTo>
                  <a:cubicBezTo>
                    <a:pt x="203" y="96"/>
                    <a:pt x="205" y="103"/>
                    <a:pt x="210" y="108"/>
                  </a:cubicBezTo>
                  <a:cubicBezTo>
                    <a:pt x="216" y="113"/>
                    <a:pt x="225" y="114"/>
                    <a:pt x="232" y="114"/>
                  </a:cubicBezTo>
                  <a:cubicBezTo>
                    <a:pt x="241" y="114"/>
                    <a:pt x="251" y="113"/>
                    <a:pt x="260" y="111"/>
                  </a:cubicBezTo>
                  <a:cubicBezTo>
                    <a:pt x="266" y="89"/>
                    <a:pt x="266" y="89"/>
                    <a:pt x="266" y="89"/>
                  </a:cubicBezTo>
                  <a:cubicBezTo>
                    <a:pt x="283" y="89"/>
                    <a:pt x="283" y="89"/>
                    <a:pt x="283" y="89"/>
                  </a:cubicBezTo>
                  <a:cubicBezTo>
                    <a:pt x="283" y="0"/>
                    <a:pt x="283" y="0"/>
                    <a:pt x="283" y="0"/>
                  </a:cubicBezTo>
                  <a:cubicBezTo>
                    <a:pt x="220" y="0"/>
                    <a:pt x="220" y="0"/>
                    <a:pt x="220" y="0"/>
                  </a:cubicBezTo>
                  <a:cubicBezTo>
                    <a:pt x="220" y="0"/>
                    <a:pt x="220" y="0"/>
                    <a:pt x="2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104" name="Rectangle 103">
            <a:extLst>
              <a:ext uri="{FF2B5EF4-FFF2-40B4-BE49-F238E27FC236}">
                <a16:creationId xmlns:a16="http://schemas.microsoft.com/office/drawing/2014/main" id="{6A6246C3-5BC1-4146-9E95-B8B3F1B77C22}"/>
              </a:ext>
            </a:extLst>
          </p:cNvPr>
          <p:cNvSpPr>
            <a:spLocks noChangeAspect="1"/>
          </p:cNvSpPr>
          <p:nvPr userDrawn="1"/>
        </p:nvSpPr>
        <p:spPr>
          <a:xfrm>
            <a:off x="7686675" y="736722"/>
            <a:ext cx="3764024" cy="5415923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accent5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endParaRPr lang="en-US" sz="8800" baseline="0">
              <a:solidFill>
                <a:schemeClr val="bg1"/>
              </a:solidFill>
              <a:latin typeface="KPMG Bold" panose="020B0803030202040204" pitchFamily="34" charset="0"/>
              <a:ea typeface="+mj-ea"/>
              <a:cs typeface="+mj-cs"/>
            </a:endParaRPr>
          </a:p>
        </p:txBody>
      </p:sp>
      <p:sp>
        <p:nvSpPr>
          <p:cNvPr id="106" name="Text Placeholder 3">
            <a:extLst>
              <a:ext uri="{FF2B5EF4-FFF2-40B4-BE49-F238E27FC236}">
                <a16:creationId xmlns:a16="http://schemas.microsoft.com/office/drawing/2014/main" id="{E9A5689E-A0AC-4126-A5A7-5CD8528C6C2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953138" y="5075895"/>
            <a:ext cx="3229510" cy="810000"/>
          </a:xfrm>
          <a:ln w="3175">
            <a:noFill/>
            <a:prstDash val="lgDash"/>
          </a:ln>
        </p:spPr>
        <p:txBody>
          <a:bodyPr wrap="square" anchor="b"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53138" y="1002219"/>
            <a:ext cx="3229510" cy="3950972"/>
          </a:xfrm>
          <a:noFill/>
          <a:ln w="3175">
            <a:noFill/>
            <a:prstDash val="lgDash"/>
          </a:ln>
        </p:spPr>
        <p:txBody>
          <a:bodyPr lIns="0" tIns="0" rIns="0" bIns="0" anchor="t" anchorCtr="0">
            <a:noAutofit/>
          </a:bodyPr>
          <a:lstStyle>
            <a:lvl1pPr algn="l"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Title slide text only</a:t>
            </a:r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7ECC0639-96E3-412C-BC90-5540FE2BEC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1301" y="736722"/>
            <a:ext cx="914400" cy="36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4639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Left Horizontal Window Image_KPMG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200E6EA-7AA4-4C98-8E47-F5F83446E051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741301" y="1468380"/>
            <a:ext cx="5885053" cy="4087973"/>
          </a:xfrm>
          <a:solidFill>
            <a:schemeClr val="accent1"/>
          </a:solidFill>
        </p:spPr>
        <p:txBody>
          <a:bodyPr anchor="ctr"/>
          <a:lstStyle>
            <a:lvl1pPr algn="ctr">
              <a:defRPr sz="10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642337" y="1468380"/>
            <a:ext cx="3551186" cy="3098109"/>
          </a:xfrm>
          <a:noFill/>
          <a:ln w="3175">
            <a:noFill/>
            <a:prstDash val="lgDash"/>
          </a:ln>
        </p:spPr>
        <p:txBody>
          <a:bodyPr lIns="0" tIns="0" rIns="0" bIns="0" anchor="t" anchorCtr="0">
            <a:noAutofit/>
          </a:bodyPr>
          <a:lstStyle>
            <a:lvl1pPr algn="l"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Title slide text only</a:t>
            </a:r>
            <a:endParaRPr lang="en-US"/>
          </a:p>
        </p:txBody>
      </p:sp>
      <p:sp>
        <p:nvSpPr>
          <p:cNvPr id="5" name="Freeform 19">
            <a:extLst>
              <a:ext uri="{FF2B5EF4-FFF2-40B4-BE49-F238E27FC236}">
                <a16:creationId xmlns:a16="http://schemas.microsoft.com/office/drawing/2014/main" id="{EEC5B735-00AD-41B9-A513-0F7783FFBE36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648627" y="1129527"/>
            <a:ext cx="911399" cy="371311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>
              <a:alpha val="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" name="Freeform 19">
            <a:extLst>
              <a:ext uri="{FF2B5EF4-FFF2-40B4-BE49-F238E27FC236}">
                <a16:creationId xmlns:a16="http://schemas.microsoft.com/office/drawing/2014/main" id="{C5CCCCF1-8E34-4341-A6C5-97CC39680E55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648627" y="1872149"/>
            <a:ext cx="911399" cy="371311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>
              <a:alpha val="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6" name="Text Placeholder 3"/>
          <p:cNvSpPr>
            <a:spLocks noGrp="1"/>
          </p:cNvSpPr>
          <p:nvPr userDrawn="1">
            <p:ph type="body" sz="quarter" idx="11"/>
          </p:nvPr>
        </p:nvSpPr>
        <p:spPr>
          <a:xfrm>
            <a:off x="7648628" y="4746353"/>
            <a:ext cx="3551186" cy="810000"/>
          </a:xfrm>
          <a:ln w="3175">
            <a:noFill/>
            <a:prstDash val="lgDash"/>
          </a:ln>
        </p:spPr>
        <p:txBody>
          <a:bodyPr wrap="square" anchor="b"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7C82C8FF-4554-4D33-9E91-3BB7D4A856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42337" y="736722"/>
            <a:ext cx="914400" cy="36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1582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98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Left Vertical Window Image_KPMG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445BA5F7-F13B-4C20-B0E0-112E55400EE4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741301" y="732868"/>
            <a:ext cx="3727618" cy="5392264"/>
          </a:xfrm>
          <a:solidFill>
            <a:schemeClr val="accent1"/>
          </a:solidFill>
        </p:spPr>
        <p:txBody>
          <a:bodyPr vert="horz" lIns="0" tIns="0" rIns="0" bIns="0" rtlCol="0" anchor="ctr" anchorCtr="0">
            <a:noAutofit/>
          </a:bodyPr>
          <a:lstStyle>
            <a:lvl1pPr>
              <a:defRPr lang="en-GB" sz="1000" b="0">
                <a:solidFill>
                  <a:schemeClr val="bg1"/>
                </a:solidFill>
              </a:defRPr>
            </a:lvl1pPr>
          </a:lstStyle>
          <a:p>
            <a:pPr lvl="0" algn="ctr"/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489910" y="1453783"/>
            <a:ext cx="5301922" cy="3446223"/>
          </a:xfrm>
          <a:noFill/>
          <a:ln w="3175">
            <a:noFill/>
            <a:prstDash val="lgDash"/>
          </a:ln>
        </p:spPr>
        <p:txBody>
          <a:bodyPr lIns="0" tIns="0" rIns="0" bIns="0" anchor="t" anchorCtr="0">
            <a:noAutofit/>
          </a:bodyPr>
          <a:lstStyle>
            <a:lvl1pPr algn="l"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Title slide text only</a:t>
            </a:r>
            <a:endParaRPr lang="en-US"/>
          </a:p>
        </p:txBody>
      </p:sp>
      <p:sp>
        <p:nvSpPr>
          <p:cNvPr id="5" name="Freeform 19">
            <a:extLst>
              <a:ext uri="{FF2B5EF4-FFF2-40B4-BE49-F238E27FC236}">
                <a16:creationId xmlns:a16="http://schemas.microsoft.com/office/drawing/2014/main" id="{EEC5B735-00AD-41B9-A513-0F7783FFBE36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4729193" y="614966"/>
            <a:ext cx="911399" cy="371311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>
              <a:alpha val="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6" name="Text Placeholder 3"/>
          <p:cNvSpPr>
            <a:spLocks noGrp="1"/>
          </p:cNvSpPr>
          <p:nvPr userDrawn="1">
            <p:ph type="body" sz="quarter" idx="11"/>
          </p:nvPr>
        </p:nvSpPr>
        <p:spPr>
          <a:xfrm>
            <a:off x="5489910" y="4953575"/>
            <a:ext cx="5301922" cy="810000"/>
          </a:xfrm>
          <a:ln w="3175">
            <a:noFill/>
            <a:prstDash val="lgDash"/>
          </a:ln>
        </p:spPr>
        <p:txBody>
          <a:bodyPr wrap="square" anchor="b"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0418D56-2AD4-4649-A855-7B7DABEE4F4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89910" y="736722"/>
            <a:ext cx="914400" cy="36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50214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Right Horizontal Window Image_Cobalt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9">
            <a:extLst>
              <a:ext uri="{FF2B5EF4-FFF2-40B4-BE49-F238E27FC236}">
                <a16:creationId xmlns:a16="http://schemas.microsoft.com/office/drawing/2014/main" id="{EEC5B735-00AD-41B9-A513-0F7783FFBE36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998476" y="1129527"/>
            <a:ext cx="911399" cy="371311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>
              <a:alpha val="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" name="Freeform 19">
            <a:extLst>
              <a:ext uri="{FF2B5EF4-FFF2-40B4-BE49-F238E27FC236}">
                <a16:creationId xmlns:a16="http://schemas.microsoft.com/office/drawing/2014/main" id="{C5CCCCF1-8E34-4341-A6C5-97CC39680E55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998476" y="1872149"/>
            <a:ext cx="911399" cy="371311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>
              <a:alpha val="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1D0B9D96-907F-4E37-B5A7-830AD095F223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4909676" y="1456388"/>
            <a:ext cx="6283848" cy="4364991"/>
          </a:xfrm>
          <a:solidFill>
            <a:schemeClr val="accent2"/>
          </a:solidFill>
        </p:spPr>
        <p:txBody>
          <a:bodyPr vert="horz" lIns="0" tIns="0" rIns="0" bIns="0" rtlCol="0" anchor="ctr" anchorCtr="0">
            <a:noAutofit/>
          </a:bodyPr>
          <a:lstStyle>
            <a:lvl1pPr>
              <a:defRPr lang="en-GB" sz="1000" b="0">
                <a:solidFill>
                  <a:schemeClr val="bg1"/>
                </a:solidFill>
              </a:defRPr>
            </a:lvl1pPr>
          </a:lstStyle>
          <a:p>
            <a:pPr lvl="0" algn="ctr"/>
            <a:r>
              <a:rPr lang="en-US"/>
              <a:t>Click icon to add picture</a:t>
            </a:r>
            <a:endParaRPr lang="en-GB"/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E8E14845-BB2E-4EA2-8CBD-F35A520E366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41301" y="1456388"/>
            <a:ext cx="3432043" cy="3427743"/>
          </a:xfrm>
          <a:noFill/>
          <a:ln w="3175">
            <a:noFill/>
            <a:prstDash val="lgDash"/>
          </a:ln>
        </p:spPr>
        <p:txBody>
          <a:bodyPr lIns="0" tIns="0" rIns="0" bIns="0" anchor="t" anchorCtr="0">
            <a:noAutofit/>
          </a:bodyPr>
          <a:lstStyle>
            <a:lvl1pPr algn="l"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Title slide text only</a:t>
            </a:r>
            <a:endParaRPr lang="en-US"/>
          </a:p>
        </p:txBody>
      </p:sp>
      <p:sp>
        <p:nvSpPr>
          <p:cNvPr id="40" name="Text Placeholder 3">
            <a:extLst>
              <a:ext uri="{FF2B5EF4-FFF2-40B4-BE49-F238E27FC236}">
                <a16:creationId xmlns:a16="http://schemas.microsoft.com/office/drawing/2014/main" id="{423222F2-0E39-45E4-8918-49125CD7C1E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41301" y="5007010"/>
            <a:ext cx="3432043" cy="810000"/>
          </a:xfrm>
          <a:ln w="3175">
            <a:noFill/>
            <a:prstDash val="lgDash"/>
          </a:ln>
        </p:spPr>
        <p:txBody>
          <a:bodyPr wrap="square" anchor="b"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C6BE9D60-8E37-4DED-A951-A9C36EAA76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1301" y="736722"/>
            <a:ext cx="914400" cy="36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46029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Right Vertical Window Image_Cobalt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41302" y="1456388"/>
            <a:ext cx="5506648" cy="3442681"/>
          </a:xfrm>
          <a:noFill/>
          <a:ln w="3175">
            <a:noFill/>
            <a:prstDash val="lgDash"/>
          </a:ln>
        </p:spPr>
        <p:txBody>
          <a:bodyPr lIns="0" tIns="0" rIns="0" bIns="0" anchor="t" anchorCtr="0">
            <a:noAutofit/>
          </a:bodyPr>
          <a:lstStyle>
            <a:lvl1pPr algn="l"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Title slide text only</a:t>
            </a:r>
            <a:endParaRPr lang="en-US"/>
          </a:p>
        </p:txBody>
      </p:sp>
      <p:sp>
        <p:nvSpPr>
          <p:cNvPr id="5" name="Freeform 19">
            <a:extLst>
              <a:ext uri="{FF2B5EF4-FFF2-40B4-BE49-F238E27FC236}">
                <a16:creationId xmlns:a16="http://schemas.microsoft.com/office/drawing/2014/main" id="{EEC5B735-00AD-41B9-A513-0F7783FFBE36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998476" y="614966"/>
            <a:ext cx="911399" cy="371311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>
              <a:alpha val="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Freeform 19">
            <a:extLst>
              <a:ext uri="{FF2B5EF4-FFF2-40B4-BE49-F238E27FC236}">
                <a16:creationId xmlns:a16="http://schemas.microsoft.com/office/drawing/2014/main" id="{C5CCCCF1-8E34-4341-A6C5-97CC39680E55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998476" y="1357588"/>
            <a:ext cx="911399" cy="371311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>
              <a:alpha val="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ext Placeholder 3"/>
          <p:cNvSpPr>
            <a:spLocks noGrp="1"/>
          </p:cNvSpPr>
          <p:nvPr userDrawn="1">
            <p:ph type="body" sz="quarter" idx="11"/>
          </p:nvPr>
        </p:nvSpPr>
        <p:spPr>
          <a:xfrm>
            <a:off x="741302" y="5007009"/>
            <a:ext cx="5506648" cy="810000"/>
          </a:xfrm>
          <a:ln w="3175">
            <a:noFill/>
            <a:prstDash val="lgDash"/>
          </a:ln>
        </p:spPr>
        <p:txBody>
          <a:bodyPr wrap="square" anchor="b"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13BD1F9C-C7CA-4162-BCD4-0E8701D30076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7686141" y="736722"/>
            <a:ext cx="3764557" cy="5391258"/>
          </a:xfrm>
          <a:solidFill>
            <a:schemeClr val="accent2"/>
          </a:solidFill>
        </p:spPr>
        <p:txBody>
          <a:bodyPr vert="horz" lIns="0" tIns="0" rIns="0" bIns="0" rtlCol="0" anchor="ctr" anchorCtr="0">
            <a:noAutofit/>
          </a:bodyPr>
          <a:lstStyle>
            <a:lvl1pPr>
              <a:defRPr lang="en-GB" sz="1000" b="0">
                <a:solidFill>
                  <a:schemeClr val="bg1"/>
                </a:solidFill>
              </a:defRPr>
            </a:lvl1pPr>
          </a:lstStyle>
          <a:p>
            <a:pPr lvl="0" algn="ctr"/>
            <a:r>
              <a:rPr lang="en-US"/>
              <a:t>Click icon to add picture</a:t>
            </a:r>
            <a:endParaRPr lang="en-GB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9A84BD71-38D7-4AC1-B38A-7DE8843A6D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1301" y="736722"/>
            <a:ext cx="914400" cy="36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42005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33821-7F6E-47FF-89CD-D057DAFB6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188750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Dark BG colou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8">
            <a:extLst>
              <a:ext uri="{FF2B5EF4-FFF2-40B4-BE49-F238E27FC236}">
                <a16:creationId xmlns:a16="http://schemas.microsoft.com/office/drawing/2014/main" id="{FEACBC9C-FDC2-4718-A261-6371F0F60DE3}"/>
              </a:ext>
            </a:extLst>
          </p:cNvPr>
          <p:cNvSpPr txBox="1">
            <a:spLocks/>
          </p:cNvSpPr>
          <p:nvPr userDrawn="1"/>
        </p:nvSpPr>
        <p:spPr>
          <a:xfrm>
            <a:off x="10946607" y="6266997"/>
            <a:ext cx="242486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GB" sz="900" smtClean="0">
                <a:solidFill>
                  <a:schemeClr val="bg1"/>
                </a:solidFill>
                <a:latin typeface="+mn-lt"/>
                <a:ea typeface="Arial"/>
                <a:cs typeface="Arial" panose="020B0604020202020204" pitchFamily="34" charset="0"/>
              </a:rPr>
              <a:pPr algn="r"/>
              <a:t>‹#›</a:t>
            </a:fld>
            <a:endParaRPr lang="en-GB" sz="900">
              <a:solidFill>
                <a:schemeClr val="bg1"/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C06C60-BBAD-4B44-9D69-536848922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Graphic 8">
            <a:extLst>
              <a:ext uri="{FF2B5EF4-FFF2-40B4-BE49-F238E27FC236}">
                <a16:creationId xmlns:a16="http://schemas.microsoft.com/office/drawing/2014/main" id="{147A601A-3AE8-4889-A026-9740E00CCFBB}"/>
              </a:ext>
            </a:extLst>
          </p:cNvPr>
          <p:cNvSpPr/>
          <p:nvPr userDrawn="1"/>
        </p:nvSpPr>
        <p:spPr>
          <a:xfrm>
            <a:off x="1003200" y="6266996"/>
            <a:ext cx="484832" cy="194706"/>
          </a:xfrm>
          <a:custGeom>
            <a:avLst/>
            <a:gdLst>
              <a:gd name="connsiteX0" fmla="*/ 480938 w 484832"/>
              <a:gd name="connsiteY0" fmla="*/ 148130 h 194706"/>
              <a:gd name="connsiteX1" fmla="*/ 455744 w 484832"/>
              <a:gd name="connsiteY1" fmla="*/ 148130 h 194706"/>
              <a:gd name="connsiteX2" fmla="*/ 459917 w 484832"/>
              <a:gd name="connsiteY2" fmla="*/ 131488 h 194706"/>
              <a:gd name="connsiteX3" fmla="*/ 409445 w 484832"/>
              <a:gd name="connsiteY3" fmla="*/ 131488 h 194706"/>
              <a:gd name="connsiteX4" fmla="*/ 405289 w 484832"/>
              <a:gd name="connsiteY4" fmla="*/ 148130 h 194706"/>
              <a:gd name="connsiteX5" fmla="*/ 380916 w 484832"/>
              <a:gd name="connsiteY5" fmla="*/ 148130 h 194706"/>
              <a:gd name="connsiteX6" fmla="*/ 380916 w 484832"/>
              <a:gd name="connsiteY6" fmla="*/ 144709 h 194706"/>
              <a:gd name="connsiteX7" fmla="*/ 382079 w 484832"/>
              <a:gd name="connsiteY7" fmla="*/ 138775 h 194706"/>
              <a:gd name="connsiteX8" fmla="*/ 418715 w 484832"/>
              <a:gd name="connsiteY8" fmla="*/ 103062 h 194706"/>
              <a:gd name="connsiteX9" fmla="*/ 433698 w 484832"/>
              <a:gd name="connsiteY9" fmla="*/ 117292 h 194706"/>
              <a:gd name="connsiteX10" fmla="*/ 463732 w 484832"/>
              <a:gd name="connsiteY10" fmla="*/ 117292 h 194706"/>
              <a:gd name="connsiteX11" fmla="*/ 461234 w 484832"/>
              <a:gd name="connsiteY11" fmla="*/ 95058 h 194706"/>
              <a:gd name="connsiteX12" fmla="*/ 425214 w 484832"/>
              <a:gd name="connsiteY12" fmla="*/ 82641 h 194706"/>
              <a:gd name="connsiteX13" fmla="*/ 380916 w 484832"/>
              <a:gd name="connsiteY13" fmla="*/ 94357 h 194706"/>
              <a:gd name="connsiteX14" fmla="*/ 380916 w 484832"/>
              <a:gd name="connsiteY14" fmla="*/ 3708 h 194706"/>
              <a:gd name="connsiteX15" fmla="*/ 480938 w 484832"/>
              <a:gd name="connsiteY15" fmla="*/ 3708 h 194706"/>
              <a:gd name="connsiteX16" fmla="*/ 421914 w 484832"/>
              <a:gd name="connsiteY16" fmla="*/ 172537 h 194706"/>
              <a:gd name="connsiteX17" fmla="*/ 405101 w 484832"/>
              <a:gd name="connsiteY17" fmla="*/ 174247 h 194706"/>
              <a:gd name="connsiteX18" fmla="*/ 380438 w 484832"/>
              <a:gd name="connsiteY18" fmla="*/ 151910 h 194706"/>
              <a:gd name="connsiteX19" fmla="*/ 427027 w 484832"/>
              <a:gd name="connsiteY19" fmla="*/ 151910 h 194706"/>
              <a:gd name="connsiteX20" fmla="*/ 364275 w 484832"/>
              <a:gd name="connsiteY20" fmla="*/ 90064 h 194706"/>
              <a:gd name="connsiteX21" fmla="*/ 364275 w 484832"/>
              <a:gd name="connsiteY21" fmla="*/ 110759 h 194706"/>
              <a:gd name="connsiteX22" fmla="*/ 350951 w 484832"/>
              <a:gd name="connsiteY22" fmla="*/ 139390 h 194706"/>
              <a:gd name="connsiteX23" fmla="*/ 349360 w 484832"/>
              <a:gd name="connsiteY23" fmla="*/ 148130 h 194706"/>
              <a:gd name="connsiteX24" fmla="*/ 334669 w 484832"/>
              <a:gd name="connsiteY24" fmla="*/ 148130 h 194706"/>
              <a:gd name="connsiteX25" fmla="*/ 347223 w 484832"/>
              <a:gd name="connsiteY25" fmla="*/ 88524 h 194706"/>
              <a:gd name="connsiteX26" fmla="*/ 304943 w 484832"/>
              <a:gd name="connsiteY26" fmla="*/ 88524 h 194706"/>
              <a:gd name="connsiteX27" fmla="*/ 267110 w 484832"/>
              <a:gd name="connsiteY27" fmla="*/ 148164 h 194706"/>
              <a:gd name="connsiteX28" fmla="*/ 264339 w 484832"/>
              <a:gd name="connsiteY28" fmla="*/ 148164 h 194706"/>
              <a:gd name="connsiteX29" fmla="*/ 264339 w 484832"/>
              <a:gd name="connsiteY29" fmla="*/ 3759 h 194706"/>
              <a:gd name="connsiteX30" fmla="*/ 364326 w 484832"/>
              <a:gd name="connsiteY30" fmla="*/ 3759 h 194706"/>
              <a:gd name="connsiteX31" fmla="*/ 308449 w 484832"/>
              <a:gd name="connsiteY31" fmla="*/ 148130 h 194706"/>
              <a:gd name="connsiteX32" fmla="*/ 293398 w 484832"/>
              <a:gd name="connsiteY32" fmla="*/ 148130 h 194706"/>
              <a:gd name="connsiteX33" fmla="*/ 316163 w 484832"/>
              <a:gd name="connsiteY33" fmla="*/ 112315 h 194706"/>
              <a:gd name="connsiteX34" fmla="*/ 247731 w 484832"/>
              <a:gd name="connsiteY34" fmla="*/ 88388 h 194706"/>
              <a:gd name="connsiteX35" fmla="*/ 222709 w 484832"/>
              <a:gd name="connsiteY35" fmla="*/ 88388 h 194706"/>
              <a:gd name="connsiteX36" fmla="*/ 205606 w 484832"/>
              <a:gd name="connsiteY36" fmla="*/ 148130 h 194706"/>
              <a:gd name="connsiteX37" fmla="*/ 179027 w 484832"/>
              <a:gd name="connsiteY37" fmla="*/ 148130 h 194706"/>
              <a:gd name="connsiteX38" fmla="*/ 203314 w 484832"/>
              <a:gd name="connsiteY38" fmla="*/ 119413 h 194706"/>
              <a:gd name="connsiteX39" fmla="*/ 199893 w 484832"/>
              <a:gd name="connsiteY39" fmla="*/ 95725 h 194706"/>
              <a:gd name="connsiteX40" fmla="*/ 167653 w 484832"/>
              <a:gd name="connsiteY40" fmla="*/ 88353 h 194706"/>
              <a:gd name="connsiteX41" fmla="*/ 147796 w 484832"/>
              <a:gd name="connsiteY41" fmla="*/ 88353 h 194706"/>
              <a:gd name="connsiteX42" fmla="*/ 147796 w 484832"/>
              <a:gd name="connsiteY42" fmla="*/ 3759 h 194706"/>
              <a:gd name="connsiteX43" fmla="*/ 247697 w 484832"/>
              <a:gd name="connsiteY43" fmla="*/ 3759 h 194706"/>
              <a:gd name="connsiteX44" fmla="*/ 231740 w 484832"/>
              <a:gd name="connsiteY44" fmla="*/ 148130 h 194706"/>
              <a:gd name="connsiteX45" fmla="*/ 242258 w 484832"/>
              <a:gd name="connsiteY45" fmla="*/ 110759 h 194706"/>
              <a:gd name="connsiteX46" fmla="*/ 242635 w 484832"/>
              <a:gd name="connsiteY46" fmla="*/ 148130 h 194706"/>
              <a:gd name="connsiteX47" fmla="*/ 158981 w 484832"/>
              <a:gd name="connsiteY47" fmla="*/ 133934 h 194706"/>
              <a:gd name="connsiteX48" fmla="*/ 158981 w 484832"/>
              <a:gd name="connsiteY48" fmla="*/ 133934 h 194706"/>
              <a:gd name="connsiteX49" fmla="*/ 155920 w 484832"/>
              <a:gd name="connsiteY49" fmla="*/ 134054 h 194706"/>
              <a:gd name="connsiteX50" fmla="*/ 152243 w 484832"/>
              <a:gd name="connsiteY50" fmla="*/ 134054 h 194706"/>
              <a:gd name="connsiteX51" fmla="*/ 145846 w 484832"/>
              <a:gd name="connsiteY51" fmla="*/ 134054 h 194706"/>
              <a:gd name="connsiteX52" fmla="*/ 148805 w 484832"/>
              <a:gd name="connsiteY52" fmla="*/ 123125 h 194706"/>
              <a:gd name="connsiteX53" fmla="*/ 150207 w 484832"/>
              <a:gd name="connsiteY53" fmla="*/ 117686 h 194706"/>
              <a:gd name="connsiteX54" fmla="*/ 153628 w 484832"/>
              <a:gd name="connsiteY54" fmla="*/ 104961 h 194706"/>
              <a:gd name="connsiteX55" fmla="*/ 157972 w 484832"/>
              <a:gd name="connsiteY55" fmla="*/ 104961 h 194706"/>
              <a:gd name="connsiteX56" fmla="*/ 162915 w 484832"/>
              <a:gd name="connsiteY56" fmla="*/ 104961 h 194706"/>
              <a:gd name="connsiteX57" fmla="*/ 178668 w 484832"/>
              <a:gd name="connsiteY57" fmla="*/ 108159 h 194706"/>
              <a:gd name="connsiteX58" fmla="*/ 178206 w 484832"/>
              <a:gd name="connsiteY58" fmla="*/ 119105 h 194706"/>
              <a:gd name="connsiteX59" fmla="*/ 159084 w 484832"/>
              <a:gd name="connsiteY59" fmla="*/ 133986 h 194706"/>
              <a:gd name="connsiteX60" fmla="*/ 131291 w 484832"/>
              <a:gd name="connsiteY60" fmla="*/ 93741 h 194706"/>
              <a:gd name="connsiteX61" fmla="*/ 129717 w 484832"/>
              <a:gd name="connsiteY61" fmla="*/ 98872 h 194706"/>
              <a:gd name="connsiteX62" fmla="*/ 115419 w 484832"/>
              <a:gd name="connsiteY62" fmla="*/ 146471 h 194706"/>
              <a:gd name="connsiteX63" fmla="*/ 114854 w 484832"/>
              <a:gd name="connsiteY63" fmla="*/ 148181 h 194706"/>
              <a:gd name="connsiteX64" fmla="*/ 67683 w 484832"/>
              <a:gd name="connsiteY64" fmla="*/ 148181 h 194706"/>
              <a:gd name="connsiteX65" fmla="*/ 64006 w 484832"/>
              <a:gd name="connsiteY65" fmla="*/ 140365 h 194706"/>
              <a:gd name="connsiteX66" fmla="*/ 114683 w 484832"/>
              <a:gd name="connsiteY66" fmla="*/ 88524 h 194706"/>
              <a:gd name="connsiteX67" fmla="*/ 82187 w 484832"/>
              <a:gd name="connsiteY67" fmla="*/ 88524 h 194706"/>
              <a:gd name="connsiteX68" fmla="*/ 42507 w 484832"/>
              <a:gd name="connsiteY68" fmla="*/ 131283 h 194706"/>
              <a:gd name="connsiteX69" fmla="*/ 55351 w 484832"/>
              <a:gd name="connsiteY69" fmla="*/ 88524 h 194706"/>
              <a:gd name="connsiteX70" fmla="*/ 31270 w 484832"/>
              <a:gd name="connsiteY70" fmla="*/ 88524 h 194706"/>
              <a:gd name="connsiteX71" fmla="*/ 31270 w 484832"/>
              <a:gd name="connsiteY71" fmla="*/ 3759 h 194706"/>
              <a:gd name="connsiteX72" fmla="*/ 131188 w 484832"/>
              <a:gd name="connsiteY72" fmla="*/ 3759 h 194706"/>
              <a:gd name="connsiteX73" fmla="*/ 377119 w 484832"/>
              <a:gd name="connsiteY73" fmla="*/ -89 h 194706"/>
              <a:gd name="connsiteX74" fmla="*/ 377119 w 484832"/>
              <a:gd name="connsiteY74" fmla="*/ 97076 h 194706"/>
              <a:gd name="connsiteX75" fmla="*/ 368140 w 484832"/>
              <a:gd name="connsiteY75" fmla="*/ 105713 h 194706"/>
              <a:gd name="connsiteX76" fmla="*/ 368140 w 484832"/>
              <a:gd name="connsiteY76" fmla="*/ -89 h 194706"/>
              <a:gd name="connsiteX77" fmla="*/ 260525 w 484832"/>
              <a:gd name="connsiteY77" fmla="*/ -89 h 194706"/>
              <a:gd name="connsiteX78" fmla="*/ 260525 w 484832"/>
              <a:gd name="connsiteY78" fmla="*/ 88388 h 194706"/>
              <a:gd name="connsiteX79" fmla="*/ 251614 w 484832"/>
              <a:gd name="connsiteY79" fmla="*/ 88388 h 194706"/>
              <a:gd name="connsiteX80" fmla="*/ 251614 w 484832"/>
              <a:gd name="connsiteY80" fmla="*/ -89 h 194706"/>
              <a:gd name="connsiteX81" fmla="*/ 143965 w 484832"/>
              <a:gd name="connsiteY81" fmla="*/ -89 h 194706"/>
              <a:gd name="connsiteX82" fmla="*/ 143965 w 484832"/>
              <a:gd name="connsiteY82" fmla="*/ 88524 h 194706"/>
              <a:gd name="connsiteX83" fmla="*/ 135071 w 484832"/>
              <a:gd name="connsiteY83" fmla="*/ 88524 h 194706"/>
              <a:gd name="connsiteX84" fmla="*/ 135071 w 484832"/>
              <a:gd name="connsiteY84" fmla="*/ -89 h 194706"/>
              <a:gd name="connsiteX85" fmla="*/ 27456 w 484832"/>
              <a:gd name="connsiteY85" fmla="*/ -89 h 194706"/>
              <a:gd name="connsiteX86" fmla="*/ 27456 w 484832"/>
              <a:gd name="connsiteY86" fmla="*/ 100907 h 194706"/>
              <a:gd name="connsiteX87" fmla="*/ -47 w 484832"/>
              <a:gd name="connsiteY87" fmla="*/ 192480 h 194706"/>
              <a:gd name="connsiteX88" fmla="*/ 24120 w 484832"/>
              <a:gd name="connsiteY88" fmla="*/ 192480 h 194706"/>
              <a:gd name="connsiteX89" fmla="*/ 36247 w 484832"/>
              <a:gd name="connsiteY89" fmla="*/ 151927 h 194706"/>
              <a:gd name="connsiteX90" fmla="*/ 39667 w 484832"/>
              <a:gd name="connsiteY90" fmla="*/ 151927 h 194706"/>
              <a:gd name="connsiteX91" fmla="*/ 59696 w 484832"/>
              <a:gd name="connsiteY91" fmla="*/ 192480 h 194706"/>
              <a:gd name="connsiteX92" fmla="*/ 89028 w 484832"/>
              <a:gd name="connsiteY92" fmla="*/ 192480 h 194706"/>
              <a:gd name="connsiteX93" fmla="*/ 69513 w 484832"/>
              <a:gd name="connsiteY93" fmla="*/ 151927 h 194706"/>
              <a:gd name="connsiteX94" fmla="*/ 113623 w 484832"/>
              <a:gd name="connsiteY94" fmla="*/ 151927 h 194706"/>
              <a:gd name="connsiteX95" fmla="*/ 101377 w 484832"/>
              <a:gd name="connsiteY95" fmla="*/ 192480 h 194706"/>
              <a:gd name="connsiteX96" fmla="*/ 127785 w 484832"/>
              <a:gd name="connsiteY96" fmla="*/ 192480 h 194706"/>
              <a:gd name="connsiteX97" fmla="*/ 139860 w 484832"/>
              <a:gd name="connsiteY97" fmla="*/ 152047 h 194706"/>
              <a:gd name="connsiteX98" fmla="*/ 145641 w 484832"/>
              <a:gd name="connsiteY98" fmla="*/ 152047 h 194706"/>
              <a:gd name="connsiteX99" fmla="*/ 145641 w 484832"/>
              <a:gd name="connsiteY99" fmla="*/ 151927 h 194706"/>
              <a:gd name="connsiteX100" fmla="*/ 204408 w 484832"/>
              <a:gd name="connsiteY100" fmla="*/ 151927 h 194706"/>
              <a:gd name="connsiteX101" fmla="*/ 192761 w 484832"/>
              <a:gd name="connsiteY101" fmla="*/ 192360 h 194706"/>
              <a:gd name="connsiteX102" fmla="*/ 219374 w 484832"/>
              <a:gd name="connsiteY102" fmla="*/ 192360 h 194706"/>
              <a:gd name="connsiteX103" fmla="*/ 230662 w 484832"/>
              <a:gd name="connsiteY103" fmla="*/ 151927 h 194706"/>
              <a:gd name="connsiteX104" fmla="*/ 242635 w 484832"/>
              <a:gd name="connsiteY104" fmla="*/ 151927 h 194706"/>
              <a:gd name="connsiteX105" fmla="*/ 242960 w 484832"/>
              <a:gd name="connsiteY105" fmla="*/ 192360 h 194706"/>
              <a:gd name="connsiteX106" fmla="*/ 265280 w 484832"/>
              <a:gd name="connsiteY106" fmla="*/ 192360 h 194706"/>
              <a:gd name="connsiteX107" fmla="*/ 290935 w 484832"/>
              <a:gd name="connsiteY107" fmla="*/ 151927 h 194706"/>
              <a:gd name="connsiteX108" fmla="*/ 307713 w 484832"/>
              <a:gd name="connsiteY108" fmla="*/ 151927 h 194706"/>
              <a:gd name="connsiteX109" fmla="*/ 299059 w 484832"/>
              <a:gd name="connsiteY109" fmla="*/ 192360 h 194706"/>
              <a:gd name="connsiteX110" fmla="*/ 325227 w 484832"/>
              <a:gd name="connsiteY110" fmla="*/ 192360 h 194706"/>
              <a:gd name="connsiteX111" fmla="*/ 333779 w 484832"/>
              <a:gd name="connsiteY111" fmla="*/ 151927 h 194706"/>
              <a:gd name="connsiteX112" fmla="*/ 348933 w 484832"/>
              <a:gd name="connsiteY112" fmla="*/ 151927 h 194706"/>
              <a:gd name="connsiteX113" fmla="*/ 359845 w 484832"/>
              <a:gd name="connsiteY113" fmla="*/ 183517 h 194706"/>
              <a:gd name="connsiteX114" fmla="*/ 397131 w 484832"/>
              <a:gd name="connsiteY114" fmla="*/ 194617 h 194706"/>
              <a:gd name="connsiteX115" fmla="*/ 445807 w 484832"/>
              <a:gd name="connsiteY115" fmla="*/ 188648 h 194706"/>
              <a:gd name="connsiteX116" fmla="*/ 454872 w 484832"/>
              <a:gd name="connsiteY116" fmla="*/ 151927 h 194706"/>
              <a:gd name="connsiteX117" fmla="*/ 484786 w 484832"/>
              <a:gd name="connsiteY117" fmla="*/ 151927 h 194706"/>
              <a:gd name="connsiteX118" fmla="*/ 484786 w 484832"/>
              <a:gd name="connsiteY118" fmla="*/ -89 h 194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484832" h="194706">
                <a:moveTo>
                  <a:pt x="480938" y="148130"/>
                </a:moveTo>
                <a:lnTo>
                  <a:pt x="455744" y="148130"/>
                </a:lnTo>
                <a:lnTo>
                  <a:pt x="459917" y="131488"/>
                </a:lnTo>
                <a:lnTo>
                  <a:pt x="409445" y="131488"/>
                </a:lnTo>
                <a:lnTo>
                  <a:pt x="405289" y="148130"/>
                </a:lnTo>
                <a:lnTo>
                  <a:pt x="380916" y="148130"/>
                </a:lnTo>
                <a:lnTo>
                  <a:pt x="380916" y="144709"/>
                </a:lnTo>
                <a:cubicBezTo>
                  <a:pt x="381293" y="142845"/>
                  <a:pt x="381618" y="140878"/>
                  <a:pt x="382079" y="138775"/>
                </a:cubicBezTo>
                <a:cubicBezTo>
                  <a:pt x="386526" y="120816"/>
                  <a:pt x="398311" y="103062"/>
                  <a:pt x="418715" y="103062"/>
                </a:cubicBezTo>
                <a:cubicBezTo>
                  <a:pt x="426771" y="103062"/>
                  <a:pt x="434792" y="106141"/>
                  <a:pt x="433698" y="117292"/>
                </a:cubicBezTo>
                <a:lnTo>
                  <a:pt x="463732" y="117292"/>
                </a:lnTo>
                <a:cubicBezTo>
                  <a:pt x="464912" y="112161"/>
                  <a:pt x="466896" y="103216"/>
                  <a:pt x="461234" y="95058"/>
                </a:cubicBezTo>
                <a:cubicBezTo>
                  <a:pt x="454821" y="86198"/>
                  <a:pt x="441942" y="82641"/>
                  <a:pt x="425214" y="82641"/>
                </a:cubicBezTo>
                <a:cubicBezTo>
                  <a:pt x="413328" y="82641"/>
                  <a:pt x="395933" y="84539"/>
                  <a:pt x="380916" y="94357"/>
                </a:cubicBezTo>
                <a:lnTo>
                  <a:pt x="380916" y="3708"/>
                </a:lnTo>
                <a:lnTo>
                  <a:pt x="480938" y="3708"/>
                </a:lnTo>
                <a:close/>
                <a:moveTo>
                  <a:pt x="421914" y="172537"/>
                </a:moveTo>
                <a:cubicBezTo>
                  <a:pt x="416372" y="173606"/>
                  <a:pt x="410745" y="174179"/>
                  <a:pt x="405101" y="174247"/>
                </a:cubicBezTo>
                <a:cubicBezTo>
                  <a:pt x="390683" y="174247"/>
                  <a:pt x="380643" y="167543"/>
                  <a:pt x="380438" y="151910"/>
                </a:cubicBezTo>
                <a:lnTo>
                  <a:pt x="427027" y="151910"/>
                </a:lnTo>
                <a:close/>
                <a:moveTo>
                  <a:pt x="364275" y="90064"/>
                </a:moveTo>
                <a:lnTo>
                  <a:pt x="364275" y="110759"/>
                </a:lnTo>
                <a:cubicBezTo>
                  <a:pt x="358044" y="119364"/>
                  <a:pt x="353522" y="129082"/>
                  <a:pt x="350951" y="139390"/>
                </a:cubicBezTo>
                <a:cubicBezTo>
                  <a:pt x="350195" y="142258"/>
                  <a:pt x="349663" y="145180"/>
                  <a:pt x="349360" y="148130"/>
                </a:cubicBezTo>
                <a:lnTo>
                  <a:pt x="334669" y="148130"/>
                </a:lnTo>
                <a:lnTo>
                  <a:pt x="347223" y="88524"/>
                </a:lnTo>
                <a:lnTo>
                  <a:pt x="304943" y="88524"/>
                </a:lnTo>
                <a:lnTo>
                  <a:pt x="267110" y="148164"/>
                </a:lnTo>
                <a:lnTo>
                  <a:pt x="264339" y="148164"/>
                </a:lnTo>
                <a:lnTo>
                  <a:pt x="264339" y="3759"/>
                </a:lnTo>
                <a:lnTo>
                  <a:pt x="364326" y="3759"/>
                </a:lnTo>
                <a:close/>
                <a:moveTo>
                  <a:pt x="308449" y="148130"/>
                </a:moveTo>
                <a:lnTo>
                  <a:pt x="293398" y="148130"/>
                </a:lnTo>
                <a:lnTo>
                  <a:pt x="316163" y="112315"/>
                </a:lnTo>
                <a:close/>
                <a:moveTo>
                  <a:pt x="247731" y="88388"/>
                </a:moveTo>
                <a:lnTo>
                  <a:pt x="222709" y="88388"/>
                </a:lnTo>
                <a:lnTo>
                  <a:pt x="205606" y="148130"/>
                </a:lnTo>
                <a:lnTo>
                  <a:pt x="179027" y="148130"/>
                </a:lnTo>
                <a:cubicBezTo>
                  <a:pt x="192538" y="143136"/>
                  <a:pt x="200765" y="133592"/>
                  <a:pt x="203314" y="119413"/>
                </a:cubicBezTo>
                <a:cubicBezTo>
                  <a:pt x="205400" y="108399"/>
                  <a:pt x="204408" y="101164"/>
                  <a:pt x="199893" y="95725"/>
                </a:cubicBezTo>
                <a:cubicBezTo>
                  <a:pt x="193154" y="87652"/>
                  <a:pt x="179642" y="88353"/>
                  <a:pt x="167653" y="88353"/>
                </a:cubicBezTo>
                <a:lnTo>
                  <a:pt x="147796" y="88353"/>
                </a:lnTo>
                <a:lnTo>
                  <a:pt x="147796" y="3759"/>
                </a:lnTo>
                <a:lnTo>
                  <a:pt x="247697" y="3759"/>
                </a:lnTo>
                <a:close/>
                <a:moveTo>
                  <a:pt x="231740" y="148130"/>
                </a:moveTo>
                <a:lnTo>
                  <a:pt x="242258" y="110759"/>
                </a:lnTo>
                <a:lnTo>
                  <a:pt x="242635" y="148130"/>
                </a:lnTo>
                <a:close/>
                <a:moveTo>
                  <a:pt x="158981" y="133934"/>
                </a:moveTo>
                <a:lnTo>
                  <a:pt x="158981" y="133934"/>
                </a:lnTo>
                <a:cubicBezTo>
                  <a:pt x="158007" y="133934"/>
                  <a:pt x="157032" y="134054"/>
                  <a:pt x="155920" y="134054"/>
                </a:cubicBezTo>
                <a:cubicBezTo>
                  <a:pt x="154466" y="134054"/>
                  <a:pt x="153320" y="134054"/>
                  <a:pt x="152243" y="134054"/>
                </a:cubicBezTo>
                <a:lnTo>
                  <a:pt x="145846" y="134054"/>
                </a:lnTo>
                <a:lnTo>
                  <a:pt x="148805" y="123125"/>
                </a:lnTo>
                <a:lnTo>
                  <a:pt x="150207" y="117686"/>
                </a:lnTo>
                <a:lnTo>
                  <a:pt x="153628" y="104961"/>
                </a:lnTo>
                <a:cubicBezTo>
                  <a:pt x="155116" y="104961"/>
                  <a:pt x="156570" y="104961"/>
                  <a:pt x="157972" y="104961"/>
                </a:cubicBezTo>
                <a:lnTo>
                  <a:pt x="162915" y="104961"/>
                </a:lnTo>
                <a:cubicBezTo>
                  <a:pt x="171467" y="104961"/>
                  <a:pt x="176718" y="105440"/>
                  <a:pt x="178668" y="108159"/>
                </a:cubicBezTo>
                <a:cubicBezTo>
                  <a:pt x="180156" y="110212"/>
                  <a:pt x="179967" y="113735"/>
                  <a:pt x="178206" y="119105"/>
                </a:cubicBezTo>
                <a:cubicBezTo>
                  <a:pt x="175196" y="128341"/>
                  <a:pt x="171364" y="133045"/>
                  <a:pt x="159084" y="133986"/>
                </a:cubicBezTo>
                <a:moveTo>
                  <a:pt x="131291" y="93741"/>
                </a:moveTo>
                <a:lnTo>
                  <a:pt x="129717" y="98872"/>
                </a:lnTo>
                <a:lnTo>
                  <a:pt x="115419" y="146471"/>
                </a:lnTo>
                <a:lnTo>
                  <a:pt x="114854" y="148181"/>
                </a:lnTo>
                <a:lnTo>
                  <a:pt x="67683" y="148181"/>
                </a:lnTo>
                <a:lnTo>
                  <a:pt x="64006" y="140365"/>
                </a:lnTo>
                <a:lnTo>
                  <a:pt x="114683" y="88524"/>
                </a:lnTo>
                <a:lnTo>
                  <a:pt x="82187" y="88524"/>
                </a:lnTo>
                <a:lnTo>
                  <a:pt x="42507" y="131283"/>
                </a:lnTo>
                <a:lnTo>
                  <a:pt x="55351" y="88524"/>
                </a:lnTo>
                <a:lnTo>
                  <a:pt x="31270" y="88524"/>
                </a:lnTo>
                <a:lnTo>
                  <a:pt x="31270" y="3759"/>
                </a:lnTo>
                <a:lnTo>
                  <a:pt x="131188" y="3759"/>
                </a:lnTo>
                <a:close/>
                <a:moveTo>
                  <a:pt x="377119" y="-89"/>
                </a:moveTo>
                <a:lnTo>
                  <a:pt x="377119" y="97076"/>
                </a:lnTo>
                <a:cubicBezTo>
                  <a:pt x="373861" y="99667"/>
                  <a:pt x="370856" y="102560"/>
                  <a:pt x="368140" y="105713"/>
                </a:cubicBezTo>
                <a:lnTo>
                  <a:pt x="368140" y="-89"/>
                </a:lnTo>
                <a:lnTo>
                  <a:pt x="260525" y="-89"/>
                </a:lnTo>
                <a:lnTo>
                  <a:pt x="260525" y="88388"/>
                </a:lnTo>
                <a:lnTo>
                  <a:pt x="251614" y="88388"/>
                </a:lnTo>
                <a:lnTo>
                  <a:pt x="251614" y="-89"/>
                </a:lnTo>
                <a:lnTo>
                  <a:pt x="143965" y="-89"/>
                </a:lnTo>
                <a:lnTo>
                  <a:pt x="143965" y="88524"/>
                </a:lnTo>
                <a:lnTo>
                  <a:pt x="135071" y="88524"/>
                </a:lnTo>
                <a:lnTo>
                  <a:pt x="135071" y="-89"/>
                </a:lnTo>
                <a:lnTo>
                  <a:pt x="27456" y="-89"/>
                </a:lnTo>
                <a:lnTo>
                  <a:pt x="27456" y="100907"/>
                </a:lnTo>
                <a:lnTo>
                  <a:pt x="-47" y="192480"/>
                </a:lnTo>
                <a:lnTo>
                  <a:pt x="24120" y="192480"/>
                </a:lnTo>
                <a:lnTo>
                  <a:pt x="36247" y="151927"/>
                </a:lnTo>
                <a:lnTo>
                  <a:pt x="39667" y="151927"/>
                </a:lnTo>
                <a:lnTo>
                  <a:pt x="59696" y="192480"/>
                </a:lnTo>
                <a:lnTo>
                  <a:pt x="89028" y="192480"/>
                </a:lnTo>
                <a:lnTo>
                  <a:pt x="69513" y="151927"/>
                </a:lnTo>
                <a:lnTo>
                  <a:pt x="113623" y="151927"/>
                </a:lnTo>
                <a:lnTo>
                  <a:pt x="101377" y="192480"/>
                </a:lnTo>
                <a:lnTo>
                  <a:pt x="127785" y="192480"/>
                </a:lnTo>
                <a:lnTo>
                  <a:pt x="139860" y="152047"/>
                </a:lnTo>
                <a:lnTo>
                  <a:pt x="145641" y="152047"/>
                </a:lnTo>
                <a:lnTo>
                  <a:pt x="145641" y="151927"/>
                </a:lnTo>
                <a:lnTo>
                  <a:pt x="204408" y="151927"/>
                </a:lnTo>
                <a:lnTo>
                  <a:pt x="192761" y="192360"/>
                </a:lnTo>
                <a:lnTo>
                  <a:pt x="219374" y="192360"/>
                </a:lnTo>
                <a:lnTo>
                  <a:pt x="230662" y="151927"/>
                </a:lnTo>
                <a:lnTo>
                  <a:pt x="242635" y="151927"/>
                </a:lnTo>
                <a:lnTo>
                  <a:pt x="242960" y="192360"/>
                </a:lnTo>
                <a:lnTo>
                  <a:pt x="265280" y="192360"/>
                </a:lnTo>
                <a:lnTo>
                  <a:pt x="290935" y="151927"/>
                </a:lnTo>
                <a:lnTo>
                  <a:pt x="307713" y="151927"/>
                </a:lnTo>
                <a:lnTo>
                  <a:pt x="299059" y="192360"/>
                </a:lnTo>
                <a:lnTo>
                  <a:pt x="325227" y="192360"/>
                </a:lnTo>
                <a:lnTo>
                  <a:pt x="333779" y="151927"/>
                </a:lnTo>
                <a:lnTo>
                  <a:pt x="348933" y="151927"/>
                </a:lnTo>
                <a:cubicBezTo>
                  <a:pt x="348334" y="164464"/>
                  <a:pt x="351533" y="175872"/>
                  <a:pt x="359845" y="183517"/>
                </a:cubicBezTo>
                <a:cubicBezTo>
                  <a:pt x="370004" y="192839"/>
                  <a:pt x="385603" y="194617"/>
                  <a:pt x="397131" y="194617"/>
                </a:cubicBezTo>
                <a:cubicBezTo>
                  <a:pt x="413526" y="194421"/>
                  <a:pt x="429850" y="192418"/>
                  <a:pt x="445807" y="188648"/>
                </a:cubicBezTo>
                <a:lnTo>
                  <a:pt x="454872" y="151927"/>
                </a:lnTo>
                <a:lnTo>
                  <a:pt x="484786" y="151927"/>
                </a:lnTo>
                <a:lnTo>
                  <a:pt x="484786" y="-89"/>
                </a:lnTo>
                <a:close/>
              </a:path>
            </a:pathLst>
          </a:custGeom>
          <a:solidFill>
            <a:schemeClr val="bg1"/>
          </a:solidFill>
          <a:ln w="1683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868646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995364" y="1330126"/>
            <a:ext cx="8777286" cy="4546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CFC99C-7410-4D22-BA8D-48877FCFB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32087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_doubl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D2B9FA-46EE-4504-A8DE-8C56CCE29B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98538" y="1700213"/>
            <a:ext cx="8759825" cy="4176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FC733E-E364-489F-B7AF-D2002EE597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79887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_double title_KPMG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D2B9FA-46EE-4504-A8DE-8C56CCE29B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98538" y="1700213"/>
            <a:ext cx="8745537" cy="417671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 marL="361950" indent="-180975"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Shape 8">
            <a:extLst>
              <a:ext uri="{FF2B5EF4-FFF2-40B4-BE49-F238E27FC236}">
                <a16:creationId xmlns:a16="http://schemas.microsoft.com/office/drawing/2014/main" id="{F4561A05-7671-4539-AB97-A9979F67EB43}"/>
              </a:ext>
            </a:extLst>
          </p:cNvPr>
          <p:cNvSpPr txBox="1">
            <a:spLocks/>
          </p:cNvSpPr>
          <p:nvPr userDrawn="1"/>
        </p:nvSpPr>
        <p:spPr>
          <a:xfrm>
            <a:off x="10946607" y="6266997"/>
            <a:ext cx="242486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GB" sz="900" smtClean="0">
                <a:solidFill>
                  <a:schemeClr val="bg1"/>
                </a:solidFill>
                <a:latin typeface="+mn-lt"/>
                <a:ea typeface="Arial"/>
                <a:cs typeface="Arial" panose="020B0604020202020204" pitchFamily="34" charset="0"/>
              </a:rPr>
              <a:pPr algn="r"/>
              <a:t>‹#›</a:t>
            </a:fld>
            <a:endParaRPr lang="en-GB" sz="900">
              <a:solidFill>
                <a:schemeClr val="bg1"/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3AAE32-05EB-420A-97AB-3254804D3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  <a:endParaRPr lang="en-GB"/>
          </a:p>
        </p:txBody>
      </p:sp>
      <p:sp>
        <p:nvSpPr>
          <p:cNvPr id="10" name="Graphic 8">
            <a:extLst>
              <a:ext uri="{FF2B5EF4-FFF2-40B4-BE49-F238E27FC236}">
                <a16:creationId xmlns:a16="http://schemas.microsoft.com/office/drawing/2014/main" id="{567897B5-3A96-440B-8018-FDD880280B2A}"/>
              </a:ext>
            </a:extLst>
          </p:cNvPr>
          <p:cNvSpPr/>
          <p:nvPr userDrawn="1"/>
        </p:nvSpPr>
        <p:spPr>
          <a:xfrm>
            <a:off x="1003200" y="6266996"/>
            <a:ext cx="484832" cy="194706"/>
          </a:xfrm>
          <a:custGeom>
            <a:avLst/>
            <a:gdLst>
              <a:gd name="connsiteX0" fmla="*/ 480938 w 484832"/>
              <a:gd name="connsiteY0" fmla="*/ 148130 h 194706"/>
              <a:gd name="connsiteX1" fmla="*/ 455744 w 484832"/>
              <a:gd name="connsiteY1" fmla="*/ 148130 h 194706"/>
              <a:gd name="connsiteX2" fmla="*/ 459917 w 484832"/>
              <a:gd name="connsiteY2" fmla="*/ 131488 h 194706"/>
              <a:gd name="connsiteX3" fmla="*/ 409445 w 484832"/>
              <a:gd name="connsiteY3" fmla="*/ 131488 h 194706"/>
              <a:gd name="connsiteX4" fmla="*/ 405289 w 484832"/>
              <a:gd name="connsiteY4" fmla="*/ 148130 h 194706"/>
              <a:gd name="connsiteX5" fmla="*/ 380916 w 484832"/>
              <a:gd name="connsiteY5" fmla="*/ 148130 h 194706"/>
              <a:gd name="connsiteX6" fmla="*/ 380916 w 484832"/>
              <a:gd name="connsiteY6" fmla="*/ 144709 h 194706"/>
              <a:gd name="connsiteX7" fmla="*/ 382079 w 484832"/>
              <a:gd name="connsiteY7" fmla="*/ 138775 h 194706"/>
              <a:gd name="connsiteX8" fmla="*/ 418715 w 484832"/>
              <a:gd name="connsiteY8" fmla="*/ 103062 h 194706"/>
              <a:gd name="connsiteX9" fmla="*/ 433698 w 484832"/>
              <a:gd name="connsiteY9" fmla="*/ 117292 h 194706"/>
              <a:gd name="connsiteX10" fmla="*/ 463732 w 484832"/>
              <a:gd name="connsiteY10" fmla="*/ 117292 h 194706"/>
              <a:gd name="connsiteX11" fmla="*/ 461234 w 484832"/>
              <a:gd name="connsiteY11" fmla="*/ 95058 h 194706"/>
              <a:gd name="connsiteX12" fmla="*/ 425214 w 484832"/>
              <a:gd name="connsiteY12" fmla="*/ 82641 h 194706"/>
              <a:gd name="connsiteX13" fmla="*/ 380916 w 484832"/>
              <a:gd name="connsiteY13" fmla="*/ 94357 h 194706"/>
              <a:gd name="connsiteX14" fmla="*/ 380916 w 484832"/>
              <a:gd name="connsiteY14" fmla="*/ 3708 h 194706"/>
              <a:gd name="connsiteX15" fmla="*/ 480938 w 484832"/>
              <a:gd name="connsiteY15" fmla="*/ 3708 h 194706"/>
              <a:gd name="connsiteX16" fmla="*/ 421914 w 484832"/>
              <a:gd name="connsiteY16" fmla="*/ 172537 h 194706"/>
              <a:gd name="connsiteX17" fmla="*/ 405101 w 484832"/>
              <a:gd name="connsiteY17" fmla="*/ 174247 h 194706"/>
              <a:gd name="connsiteX18" fmla="*/ 380438 w 484832"/>
              <a:gd name="connsiteY18" fmla="*/ 151910 h 194706"/>
              <a:gd name="connsiteX19" fmla="*/ 427027 w 484832"/>
              <a:gd name="connsiteY19" fmla="*/ 151910 h 194706"/>
              <a:gd name="connsiteX20" fmla="*/ 364275 w 484832"/>
              <a:gd name="connsiteY20" fmla="*/ 90064 h 194706"/>
              <a:gd name="connsiteX21" fmla="*/ 364275 w 484832"/>
              <a:gd name="connsiteY21" fmla="*/ 110759 h 194706"/>
              <a:gd name="connsiteX22" fmla="*/ 350951 w 484832"/>
              <a:gd name="connsiteY22" fmla="*/ 139390 h 194706"/>
              <a:gd name="connsiteX23" fmla="*/ 349360 w 484832"/>
              <a:gd name="connsiteY23" fmla="*/ 148130 h 194706"/>
              <a:gd name="connsiteX24" fmla="*/ 334669 w 484832"/>
              <a:gd name="connsiteY24" fmla="*/ 148130 h 194706"/>
              <a:gd name="connsiteX25" fmla="*/ 347223 w 484832"/>
              <a:gd name="connsiteY25" fmla="*/ 88524 h 194706"/>
              <a:gd name="connsiteX26" fmla="*/ 304943 w 484832"/>
              <a:gd name="connsiteY26" fmla="*/ 88524 h 194706"/>
              <a:gd name="connsiteX27" fmla="*/ 267110 w 484832"/>
              <a:gd name="connsiteY27" fmla="*/ 148164 h 194706"/>
              <a:gd name="connsiteX28" fmla="*/ 264339 w 484832"/>
              <a:gd name="connsiteY28" fmla="*/ 148164 h 194706"/>
              <a:gd name="connsiteX29" fmla="*/ 264339 w 484832"/>
              <a:gd name="connsiteY29" fmla="*/ 3759 h 194706"/>
              <a:gd name="connsiteX30" fmla="*/ 364326 w 484832"/>
              <a:gd name="connsiteY30" fmla="*/ 3759 h 194706"/>
              <a:gd name="connsiteX31" fmla="*/ 308449 w 484832"/>
              <a:gd name="connsiteY31" fmla="*/ 148130 h 194706"/>
              <a:gd name="connsiteX32" fmla="*/ 293398 w 484832"/>
              <a:gd name="connsiteY32" fmla="*/ 148130 h 194706"/>
              <a:gd name="connsiteX33" fmla="*/ 316163 w 484832"/>
              <a:gd name="connsiteY33" fmla="*/ 112315 h 194706"/>
              <a:gd name="connsiteX34" fmla="*/ 247731 w 484832"/>
              <a:gd name="connsiteY34" fmla="*/ 88388 h 194706"/>
              <a:gd name="connsiteX35" fmla="*/ 222709 w 484832"/>
              <a:gd name="connsiteY35" fmla="*/ 88388 h 194706"/>
              <a:gd name="connsiteX36" fmla="*/ 205606 w 484832"/>
              <a:gd name="connsiteY36" fmla="*/ 148130 h 194706"/>
              <a:gd name="connsiteX37" fmla="*/ 179027 w 484832"/>
              <a:gd name="connsiteY37" fmla="*/ 148130 h 194706"/>
              <a:gd name="connsiteX38" fmla="*/ 203314 w 484832"/>
              <a:gd name="connsiteY38" fmla="*/ 119413 h 194706"/>
              <a:gd name="connsiteX39" fmla="*/ 199893 w 484832"/>
              <a:gd name="connsiteY39" fmla="*/ 95725 h 194706"/>
              <a:gd name="connsiteX40" fmla="*/ 167653 w 484832"/>
              <a:gd name="connsiteY40" fmla="*/ 88353 h 194706"/>
              <a:gd name="connsiteX41" fmla="*/ 147796 w 484832"/>
              <a:gd name="connsiteY41" fmla="*/ 88353 h 194706"/>
              <a:gd name="connsiteX42" fmla="*/ 147796 w 484832"/>
              <a:gd name="connsiteY42" fmla="*/ 3759 h 194706"/>
              <a:gd name="connsiteX43" fmla="*/ 247697 w 484832"/>
              <a:gd name="connsiteY43" fmla="*/ 3759 h 194706"/>
              <a:gd name="connsiteX44" fmla="*/ 231740 w 484832"/>
              <a:gd name="connsiteY44" fmla="*/ 148130 h 194706"/>
              <a:gd name="connsiteX45" fmla="*/ 242258 w 484832"/>
              <a:gd name="connsiteY45" fmla="*/ 110759 h 194706"/>
              <a:gd name="connsiteX46" fmla="*/ 242635 w 484832"/>
              <a:gd name="connsiteY46" fmla="*/ 148130 h 194706"/>
              <a:gd name="connsiteX47" fmla="*/ 158981 w 484832"/>
              <a:gd name="connsiteY47" fmla="*/ 133934 h 194706"/>
              <a:gd name="connsiteX48" fmla="*/ 158981 w 484832"/>
              <a:gd name="connsiteY48" fmla="*/ 133934 h 194706"/>
              <a:gd name="connsiteX49" fmla="*/ 155920 w 484832"/>
              <a:gd name="connsiteY49" fmla="*/ 134054 h 194706"/>
              <a:gd name="connsiteX50" fmla="*/ 152243 w 484832"/>
              <a:gd name="connsiteY50" fmla="*/ 134054 h 194706"/>
              <a:gd name="connsiteX51" fmla="*/ 145846 w 484832"/>
              <a:gd name="connsiteY51" fmla="*/ 134054 h 194706"/>
              <a:gd name="connsiteX52" fmla="*/ 148805 w 484832"/>
              <a:gd name="connsiteY52" fmla="*/ 123125 h 194706"/>
              <a:gd name="connsiteX53" fmla="*/ 150207 w 484832"/>
              <a:gd name="connsiteY53" fmla="*/ 117686 h 194706"/>
              <a:gd name="connsiteX54" fmla="*/ 153628 w 484832"/>
              <a:gd name="connsiteY54" fmla="*/ 104961 h 194706"/>
              <a:gd name="connsiteX55" fmla="*/ 157972 w 484832"/>
              <a:gd name="connsiteY55" fmla="*/ 104961 h 194706"/>
              <a:gd name="connsiteX56" fmla="*/ 162915 w 484832"/>
              <a:gd name="connsiteY56" fmla="*/ 104961 h 194706"/>
              <a:gd name="connsiteX57" fmla="*/ 178668 w 484832"/>
              <a:gd name="connsiteY57" fmla="*/ 108159 h 194706"/>
              <a:gd name="connsiteX58" fmla="*/ 178206 w 484832"/>
              <a:gd name="connsiteY58" fmla="*/ 119105 h 194706"/>
              <a:gd name="connsiteX59" fmla="*/ 159084 w 484832"/>
              <a:gd name="connsiteY59" fmla="*/ 133986 h 194706"/>
              <a:gd name="connsiteX60" fmla="*/ 131291 w 484832"/>
              <a:gd name="connsiteY60" fmla="*/ 93741 h 194706"/>
              <a:gd name="connsiteX61" fmla="*/ 129717 w 484832"/>
              <a:gd name="connsiteY61" fmla="*/ 98872 h 194706"/>
              <a:gd name="connsiteX62" fmla="*/ 115419 w 484832"/>
              <a:gd name="connsiteY62" fmla="*/ 146471 h 194706"/>
              <a:gd name="connsiteX63" fmla="*/ 114854 w 484832"/>
              <a:gd name="connsiteY63" fmla="*/ 148181 h 194706"/>
              <a:gd name="connsiteX64" fmla="*/ 67683 w 484832"/>
              <a:gd name="connsiteY64" fmla="*/ 148181 h 194706"/>
              <a:gd name="connsiteX65" fmla="*/ 64006 w 484832"/>
              <a:gd name="connsiteY65" fmla="*/ 140365 h 194706"/>
              <a:gd name="connsiteX66" fmla="*/ 114683 w 484832"/>
              <a:gd name="connsiteY66" fmla="*/ 88524 h 194706"/>
              <a:gd name="connsiteX67" fmla="*/ 82187 w 484832"/>
              <a:gd name="connsiteY67" fmla="*/ 88524 h 194706"/>
              <a:gd name="connsiteX68" fmla="*/ 42507 w 484832"/>
              <a:gd name="connsiteY68" fmla="*/ 131283 h 194706"/>
              <a:gd name="connsiteX69" fmla="*/ 55351 w 484832"/>
              <a:gd name="connsiteY69" fmla="*/ 88524 h 194706"/>
              <a:gd name="connsiteX70" fmla="*/ 31270 w 484832"/>
              <a:gd name="connsiteY70" fmla="*/ 88524 h 194706"/>
              <a:gd name="connsiteX71" fmla="*/ 31270 w 484832"/>
              <a:gd name="connsiteY71" fmla="*/ 3759 h 194706"/>
              <a:gd name="connsiteX72" fmla="*/ 131188 w 484832"/>
              <a:gd name="connsiteY72" fmla="*/ 3759 h 194706"/>
              <a:gd name="connsiteX73" fmla="*/ 377119 w 484832"/>
              <a:gd name="connsiteY73" fmla="*/ -89 h 194706"/>
              <a:gd name="connsiteX74" fmla="*/ 377119 w 484832"/>
              <a:gd name="connsiteY74" fmla="*/ 97076 h 194706"/>
              <a:gd name="connsiteX75" fmla="*/ 368140 w 484832"/>
              <a:gd name="connsiteY75" fmla="*/ 105713 h 194706"/>
              <a:gd name="connsiteX76" fmla="*/ 368140 w 484832"/>
              <a:gd name="connsiteY76" fmla="*/ -89 h 194706"/>
              <a:gd name="connsiteX77" fmla="*/ 260525 w 484832"/>
              <a:gd name="connsiteY77" fmla="*/ -89 h 194706"/>
              <a:gd name="connsiteX78" fmla="*/ 260525 w 484832"/>
              <a:gd name="connsiteY78" fmla="*/ 88388 h 194706"/>
              <a:gd name="connsiteX79" fmla="*/ 251614 w 484832"/>
              <a:gd name="connsiteY79" fmla="*/ 88388 h 194706"/>
              <a:gd name="connsiteX80" fmla="*/ 251614 w 484832"/>
              <a:gd name="connsiteY80" fmla="*/ -89 h 194706"/>
              <a:gd name="connsiteX81" fmla="*/ 143965 w 484832"/>
              <a:gd name="connsiteY81" fmla="*/ -89 h 194706"/>
              <a:gd name="connsiteX82" fmla="*/ 143965 w 484832"/>
              <a:gd name="connsiteY82" fmla="*/ 88524 h 194706"/>
              <a:gd name="connsiteX83" fmla="*/ 135071 w 484832"/>
              <a:gd name="connsiteY83" fmla="*/ 88524 h 194706"/>
              <a:gd name="connsiteX84" fmla="*/ 135071 w 484832"/>
              <a:gd name="connsiteY84" fmla="*/ -89 h 194706"/>
              <a:gd name="connsiteX85" fmla="*/ 27456 w 484832"/>
              <a:gd name="connsiteY85" fmla="*/ -89 h 194706"/>
              <a:gd name="connsiteX86" fmla="*/ 27456 w 484832"/>
              <a:gd name="connsiteY86" fmla="*/ 100907 h 194706"/>
              <a:gd name="connsiteX87" fmla="*/ -47 w 484832"/>
              <a:gd name="connsiteY87" fmla="*/ 192480 h 194706"/>
              <a:gd name="connsiteX88" fmla="*/ 24120 w 484832"/>
              <a:gd name="connsiteY88" fmla="*/ 192480 h 194706"/>
              <a:gd name="connsiteX89" fmla="*/ 36247 w 484832"/>
              <a:gd name="connsiteY89" fmla="*/ 151927 h 194706"/>
              <a:gd name="connsiteX90" fmla="*/ 39667 w 484832"/>
              <a:gd name="connsiteY90" fmla="*/ 151927 h 194706"/>
              <a:gd name="connsiteX91" fmla="*/ 59696 w 484832"/>
              <a:gd name="connsiteY91" fmla="*/ 192480 h 194706"/>
              <a:gd name="connsiteX92" fmla="*/ 89028 w 484832"/>
              <a:gd name="connsiteY92" fmla="*/ 192480 h 194706"/>
              <a:gd name="connsiteX93" fmla="*/ 69513 w 484832"/>
              <a:gd name="connsiteY93" fmla="*/ 151927 h 194706"/>
              <a:gd name="connsiteX94" fmla="*/ 113623 w 484832"/>
              <a:gd name="connsiteY94" fmla="*/ 151927 h 194706"/>
              <a:gd name="connsiteX95" fmla="*/ 101377 w 484832"/>
              <a:gd name="connsiteY95" fmla="*/ 192480 h 194706"/>
              <a:gd name="connsiteX96" fmla="*/ 127785 w 484832"/>
              <a:gd name="connsiteY96" fmla="*/ 192480 h 194706"/>
              <a:gd name="connsiteX97" fmla="*/ 139860 w 484832"/>
              <a:gd name="connsiteY97" fmla="*/ 152047 h 194706"/>
              <a:gd name="connsiteX98" fmla="*/ 145641 w 484832"/>
              <a:gd name="connsiteY98" fmla="*/ 152047 h 194706"/>
              <a:gd name="connsiteX99" fmla="*/ 145641 w 484832"/>
              <a:gd name="connsiteY99" fmla="*/ 151927 h 194706"/>
              <a:gd name="connsiteX100" fmla="*/ 204408 w 484832"/>
              <a:gd name="connsiteY100" fmla="*/ 151927 h 194706"/>
              <a:gd name="connsiteX101" fmla="*/ 192761 w 484832"/>
              <a:gd name="connsiteY101" fmla="*/ 192360 h 194706"/>
              <a:gd name="connsiteX102" fmla="*/ 219374 w 484832"/>
              <a:gd name="connsiteY102" fmla="*/ 192360 h 194706"/>
              <a:gd name="connsiteX103" fmla="*/ 230662 w 484832"/>
              <a:gd name="connsiteY103" fmla="*/ 151927 h 194706"/>
              <a:gd name="connsiteX104" fmla="*/ 242635 w 484832"/>
              <a:gd name="connsiteY104" fmla="*/ 151927 h 194706"/>
              <a:gd name="connsiteX105" fmla="*/ 242960 w 484832"/>
              <a:gd name="connsiteY105" fmla="*/ 192360 h 194706"/>
              <a:gd name="connsiteX106" fmla="*/ 265280 w 484832"/>
              <a:gd name="connsiteY106" fmla="*/ 192360 h 194706"/>
              <a:gd name="connsiteX107" fmla="*/ 290935 w 484832"/>
              <a:gd name="connsiteY107" fmla="*/ 151927 h 194706"/>
              <a:gd name="connsiteX108" fmla="*/ 307713 w 484832"/>
              <a:gd name="connsiteY108" fmla="*/ 151927 h 194706"/>
              <a:gd name="connsiteX109" fmla="*/ 299059 w 484832"/>
              <a:gd name="connsiteY109" fmla="*/ 192360 h 194706"/>
              <a:gd name="connsiteX110" fmla="*/ 325227 w 484832"/>
              <a:gd name="connsiteY110" fmla="*/ 192360 h 194706"/>
              <a:gd name="connsiteX111" fmla="*/ 333779 w 484832"/>
              <a:gd name="connsiteY111" fmla="*/ 151927 h 194706"/>
              <a:gd name="connsiteX112" fmla="*/ 348933 w 484832"/>
              <a:gd name="connsiteY112" fmla="*/ 151927 h 194706"/>
              <a:gd name="connsiteX113" fmla="*/ 359845 w 484832"/>
              <a:gd name="connsiteY113" fmla="*/ 183517 h 194706"/>
              <a:gd name="connsiteX114" fmla="*/ 397131 w 484832"/>
              <a:gd name="connsiteY114" fmla="*/ 194617 h 194706"/>
              <a:gd name="connsiteX115" fmla="*/ 445807 w 484832"/>
              <a:gd name="connsiteY115" fmla="*/ 188648 h 194706"/>
              <a:gd name="connsiteX116" fmla="*/ 454872 w 484832"/>
              <a:gd name="connsiteY116" fmla="*/ 151927 h 194706"/>
              <a:gd name="connsiteX117" fmla="*/ 484786 w 484832"/>
              <a:gd name="connsiteY117" fmla="*/ 151927 h 194706"/>
              <a:gd name="connsiteX118" fmla="*/ 484786 w 484832"/>
              <a:gd name="connsiteY118" fmla="*/ -89 h 194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484832" h="194706">
                <a:moveTo>
                  <a:pt x="480938" y="148130"/>
                </a:moveTo>
                <a:lnTo>
                  <a:pt x="455744" y="148130"/>
                </a:lnTo>
                <a:lnTo>
                  <a:pt x="459917" y="131488"/>
                </a:lnTo>
                <a:lnTo>
                  <a:pt x="409445" y="131488"/>
                </a:lnTo>
                <a:lnTo>
                  <a:pt x="405289" y="148130"/>
                </a:lnTo>
                <a:lnTo>
                  <a:pt x="380916" y="148130"/>
                </a:lnTo>
                <a:lnTo>
                  <a:pt x="380916" y="144709"/>
                </a:lnTo>
                <a:cubicBezTo>
                  <a:pt x="381293" y="142845"/>
                  <a:pt x="381618" y="140878"/>
                  <a:pt x="382079" y="138775"/>
                </a:cubicBezTo>
                <a:cubicBezTo>
                  <a:pt x="386526" y="120816"/>
                  <a:pt x="398311" y="103062"/>
                  <a:pt x="418715" y="103062"/>
                </a:cubicBezTo>
                <a:cubicBezTo>
                  <a:pt x="426771" y="103062"/>
                  <a:pt x="434792" y="106141"/>
                  <a:pt x="433698" y="117292"/>
                </a:cubicBezTo>
                <a:lnTo>
                  <a:pt x="463732" y="117292"/>
                </a:lnTo>
                <a:cubicBezTo>
                  <a:pt x="464912" y="112161"/>
                  <a:pt x="466896" y="103216"/>
                  <a:pt x="461234" y="95058"/>
                </a:cubicBezTo>
                <a:cubicBezTo>
                  <a:pt x="454821" y="86198"/>
                  <a:pt x="441942" y="82641"/>
                  <a:pt x="425214" y="82641"/>
                </a:cubicBezTo>
                <a:cubicBezTo>
                  <a:pt x="413328" y="82641"/>
                  <a:pt x="395933" y="84539"/>
                  <a:pt x="380916" y="94357"/>
                </a:cubicBezTo>
                <a:lnTo>
                  <a:pt x="380916" y="3708"/>
                </a:lnTo>
                <a:lnTo>
                  <a:pt x="480938" y="3708"/>
                </a:lnTo>
                <a:close/>
                <a:moveTo>
                  <a:pt x="421914" y="172537"/>
                </a:moveTo>
                <a:cubicBezTo>
                  <a:pt x="416372" y="173606"/>
                  <a:pt x="410745" y="174179"/>
                  <a:pt x="405101" y="174247"/>
                </a:cubicBezTo>
                <a:cubicBezTo>
                  <a:pt x="390683" y="174247"/>
                  <a:pt x="380643" y="167543"/>
                  <a:pt x="380438" y="151910"/>
                </a:cubicBezTo>
                <a:lnTo>
                  <a:pt x="427027" y="151910"/>
                </a:lnTo>
                <a:close/>
                <a:moveTo>
                  <a:pt x="364275" y="90064"/>
                </a:moveTo>
                <a:lnTo>
                  <a:pt x="364275" y="110759"/>
                </a:lnTo>
                <a:cubicBezTo>
                  <a:pt x="358044" y="119364"/>
                  <a:pt x="353522" y="129082"/>
                  <a:pt x="350951" y="139390"/>
                </a:cubicBezTo>
                <a:cubicBezTo>
                  <a:pt x="350195" y="142258"/>
                  <a:pt x="349663" y="145180"/>
                  <a:pt x="349360" y="148130"/>
                </a:cubicBezTo>
                <a:lnTo>
                  <a:pt x="334669" y="148130"/>
                </a:lnTo>
                <a:lnTo>
                  <a:pt x="347223" y="88524"/>
                </a:lnTo>
                <a:lnTo>
                  <a:pt x="304943" y="88524"/>
                </a:lnTo>
                <a:lnTo>
                  <a:pt x="267110" y="148164"/>
                </a:lnTo>
                <a:lnTo>
                  <a:pt x="264339" y="148164"/>
                </a:lnTo>
                <a:lnTo>
                  <a:pt x="264339" y="3759"/>
                </a:lnTo>
                <a:lnTo>
                  <a:pt x="364326" y="3759"/>
                </a:lnTo>
                <a:close/>
                <a:moveTo>
                  <a:pt x="308449" y="148130"/>
                </a:moveTo>
                <a:lnTo>
                  <a:pt x="293398" y="148130"/>
                </a:lnTo>
                <a:lnTo>
                  <a:pt x="316163" y="112315"/>
                </a:lnTo>
                <a:close/>
                <a:moveTo>
                  <a:pt x="247731" y="88388"/>
                </a:moveTo>
                <a:lnTo>
                  <a:pt x="222709" y="88388"/>
                </a:lnTo>
                <a:lnTo>
                  <a:pt x="205606" y="148130"/>
                </a:lnTo>
                <a:lnTo>
                  <a:pt x="179027" y="148130"/>
                </a:lnTo>
                <a:cubicBezTo>
                  <a:pt x="192538" y="143136"/>
                  <a:pt x="200765" y="133592"/>
                  <a:pt x="203314" y="119413"/>
                </a:cubicBezTo>
                <a:cubicBezTo>
                  <a:pt x="205400" y="108399"/>
                  <a:pt x="204408" y="101164"/>
                  <a:pt x="199893" y="95725"/>
                </a:cubicBezTo>
                <a:cubicBezTo>
                  <a:pt x="193154" y="87652"/>
                  <a:pt x="179642" y="88353"/>
                  <a:pt x="167653" y="88353"/>
                </a:cubicBezTo>
                <a:lnTo>
                  <a:pt x="147796" y="88353"/>
                </a:lnTo>
                <a:lnTo>
                  <a:pt x="147796" y="3759"/>
                </a:lnTo>
                <a:lnTo>
                  <a:pt x="247697" y="3759"/>
                </a:lnTo>
                <a:close/>
                <a:moveTo>
                  <a:pt x="231740" y="148130"/>
                </a:moveTo>
                <a:lnTo>
                  <a:pt x="242258" y="110759"/>
                </a:lnTo>
                <a:lnTo>
                  <a:pt x="242635" y="148130"/>
                </a:lnTo>
                <a:close/>
                <a:moveTo>
                  <a:pt x="158981" y="133934"/>
                </a:moveTo>
                <a:lnTo>
                  <a:pt x="158981" y="133934"/>
                </a:lnTo>
                <a:cubicBezTo>
                  <a:pt x="158007" y="133934"/>
                  <a:pt x="157032" y="134054"/>
                  <a:pt x="155920" y="134054"/>
                </a:cubicBezTo>
                <a:cubicBezTo>
                  <a:pt x="154466" y="134054"/>
                  <a:pt x="153320" y="134054"/>
                  <a:pt x="152243" y="134054"/>
                </a:cubicBezTo>
                <a:lnTo>
                  <a:pt x="145846" y="134054"/>
                </a:lnTo>
                <a:lnTo>
                  <a:pt x="148805" y="123125"/>
                </a:lnTo>
                <a:lnTo>
                  <a:pt x="150207" y="117686"/>
                </a:lnTo>
                <a:lnTo>
                  <a:pt x="153628" y="104961"/>
                </a:lnTo>
                <a:cubicBezTo>
                  <a:pt x="155116" y="104961"/>
                  <a:pt x="156570" y="104961"/>
                  <a:pt x="157972" y="104961"/>
                </a:cubicBezTo>
                <a:lnTo>
                  <a:pt x="162915" y="104961"/>
                </a:lnTo>
                <a:cubicBezTo>
                  <a:pt x="171467" y="104961"/>
                  <a:pt x="176718" y="105440"/>
                  <a:pt x="178668" y="108159"/>
                </a:cubicBezTo>
                <a:cubicBezTo>
                  <a:pt x="180156" y="110212"/>
                  <a:pt x="179967" y="113735"/>
                  <a:pt x="178206" y="119105"/>
                </a:cubicBezTo>
                <a:cubicBezTo>
                  <a:pt x="175196" y="128341"/>
                  <a:pt x="171364" y="133045"/>
                  <a:pt x="159084" y="133986"/>
                </a:cubicBezTo>
                <a:moveTo>
                  <a:pt x="131291" y="93741"/>
                </a:moveTo>
                <a:lnTo>
                  <a:pt x="129717" y="98872"/>
                </a:lnTo>
                <a:lnTo>
                  <a:pt x="115419" y="146471"/>
                </a:lnTo>
                <a:lnTo>
                  <a:pt x="114854" y="148181"/>
                </a:lnTo>
                <a:lnTo>
                  <a:pt x="67683" y="148181"/>
                </a:lnTo>
                <a:lnTo>
                  <a:pt x="64006" y="140365"/>
                </a:lnTo>
                <a:lnTo>
                  <a:pt x="114683" y="88524"/>
                </a:lnTo>
                <a:lnTo>
                  <a:pt x="82187" y="88524"/>
                </a:lnTo>
                <a:lnTo>
                  <a:pt x="42507" y="131283"/>
                </a:lnTo>
                <a:lnTo>
                  <a:pt x="55351" y="88524"/>
                </a:lnTo>
                <a:lnTo>
                  <a:pt x="31270" y="88524"/>
                </a:lnTo>
                <a:lnTo>
                  <a:pt x="31270" y="3759"/>
                </a:lnTo>
                <a:lnTo>
                  <a:pt x="131188" y="3759"/>
                </a:lnTo>
                <a:close/>
                <a:moveTo>
                  <a:pt x="377119" y="-89"/>
                </a:moveTo>
                <a:lnTo>
                  <a:pt x="377119" y="97076"/>
                </a:lnTo>
                <a:cubicBezTo>
                  <a:pt x="373861" y="99667"/>
                  <a:pt x="370856" y="102560"/>
                  <a:pt x="368140" y="105713"/>
                </a:cubicBezTo>
                <a:lnTo>
                  <a:pt x="368140" y="-89"/>
                </a:lnTo>
                <a:lnTo>
                  <a:pt x="260525" y="-89"/>
                </a:lnTo>
                <a:lnTo>
                  <a:pt x="260525" y="88388"/>
                </a:lnTo>
                <a:lnTo>
                  <a:pt x="251614" y="88388"/>
                </a:lnTo>
                <a:lnTo>
                  <a:pt x="251614" y="-89"/>
                </a:lnTo>
                <a:lnTo>
                  <a:pt x="143965" y="-89"/>
                </a:lnTo>
                <a:lnTo>
                  <a:pt x="143965" y="88524"/>
                </a:lnTo>
                <a:lnTo>
                  <a:pt x="135071" y="88524"/>
                </a:lnTo>
                <a:lnTo>
                  <a:pt x="135071" y="-89"/>
                </a:lnTo>
                <a:lnTo>
                  <a:pt x="27456" y="-89"/>
                </a:lnTo>
                <a:lnTo>
                  <a:pt x="27456" y="100907"/>
                </a:lnTo>
                <a:lnTo>
                  <a:pt x="-47" y="192480"/>
                </a:lnTo>
                <a:lnTo>
                  <a:pt x="24120" y="192480"/>
                </a:lnTo>
                <a:lnTo>
                  <a:pt x="36247" y="151927"/>
                </a:lnTo>
                <a:lnTo>
                  <a:pt x="39667" y="151927"/>
                </a:lnTo>
                <a:lnTo>
                  <a:pt x="59696" y="192480"/>
                </a:lnTo>
                <a:lnTo>
                  <a:pt x="89028" y="192480"/>
                </a:lnTo>
                <a:lnTo>
                  <a:pt x="69513" y="151927"/>
                </a:lnTo>
                <a:lnTo>
                  <a:pt x="113623" y="151927"/>
                </a:lnTo>
                <a:lnTo>
                  <a:pt x="101377" y="192480"/>
                </a:lnTo>
                <a:lnTo>
                  <a:pt x="127785" y="192480"/>
                </a:lnTo>
                <a:lnTo>
                  <a:pt x="139860" y="152047"/>
                </a:lnTo>
                <a:lnTo>
                  <a:pt x="145641" y="152047"/>
                </a:lnTo>
                <a:lnTo>
                  <a:pt x="145641" y="151927"/>
                </a:lnTo>
                <a:lnTo>
                  <a:pt x="204408" y="151927"/>
                </a:lnTo>
                <a:lnTo>
                  <a:pt x="192761" y="192360"/>
                </a:lnTo>
                <a:lnTo>
                  <a:pt x="219374" y="192360"/>
                </a:lnTo>
                <a:lnTo>
                  <a:pt x="230662" y="151927"/>
                </a:lnTo>
                <a:lnTo>
                  <a:pt x="242635" y="151927"/>
                </a:lnTo>
                <a:lnTo>
                  <a:pt x="242960" y="192360"/>
                </a:lnTo>
                <a:lnTo>
                  <a:pt x="265280" y="192360"/>
                </a:lnTo>
                <a:lnTo>
                  <a:pt x="290935" y="151927"/>
                </a:lnTo>
                <a:lnTo>
                  <a:pt x="307713" y="151927"/>
                </a:lnTo>
                <a:lnTo>
                  <a:pt x="299059" y="192360"/>
                </a:lnTo>
                <a:lnTo>
                  <a:pt x="325227" y="192360"/>
                </a:lnTo>
                <a:lnTo>
                  <a:pt x="333779" y="151927"/>
                </a:lnTo>
                <a:lnTo>
                  <a:pt x="348933" y="151927"/>
                </a:lnTo>
                <a:cubicBezTo>
                  <a:pt x="348334" y="164464"/>
                  <a:pt x="351533" y="175872"/>
                  <a:pt x="359845" y="183517"/>
                </a:cubicBezTo>
                <a:cubicBezTo>
                  <a:pt x="370004" y="192839"/>
                  <a:pt x="385603" y="194617"/>
                  <a:pt x="397131" y="194617"/>
                </a:cubicBezTo>
                <a:cubicBezTo>
                  <a:pt x="413526" y="194421"/>
                  <a:pt x="429850" y="192418"/>
                  <a:pt x="445807" y="188648"/>
                </a:cubicBezTo>
                <a:lnTo>
                  <a:pt x="454872" y="151927"/>
                </a:lnTo>
                <a:lnTo>
                  <a:pt x="484786" y="151927"/>
                </a:lnTo>
                <a:lnTo>
                  <a:pt x="484786" y="-89"/>
                </a:lnTo>
                <a:close/>
              </a:path>
            </a:pathLst>
          </a:custGeom>
          <a:solidFill>
            <a:schemeClr val="bg1"/>
          </a:solidFill>
          <a:ln w="1683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29721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 - Dark BG colou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8">
            <a:extLst>
              <a:ext uri="{FF2B5EF4-FFF2-40B4-BE49-F238E27FC236}">
                <a16:creationId xmlns:a16="http://schemas.microsoft.com/office/drawing/2014/main" id="{FEACBC9C-FDC2-4718-A261-6371F0F60DE3}"/>
              </a:ext>
            </a:extLst>
          </p:cNvPr>
          <p:cNvSpPr txBox="1">
            <a:spLocks/>
          </p:cNvSpPr>
          <p:nvPr userDrawn="1"/>
        </p:nvSpPr>
        <p:spPr>
          <a:xfrm>
            <a:off x="10946607" y="6266997"/>
            <a:ext cx="242486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GB" sz="900" smtClean="0">
                <a:solidFill>
                  <a:schemeClr val="bg1"/>
                </a:solidFill>
                <a:latin typeface="+mn-lt"/>
                <a:ea typeface="Arial"/>
                <a:cs typeface="Arial" panose="020B0604020202020204" pitchFamily="34" charset="0"/>
              </a:rPr>
              <a:pPr algn="r"/>
              <a:t>‹#›</a:t>
            </a:fld>
            <a:endParaRPr lang="en-GB" sz="900">
              <a:solidFill>
                <a:schemeClr val="bg1"/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D4DF521-FBEB-4C5C-80DB-DDFC4B7E350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98400" y="1330126"/>
            <a:ext cx="8745675" cy="4546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3FD8B3-A559-4E34-BA53-32A7F9278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Graphic 8">
            <a:extLst>
              <a:ext uri="{FF2B5EF4-FFF2-40B4-BE49-F238E27FC236}">
                <a16:creationId xmlns:a16="http://schemas.microsoft.com/office/drawing/2014/main" id="{48947F85-E5F1-445E-BD2C-8963D165668D}"/>
              </a:ext>
            </a:extLst>
          </p:cNvPr>
          <p:cNvSpPr/>
          <p:nvPr userDrawn="1"/>
        </p:nvSpPr>
        <p:spPr>
          <a:xfrm>
            <a:off x="1003200" y="6266996"/>
            <a:ext cx="484832" cy="194706"/>
          </a:xfrm>
          <a:custGeom>
            <a:avLst/>
            <a:gdLst>
              <a:gd name="connsiteX0" fmla="*/ 480938 w 484832"/>
              <a:gd name="connsiteY0" fmla="*/ 148130 h 194706"/>
              <a:gd name="connsiteX1" fmla="*/ 455744 w 484832"/>
              <a:gd name="connsiteY1" fmla="*/ 148130 h 194706"/>
              <a:gd name="connsiteX2" fmla="*/ 459917 w 484832"/>
              <a:gd name="connsiteY2" fmla="*/ 131488 h 194706"/>
              <a:gd name="connsiteX3" fmla="*/ 409445 w 484832"/>
              <a:gd name="connsiteY3" fmla="*/ 131488 h 194706"/>
              <a:gd name="connsiteX4" fmla="*/ 405289 w 484832"/>
              <a:gd name="connsiteY4" fmla="*/ 148130 h 194706"/>
              <a:gd name="connsiteX5" fmla="*/ 380916 w 484832"/>
              <a:gd name="connsiteY5" fmla="*/ 148130 h 194706"/>
              <a:gd name="connsiteX6" fmla="*/ 380916 w 484832"/>
              <a:gd name="connsiteY6" fmla="*/ 144709 h 194706"/>
              <a:gd name="connsiteX7" fmla="*/ 382079 w 484832"/>
              <a:gd name="connsiteY7" fmla="*/ 138775 h 194706"/>
              <a:gd name="connsiteX8" fmla="*/ 418715 w 484832"/>
              <a:gd name="connsiteY8" fmla="*/ 103062 h 194706"/>
              <a:gd name="connsiteX9" fmla="*/ 433698 w 484832"/>
              <a:gd name="connsiteY9" fmla="*/ 117292 h 194706"/>
              <a:gd name="connsiteX10" fmla="*/ 463732 w 484832"/>
              <a:gd name="connsiteY10" fmla="*/ 117292 h 194706"/>
              <a:gd name="connsiteX11" fmla="*/ 461234 w 484832"/>
              <a:gd name="connsiteY11" fmla="*/ 95058 h 194706"/>
              <a:gd name="connsiteX12" fmla="*/ 425214 w 484832"/>
              <a:gd name="connsiteY12" fmla="*/ 82641 h 194706"/>
              <a:gd name="connsiteX13" fmla="*/ 380916 w 484832"/>
              <a:gd name="connsiteY13" fmla="*/ 94357 h 194706"/>
              <a:gd name="connsiteX14" fmla="*/ 380916 w 484832"/>
              <a:gd name="connsiteY14" fmla="*/ 3708 h 194706"/>
              <a:gd name="connsiteX15" fmla="*/ 480938 w 484832"/>
              <a:gd name="connsiteY15" fmla="*/ 3708 h 194706"/>
              <a:gd name="connsiteX16" fmla="*/ 421914 w 484832"/>
              <a:gd name="connsiteY16" fmla="*/ 172537 h 194706"/>
              <a:gd name="connsiteX17" fmla="*/ 405101 w 484832"/>
              <a:gd name="connsiteY17" fmla="*/ 174247 h 194706"/>
              <a:gd name="connsiteX18" fmla="*/ 380438 w 484832"/>
              <a:gd name="connsiteY18" fmla="*/ 151910 h 194706"/>
              <a:gd name="connsiteX19" fmla="*/ 427027 w 484832"/>
              <a:gd name="connsiteY19" fmla="*/ 151910 h 194706"/>
              <a:gd name="connsiteX20" fmla="*/ 364275 w 484832"/>
              <a:gd name="connsiteY20" fmla="*/ 90064 h 194706"/>
              <a:gd name="connsiteX21" fmla="*/ 364275 w 484832"/>
              <a:gd name="connsiteY21" fmla="*/ 110759 h 194706"/>
              <a:gd name="connsiteX22" fmla="*/ 350951 w 484832"/>
              <a:gd name="connsiteY22" fmla="*/ 139390 h 194706"/>
              <a:gd name="connsiteX23" fmla="*/ 349360 w 484832"/>
              <a:gd name="connsiteY23" fmla="*/ 148130 h 194706"/>
              <a:gd name="connsiteX24" fmla="*/ 334669 w 484832"/>
              <a:gd name="connsiteY24" fmla="*/ 148130 h 194706"/>
              <a:gd name="connsiteX25" fmla="*/ 347223 w 484832"/>
              <a:gd name="connsiteY25" fmla="*/ 88524 h 194706"/>
              <a:gd name="connsiteX26" fmla="*/ 304943 w 484832"/>
              <a:gd name="connsiteY26" fmla="*/ 88524 h 194706"/>
              <a:gd name="connsiteX27" fmla="*/ 267110 w 484832"/>
              <a:gd name="connsiteY27" fmla="*/ 148164 h 194706"/>
              <a:gd name="connsiteX28" fmla="*/ 264339 w 484832"/>
              <a:gd name="connsiteY28" fmla="*/ 148164 h 194706"/>
              <a:gd name="connsiteX29" fmla="*/ 264339 w 484832"/>
              <a:gd name="connsiteY29" fmla="*/ 3759 h 194706"/>
              <a:gd name="connsiteX30" fmla="*/ 364326 w 484832"/>
              <a:gd name="connsiteY30" fmla="*/ 3759 h 194706"/>
              <a:gd name="connsiteX31" fmla="*/ 308449 w 484832"/>
              <a:gd name="connsiteY31" fmla="*/ 148130 h 194706"/>
              <a:gd name="connsiteX32" fmla="*/ 293398 w 484832"/>
              <a:gd name="connsiteY32" fmla="*/ 148130 h 194706"/>
              <a:gd name="connsiteX33" fmla="*/ 316163 w 484832"/>
              <a:gd name="connsiteY33" fmla="*/ 112315 h 194706"/>
              <a:gd name="connsiteX34" fmla="*/ 247731 w 484832"/>
              <a:gd name="connsiteY34" fmla="*/ 88388 h 194706"/>
              <a:gd name="connsiteX35" fmla="*/ 222709 w 484832"/>
              <a:gd name="connsiteY35" fmla="*/ 88388 h 194706"/>
              <a:gd name="connsiteX36" fmla="*/ 205606 w 484832"/>
              <a:gd name="connsiteY36" fmla="*/ 148130 h 194706"/>
              <a:gd name="connsiteX37" fmla="*/ 179027 w 484832"/>
              <a:gd name="connsiteY37" fmla="*/ 148130 h 194706"/>
              <a:gd name="connsiteX38" fmla="*/ 203314 w 484832"/>
              <a:gd name="connsiteY38" fmla="*/ 119413 h 194706"/>
              <a:gd name="connsiteX39" fmla="*/ 199893 w 484832"/>
              <a:gd name="connsiteY39" fmla="*/ 95725 h 194706"/>
              <a:gd name="connsiteX40" fmla="*/ 167653 w 484832"/>
              <a:gd name="connsiteY40" fmla="*/ 88353 h 194706"/>
              <a:gd name="connsiteX41" fmla="*/ 147796 w 484832"/>
              <a:gd name="connsiteY41" fmla="*/ 88353 h 194706"/>
              <a:gd name="connsiteX42" fmla="*/ 147796 w 484832"/>
              <a:gd name="connsiteY42" fmla="*/ 3759 h 194706"/>
              <a:gd name="connsiteX43" fmla="*/ 247697 w 484832"/>
              <a:gd name="connsiteY43" fmla="*/ 3759 h 194706"/>
              <a:gd name="connsiteX44" fmla="*/ 231740 w 484832"/>
              <a:gd name="connsiteY44" fmla="*/ 148130 h 194706"/>
              <a:gd name="connsiteX45" fmla="*/ 242258 w 484832"/>
              <a:gd name="connsiteY45" fmla="*/ 110759 h 194706"/>
              <a:gd name="connsiteX46" fmla="*/ 242635 w 484832"/>
              <a:gd name="connsiteY46" fmla="*/ 148130 h 194706"/>
              <a:gd name="connsiteX47" fmla="*/ 158981 w 484832"/>
              <a:gd name="connsiteY47" fmla="*/ 133934 h 194706"/>
              <a:gd name="connsiteX48" fmla="*/ 158981 w 484832"/>
              <a:gd name="connsiteY48" fmla="*/ 133934 h 194706"/>
              <a:gd name="connsiteX49" fmla="*/ 155920 w 484832"/>
              <a:gd name="connsiteY49" fmla="*/ 134054 h 194706"/>
              <a:gd name="connsiteX50" fmla="*/ 152243 w 484832"/>
              <a:gd name="connsiteY50" fmla="*/ 134054 h 194706"/>
              <a:gd name="connsiteX51" fmla="*/ 145846 w 484832"/>
              <a:gd name="connsiteY51" fmla="*/ 134054 h 194706"/>
              <a:gd name="connsiteX52" fmla="*/ 148805 w 484832"/>
              <a:gd name="connsiteY52" fmla="*/ 123125 h 194706"/>
              <a:gd name="connsiteX53" fmla="*/ 150207 w 484832"/>
              <a:gd name="connsiteY53" fmla="*/ 117686 h 194706"/>
              <a:gd name="connsiteX54" fmla="*/ 153628 w 484832"/>
              <a:gd name="connsiteY54" fmla="*/ 104961 h 194706"/>
              <a:gd name="connsiteX55" fmla="*/ 157972 w 484832"/>
              <a:gd name="connsiteY55" fmla="*/ 104961 h 194706"/>
              <a:gd name="connsiteX56" fmla="*/ 162915 w 484832"/>
              <a:gd name="connsiteY56" fmla="*/ 104961 h 194706"/>
              <a:gd name="connsiteX57" fmla="*/ 178668 w 484832"/>
              <a:gd name="connsiteY57" fmla="*/ 108159 h 194706"/>
              <a:gd name="connsiteX58" fmla="*/ 178206 w 484832"/>
              <a:gd name="connsiteY58" fmla="*/ 119105 h 194706"/>
              <a:gd name="connsiteX59" fmla="*/ 159084 w 484832"/>
              <a:gd name="connsiteY59" fmla="*/ 133986 h 194706"/>
              <a:gd name="connsiteX60" fmla="*/ 131291 w 484832"/>
              <a:gd name="connsiteY60" fmla="*/ 93741 h 194706"/>
              <a:gd name="connsiteX61" fmla="*/ 129717 w 484832"/>
              <a:gd name="connsiteY61" fmla="*/ 98872 h 194706"/>
              <a:gd name="connsiteX62" fmla="*/ 115419 w 484832"/>
              <a:gd name="connsiteY62" fmla="*/ 146471 h 194706"/>
              <a:gd name="connsiteX63" fmla="*/ 114854 w 484832"/>
              <a:gd name="connsiteY63" fmla="*/ 148181 h 194706"/>
              <a:gd name="connsiteX64" fmla="*/ 67683 w 484832"/>
              <a:gd name="connsiteY64" fmla="*/ 148181 h 194706"/>
              <a:gd name="connsiteX65" fmla="*/ 64006 w 484832"/>
              <a:gd name="connsiteY65" fmla="*/ 140365 h 194706"/>
              <a:gd name="connsiteX66" fmla="*/ 114683 w 484832"/>
              <a:gd name="connsiteY66" fmla="*/ 88524 h 194706"/>
              <a:gd name="connsiteX67" fmla="*/ 82187 w 484832"/>
              <a:gd name="connsiteY67" fmla="*/ 88524 h 194706"/>
              <a:gd name="connsiteX68" fmla="*/ 42507 w 484832"/>
              <a:gd name="connsiteY68" fmla="*/ 131283 h 194706"/>
              <a:gd name="connsiteX69" fmla="*/ 55351 w 484832"/>
              <a:gd name="connsiteY69" fmla="*/ 88524 h 194706"/>
              <a:gd name="connsiteX70" fmla="*/ 31270 w 484832"/>
              <a:gd name="connsiteY70" fmla="*/ 88524 h 194706"/>
              <a:gd name="connsiteX71" fmla="*/ 31270 w 484832"/>
              <a:gd name="connsiteY71" fmla="*/ 3759 h 194706"/>
              <a:gd name="connsiteX72" fmla="*/ 131188 w 484832"/>
              <a:gd name="connsiteY72" fmla="*/ 3759 h 194706"/>
              <a:gd name="connsiteX73" fmla="*/ 377119 w 484832"/>
              <a:gd name="connsiteY73" fmla="*/ -89 h 194706"/>
              <a:gd name="connsiteX74" fmla="*/ 377119 w 484832"/>
              <a:gd name="connsiteY74" fmla="*/ 97076 h 194706"/>
              <a:gd name="connsiteX75" fmla="*/ 368140 w 484832"/>
              <a:gd name="connsiteY75" fmla="*/ 105713 h 194706"/>
              <a:gd name="connsiteX76" fmla="*/ 368140 w 484832"/>
              <a:gd name="connsiteY76" fmla="*/ -89 h 194706"/>
              <a:gd name="connsiteX77" fmla="*/ 260525 w 484832"/>
              <a:gd name="connsiteY77" fmla="*/ -89 h 194706"/>
              <a:gd name="connsiteX78" fmla="*/ 260525 w 484832"/>
              <a:gd name="connsiteY78" fmla="*/ 88388 h 194706"/>
              <a:gd name="connsiteX79" fmla="*/ 251614 w 484832"/>
              <a:gd name="connsiteY79" fmla="*/ 88388 h 194706"/>
              <a:gd name="connsiteX80" fmla="*/ 251614 w 484832"/>
              <a:gd name="connsiteY80" fmla="*/ -89 h 194706"/>
              <a:gd name="connsiteX81" fmla="*/ 143965 w 484832"/>
              <a:gd name="connsiteY81" fmla="*/ -89 h 194706"/>
              <a:gd name="connsiteX82" fmla="*/ 143965 w 484832"/>
              <a:gd name="connsiteY82" fmla="*/ 88524 h 194706"/>
              <a:gd name="connsiteX83" fmla="*/ 135071 w 484832"/>
              <a:gd name="connsiteY83" fmla="*/ 88524 h 194706"/>
              <a:gd name="connsiteX84" fmla="*/ 135071 w 484832"/>
              <a:gd name="connsiteY84" fmla="*/ -89 h 194706"/>
              <a:gd name="connsiteX85" fmla="*/ 27456 w 484832"/>
              <a:gd name="connsiteY85" fmla="*/ -89 h 194706"/>
              <a:gd name="connsiteX86" fmla="*/ 27456 w 484832"/>
              <a:gd name="connsiteY86" fmla="*/ 100907 h 194706"/>
              <a:gd name="connsiteX87" fmla="*/ -47 w 484832"/>
              <a:gd name="connsiteY87" fmla="*/ 192480 h 194706"/>
              <a:gd name="connsiteX88" fmla="*/ 24120 w 484832"/>
              <a:gd name="connsiteY88" fmla="*/ 192480 h 194706"/>
              <a:gd name="connsiteX89" fmla="*/ 36247 w 484832"/>
              <a:gd name="connsiteY89" fmla="*/ 151927 h 194706"/>
              <a:gd name="connsiteX90" fmla="*/ 39667 w 484832"/>
              <a:gd name="connsiteY90" fmla="*/ 151927 h 194706"/>
              <a:gd name="connsiteX91" fmla="*/ 59696 w 484832"/>
              <a:gd name="connsiteY91" fmla="*/ 192480 h 194706"/>
              <a:gd name="connsiteX92" fmla="*/ 89028 w 484832"/>
              <a:gd name="connsiteY92" fmla="*/ 192480 h 194706"/>
              <a:gd name="connsiteX93" fmla="*/ 69513 w 484832"/>
              <a:gd name="connsiteY93" fmla="*/ 151927 h 194706"/>
              <a:gd name="connsiteX94" fmla="*/ 113623 w 484832"/>
              <a:gd name="connsiteY94" fmla="*/ 151927 h 194706"/>
              <a:gd name="connsiteX95" fmla="*/ 101377 w 484832"/>
              <a:gd name="connsiteY95" fmla="*/ 192480 h 194706"/>
              <a:gd name="connsiteX96" fmla="*/ 127785 w 484832"/>
              <a:gd name="connsiteY96" fmla="*/ 192480 h 194706"/>
              <a:gd name="connsiteX97" fmla="*/ 139860 w 484832"/>
              <a:gd name="connsiteY97" fmla="*/ 152047 h 194706"/>
              <a:gd name="connsiteX98" fmla="*/ 145641 w 484832"/>
              <a:gd name="connsiteY98" fmla="*/ 152047 h 194706"/>
              <a:gd name="connsiteX99" fmla="*/ 145641 w 484832"/>
              <a:gd name="connsiteY99" fmla="*/ 151927 h 194706"/>
              <a:gd name="connsiteX100" fmla="*/ 204408 w 484832"/>
              <a:gd name="connsiteY100" fmla="*/ 151927 h 194706"/>
              <a:gd name="connsiteX101" fmla="*/ 192761 w 484832"/>
              <a:gd name="connsiteY101" fmla="*/ 192360 h 194706"/>
              <a:gd name="connsiteX102" fmla="*/ 219374 w 484832"/>
              <a:gd name="connsiteY102" fmla="*/ 192360 h 194706"/>
              <a:gd name="connsiteX103" fmla="*/ 230662 w 484832"/>
              <a:gd name="connsiteY103" fmla="*/ 151927 h 194706"/>
              <a:gd name="connsiteX104" fmla="*/ 242635 w 484832"/>
              <a:gd name="connsiteY104" fmla="*/ 151927 h 194706"/>
              <a:gd name="connsiteX105" fmla="*/ 242960 w 484832"/>
              <a:gd name="connsiteY105" fmla="*/ 192360 h 194706"/>
              <a:gd name="connsiteX106" fmla="*/ 265280 w 484832"/>
              <a:gd name="connsiteY106" fmla="*/ 192360 h 194706"/>
              <a:gd name="connsiteX107" fmla="*/ 290935 w 484832"/>
              <a:gd name="connsiteY107" fmla="*/ 151927 h 194706"/>
              <a:gd name="connsiteX108" fmla="*/ 307713 w 484832"/>
              <a:gd name="connsiteY108" fmla="*/ 151927 h 194706"/>
              <a:gd name="connsiteX109" fmla="*/ 299059 w 484832"/>
              <a:gd name="connsiteY109" fmla="*/ 192360 h 194706"/>
              <a:gd name="connsiteX110" fmla="*/ 325227 w 484832"/>
              <a:gd name="connsiteY110" fmla="*/ 192360 h 194706"/>
              <a:gd name="connsiteX111" fmla="*/ 333779 w 484832"/>
              <a:gd name="connsiteY111" fmla="*/ 151927 h 194706"/>
              <a:gd name="connsiteX112" fmla="*/ 348933 w 484832"/>
              <a:gd name="connsiteY112" fmla="*/ 151927 h 194706"/>
              <a:gd name="connsiteX113" fmla="*/ 359845 w 484832"/>
              <a:gd name="connsiteY113" fmla="*/ 183517 h 194706"/>
              <a:gd name="connsiteX114" fmla="*/ 397131 w 484832"/>
              <a:gd name="connsiteY114" fmla="*/ 194617 h 194706"/>
              <a:gd name="connsiteX115" fmla="*/ 445807 w 484832"/>
              <a:gd name="connsiteY115" fmla="*/ 188648 h 194706"/>
              <a:gd name="connsiteX116" fmla="*/ 454872 w 484832"/>
              <a:gd name="connsiteY116" fmla="*/ 151927 h 194706"/>
              <a:gd name="connsiteX117" fmla="*/ 484786 w 484832"/>
              <a:gd name="connsiteY117" fmla="*/ 151927 h 194706"/>
              <a:gd name="connsiteX118" fmla="*/ 484786 w 484832"/>
              <a:gd name="connsiteY118" fmla="*/ -89 h 194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484832" h="194706">
                <a:moveTo>
                  <a:pt x="480938" y="148130"/>
                </a:moveTo>
                <a:lnTo>
                  <a:pt x="455744" y="148130"/>
                </a:lnTo>
                <a:lnTo>
                  <a:pt x="459917" y="131488"/>
                </a:lnTo>
                <a:lnTo>
                  <a:pt x="409445" y="131488"/>
                </a:lnTo>
                <a:lnTo>
                  <a:pt x="405289" y="148130"/>
                </a:lnTo>
                <a:lnTo>
                  <a:pt x="380916" y="148130"/>
                </a:lnTo>
                <a:lnTo>
                  <a:pt x="380916" y="144709"/>
                </a:lnTo>
                <a:cubicBezTo>
                  <a:pt x="381293" y="142845"/>
                  <a:pt x="381618" y="140878"/>
                  <a:pt x="382079" y="138775"/>
                </a:cubicBezTo>
                <a:cubicBezTo>
                  <a:pt x="386526" y="120816"/>
                  <a:pt x="398311" y="103062"/>
                  <a:pt x="418715" y="103062"/>
                </a:cubicBezTo>
                <a:cubicBezTo>
                  <a:pt x="426771" y="103062"/>
                  <a:pt x="434792" y="106141"/>
                  <a:pt x="433698" y="117292"/>
                </a:cubicBezTo>
                <a:lnTo>
                  <a:pt x="463732" y="117292"/>
                </a:lnTo>
                <a:cubicBezTo>
                  <a:pt x="464912" y="112161"/>
                  <a:pt x="466896" y="103216"/>
                  <a:pt x="461234" y="95058"/>
                </a:cubicBezTo>
                <a:cubicBezTo>
                  <a:pt x="454821" y="86198"/>
                  <a:pt x="441942" y="82641"/>
                  <a:pt x="425214" y="82641"/>
                </a:cubicBezTo>
                <a:cubicBezTo>
                  <a:pt x="413328" y="82641"/>
                  <a:pt x="395933" y="84539"/>
                  <a:pt x="380916" y="94357"/>
                </a:cubicBezTo>
                <a:lnTo>
                  <a:pt x="380916" y="3708"/>
                </a:lnTo>
                <a:lnTo>
                  <a:pt x="480938" y="3708"/>
                </a:lnTo>
                <a:close/>
                <a:moveTo>
                  <a:pt x="421914" y="172537"/>
                </a:moveTo>
                <a:cubicBezTo>
                  <a:pt x="416372" y="173606"/>
                  <a:pt x="410745" y="174179"/>
                  <a:pt x="405101" y="174247"/>
                </a:cubicBezTo>
                <a:cubicBezTo>
                  <a:pt x="390683" y="174247"/>
                  <a:pt x="380643" y="167543"/>
                  <a:pt x="380438" y="151910"/>
                </a:cubicBezTo>
                <a:lnTo>
                  <a:pt x="427027" y="151910"/>
                </a:lnTo>
                <a:close/>
                <a:moveTo>
                  <a:pt x="364275" y="90064"/>
                </a:moveTo>
                <a:lnTo>
                  <a:pt x="364275" y="110759"/>
                </a:lnTo>
                <a:cubicBezTo>
                  <a:pt x="358044" y="119364"/>
                  <a:pt x="353522" y="129082"/>
                  <a:pt x="350951" y="139390"/>
                </a:cubicBezTo>
                <a:cubicBezTo>
                  <a:pt x="350195" y="142258"/>
                  <a:pt x="349663" y="145180"/>
                  <a:pt x="349360" y="148130"/>
                </a:cubicBezTo>
                <a:lnTo>
                  <a:pt x="334669" y="148130"/>
                </a:lnTo>
                <a:lnTo>
                  <a:pt x="347223" y="88524"/>
                </a:lnTo>
                <a:lnTo>
                  <a:pt x="304943" y="88524"/>
                </a:lnTo>
                <a:lnTo>
                  <a:pt x="267110" y="148164"/>
                </a:lnTo>
                <a:lnTo>
                  <a:pt x="264339" y="148164"/>
                </a:lnTo>
                <a:lnTo>
                  <a:pt x="264339" y="3759"/>
                </a:lnTo>
                <a:lnTo>
                  <a:pt x="364326" y="3759"/>
                </a:lnTo>
                <a:close/>
                <a:moveTo>
                  <a:pt x="308449" y="148130"/>
                </a:moveTo>
                <a:lnTo>
                  <a:pt x="293398" y="148130"/>
                </a:lnTo>
                <a:lnTo>
                  <a:pt x="316163" y="112315"/>
                </a:lnTo>
                <a:close/>
                <a:moveTo>
                  <a:pt x="247731" y="88388"/>
                </a:moveTo>
                <a:lnTo>
                  <a:pt x="222709" y="88388"/>
                </a:lnTo>
                <a:lnTo>
                  <a:pt x="205606" y="148130"/>
                </a:lnTo>
                <a:lnTo>
                  <a:pt x="179027" y="148130"/>
                </a:lnTo>
                <a:cubicBezTo>
                  <a:pt x="192538" y="143136"/>
                  <a:pt x="200765" y="133592"/>
                  <a:pt x="203314" y="119413"/>
                </a:cubicBezTo>
                <a:cubicBezTo>
                  <a:pt x="205400" y="108399"/>
                  <a:pt x="204408" y="101164"/>
                  <a:pt x="199893" y="95725"/>
                </a:cubicBezTo>
                <a:cubicBezTo>
                  <a:pt x="193154" y="87652"/>
                  <a:pt x="179642" y="88353"/>
                  <a:pt x="167653" y="88353"/>
                </a:cubicBezTo>
                <a:lnTo>
                  <a:pt x="147796" y="88353"/>
                </a:lnTo>
                <a:lnTo>
                  <a:pt x="147796" y="3759"/>
                </a:lnTo>
                <a:lnTo>
                  <a:pt x="247697" y="3759"/>
                </a:lnTo>
                <a:close/>
                <a:moveTo>
                  <a:pt x="231740" y="148130"/>
                </a:moveTo>
                <a:lnTo>
                  <a:pt x="242258" y="110759"/>
                </a:lnTo>
                <a:lnTo>
                  <a:pt x="242635" y="148130"/>
                </a:lnTo>
                <a:close/>
                <a:moveTo>
                  <a:pt x="158981" y="133934"/>
                </a:moveTo>
                <a:lnTo>
                  <a:pt x="158981" y="133934"/>
                </a:lnTo>
                <a:cubicBezTo>
                  <a:pt x="158007" y="133934"/>
                  <a:pt x="157032" y="134054"/>
                  <a:pt x="155920" y="134054"/>
                </a:cubicBezTo>
                <a:cubicBezTo>
                  <a:pt x="154466" y="134054"/>
                  <a:pt x="153320" y="134054"/>
                  <a:pt x="152243" y="134054"/>
                </a:cubicBezTo>
                <a:lnTo>
                  <a:pt x="145846" y="134054"/>
                </a:lnTo>
                <a:lnTo>
                  <a:pt x="148805" y="123125"/>
                </a:lnTo>
                <a:lnTo>
                  <a:pt x="150207" y="117686"/>
                </a:lnTo>
                <a:lnTo>
                  <a:pt x="153628" y="104961"/>
                </a:lnTo>
                <a:cubicBezTo>
                  <a:pt x="155116" y="104961"/>
                  <a:pt x="156570" y="104961"/>
                  <a:pt x="157972" y="104961"/>
                </a:cubicBezTo>
                <a:lnTo>
                  <a:pt x="162915" y="104961"/>
                </a:lnTo>
                <a:cubicBezTo>
                  <a:pt x="171467" y="104961"/>
                  <a:pt x="176718" y="105440"/>
                  <a:pt x="178668" y="108159"/>
                </a:cubicBezTo>
                <a:cubicBezTo>
                  <a:pt x="180156" y="110212"/>
                  <a:pt x="179967" y="113735"/>
                  <a:pt x="178206" y="119105"/>
                </a:cubicBezTo>
                <a:cubicBezTo>
                  <a:pt x="175196" y="128341"/>
                  <a:pt x="171364" y="133045"/>
                  <a:pt x="159084" y="133986"/>
                </a:cubicBezTo>
                <a:moveTo>
                  <a:pt x="131291" y="93741"/>
                </a:moveTo>
                <a:lnTo>
                  <a:pt x="129717" y="98872"/>
                </a:lnTo>
                <a:lnTo>
                  <a:pt x="115419" y="146471"/>
                </a:lnTo>
                <a:lnTo>
                  <a:pt x="114854" y="148181"/>
                </a:lnTo>
                <a:lnTo>
                  <a:pt x="67683" y="148181"/>
                </a:lnTo>
                <a:lnTo>
                  <a:pt x="64006" y="140365"/>
                </a:lnTo>
                <a:lnTo>
                  <a:pt x="114683" y="88524"/>
                </a:lnTo>
                <a:lnTo>
                  <a:pt x="82187" y="88524"/>
                </a:lnTo>
                <a:lnTo>
                  <a:pt x="42507" y="131283"/>
                </a:lnTo>
                <a:lnTo>
                  <a:pt x="55351" y="88524"/>
                </a:lnTo>
                <a:lnTo>
                  <a:pt x="31270" y="88524"/>
                </a:lnTo>
                <a:lnTo>
                  <a:pt x="31270" y="3759"/>
                </a:lnTo>
                <a:lnTo>
                  <a:pt x="131188" y="3759"/>
                </a:lnTo>
                <a:close/>
                <a:moveTo>
                  <a:pt x="377119" y="-89"/>
                </a:moveTo>
                <a:lnTo>
                  <a:pt x="377119" y="97076"/>
                </a:lnTo>
                <a:cubicBezTo>
                  <a:pt x="373861" y="99667"/>
                  <a:pt x="370856" y="102560"/>
                  <a:pt x="368140" y="105713"/>
                </a:cubicBezTo>
                <a:lnTo>
                  <a:pt x="368140" y="-89"/>
                </a:lnTo>
                <a:lnTo>
                  <a:pt x="260525" y="-89"/>
                </a:lnTo>
                <a:lnTo>
                  <a:pt x="260525" y="88388"/>
                </a:lnTo>
                <a:lnTo>
                  <a:pt x="251614" y="88388"/>
                </a:lnTo>
                <a:lnTo>
                  <a:pt x="251614" y="-89"/>
                </a:lnTo>
                <a:lnTo>
                  <a:pt x="143965" y="-89"/>
                </a:lnTo>
                <a:lnTo>
                  <a:pt x="143965" y="88524"/>
                </a:lnTo>
                <a:lnTo>
                  <a:pt x="135071" y="88524"/>
                </a:lnTo>
                <a:lnTo>
                  <a:pt x="135071" y="-89"/>
                </a:lnTo>
                <a:lnTo>
                  <a:pt x="27456" y="-89"/>
                </a:lnTo>
                <a:lnTo>
                  <a:pt x="27456" y="100907"/>
                </a:lnTo>
                <a:lnTo>
                  <a:pt x="-47" y="192480"/>
                </a:lnTo>
                <a:lnTo>
                  <a:pt x="24120" y="192480"/>
                </a:lnTo>
                <a:lnTo>
                  <a:pt x="36247" y="151927"/>
                </a:lnTo>
                <a:lnTo>
                  <a:pt x="39667" y="151927"/>
                </a:lnTo>
                <a:lnTo>
                  <a:pt x="59696" y="192480"/>
                </a:lnTo>
                <a:lnTo>
                  <a:pt x="89028" y="192480"/>
                </a:lnTo>
                <a:lnTo>
                  <a:pt x="69513" y="151927"/>
                </a:lnTo>
                <a:lnTo>
                  <a:pt x="113623" y="151927"/>
                </a:lnTo>
                <a:lnTo>
                  <a:pt x="101377" y="192480"/>
                </a:lnTo>
                <a:lnTo>
                  <a:pt x="127785" y="192480"/>
                </a:lnTo>
                <a:lnTo>
                  <a:pt x="139860" y="152047"/>
                </a:lnTo>
                <a:lnTo>
                  <a:pt x="145641" y="152047"/>
                </a:lnTo>
                <a:lnTo>
                  <a:pt x="145641" y="151927"/>
                </a:lnTo>
                <a:lnTo>
                  <a:pt x="204408" y="151927"/>
                </a:lnTo>
                <a:lnTo>
                  <a:pt x="192761" y="192360"/>
                </a:lnTo>
                <a:lnTo>
                  <a:pt x="219374" y="192360"/>
                </a:lnTo>
                <a:lnTo>
                  <a:pt x="230662" y="151927"/>
                </a:lnTo>
                <a:lnTo>
                  <a:pt x="242635" y="151927"/>
                </a:lnTo>
                <a:lnTo>
                  <a:pt x="242960" y="192360"/>
                </a:lnTo>
                <a:lnTo>
                  <a:pt x="265280" y="192360"/>
                </a:lnTo>
                <a:lnTo>
                  <a:pt x="290935" y="151927"/>
                </a:lnTo>
                <a:lnTo>
                  <a:pt x="307713" y="151927"/>
                </a:lnTo>
                <a:lnTo>
                  <a:pt x="299059" y="192360"/>
                </a:lnTo>
                <a:lnTo>
                  <a:pt x="325227" y="192360"/>
                </a:lnTo>
                <a:lnTo>
                  <a:pt x="333779" y="151927"/>
                </a:lnTo>
                <a:lnTo>
                  <a:pt x="348933" y="151927"/>
                </a:lnTo>
                <a:cubicBezTo>
                  <a:pt x="348334" y="164464"/>
                  <a:pt x="351533" y="175872"/>
                  <a:pt x="359845" y="183517"/>
                </a:cubicBezTo>
                <a:cubicBezTo>
                  <a:pt x="370004" y="192839"/>
                  <a:pt x="385603" y="194617"/>
                  <a:pt x="397131" y="194617"/>
                </a:cubicBezTo>
                <a:cubicBezTo>
                  <a:pt x="413526" y="194421"/>
                  <a:pt x="429850" y="192418"/>
                  <a:pt x="445807" y="188648"/>
                </a:cubicBezTo>
                <a:lnTo>
                  <a:pt x="454872" y="151927"/>
                </a:lnTo>
                <a:lnTo>
                  <a:pt x="484786" y="151927"/>
                </a:lnTo>
                <a:lnTo>
                  <a:pt x="484786" y="-89"/>
                </a:lnTo>
                <a:close/>
              </a:path>
            </a:pathLst>
          </a:custGeom>
          <a:solidFill>
            <a:schemeClr val="bg1"/>
          </a:solidFill>
          <a:ln w="1683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662608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1003200" y="1330126"/>
            <a:ext cx="4968000" cy="4546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6220800" y="1330126"/>
            <a:ext cx="4968000" cy="4546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F69D30F-5094-425F-A158-0850AE27D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515730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- Dark BG colou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8">
            <a:extLst>
              <a:ext uri="{FF2B5EF4-FFF2-40B4-BE49-F238E27FC236}">
                <a16:creationId xmlns:a16="http://schemas.microsoft.com/office/drawing/2014/main" id="{FEACBC9C-FDC2-4718-A261-6371F0F60DE3}"/>
              </a:ext>
            </a:extLst>
          </p:cNvPr>
          <p:cNvSpPr txBox="1">
            <a:spLocks/>
          </p:cNvSpPr>
          <p:nvPr userDrawn="1"/>
        </p:nvSpPr>
        <p:spPr>
          <a:xfrm>
            <a:off x="10946607" y="6266997"/>
            <a:ext cx="242486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GB" sz="900" smtClean="0">
                <a:solidFill>
                  <a:schemeClr val="bg1"/>
                </a:solidFill>
                <a:latin typeface="+mn-lt"/>
                <a:ea typeface="Arial"/>
                <a:cs typeface="Arial" panose="020B0604020202020204" pitchFamily="34" charset="0"/>
              </a:rPr>
              <a:pPr algn="r"/>
              <a:t>‹#›</a:t>
            </a:fld>
            <a:endParaRPr lang="en-GB" sz="900">
              <a:solidFill>
                <a:schemeClr val="bg1"/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D4DF521-FBEB-4C5C-80DB-DDFC4B7E350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98400" y="1330126"/>
            <a:ext cx="4968000" cy="4546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6ED3211B-3C86-4413-BA20-A4F81B443BE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20800" y="1330126"/>
            <a:ext cx="4968875" cy="4546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C918AE-52AC-4531-9640-0D2CA3A28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Graphic 8">
            <a:extLst>
              <a:ext uri="{FF2B5EF4-FFF2-40B4-BE49-F238E27FC236}">
                <a16:creationId xmlns:a16="http://schemas.microsoft.com/office/drawing/2014/main" id="{79D6C947-06F1-4188-A558-E10C77FF12CE}"/>
              </a:ext>
            </a:extLst>
          </p:cNvPr>
          <p:cNvSpPr/>
          <p:nvPr userDrawn="1"/>
        </p:nvSpPr>
        <p:spPr>
          <a:xfrm>
            <a:off x="1003200" y="6266996"/>
            <a:ext cx="484832" cy="194706"/>
          </a:xfrm>
          <a:custGeom>
            <a:avLst/>
            <a:gdLst>
              <a:gd name="connsiteX0" fmla="*/ 480938 w 484832"/>
              <a:gd name="connsiteY0" fmla="*/ 148130 h 194706"/>
              <a:gd name="connsiteX1" fmla="*/ 455744 w 484832"/>
              <a:gd name="connsiteY1" fmla="*/ 148130 h 194706"/>
              <a:gd name="connsiteX2" fmla="*/ 459917 w 484832"/>
              <a:gd name="connsiteY2" fmla="*/ 131488 h 194706"/>
              <a:gd name="connsiteX3" fmla="*/ 409445 w 484832"/>
              <a:gd name="connsiteY3" fmla="*/ 131488 h 194706"/>
              <a:gd name="connsiteX4" fmla="*/ 405289 w 484832"/>
              <a:gd name="connsiteY4" fmla="*/ 148130 h 194706"/>
              <a:gd name="connsiteX5" fmla="*/ 380916 w 484832"/>
              <a:gd name="connsiteY5" fmla="*/ 148130 h 194706"/>
              <a:gd name="connsiteX6" fmla="*/ 380916 w 484832"/>
              <a:gd name="connsiteY6" fmla="*/ 144709 h 194706"/>
              <a:gd name="connsiteX7" fmla="*/ 382079 w 484832"/>
              <a:gd name="connsiteY7" fmla="*/ 138775 h 194706"/>
              <a:gd name="connsiteX8" fmla="*/ 418715 w 484832"/>
              <a:gd name="connsiteY8" fmla="*/ 103062 h 194706"/>
              <a:gd name="connsiteX9" fmla="*/ 433698 w 484832"/>
              <a:gd name="connsiteY9" fmla="*/ 117292 h 194706"/>
              <a:gd name="connsiteX10" fmla="*/ 463732 w 484832"/>
              <a:gd name="connsiteY10" fmla="*/ 117292 h 194706"/>
              <a:gd name="connsiteX11" fmla="*/ 461234 w 484832"/>
              <a:gd name="connsiteY11" fmla="*/ 95058 h 194706"/>
              <a:gd name="connsiteX12" fmla="*/ 425214 w 484832"/>
              <a:gd name="connsiteY12" fmla="*/ 82641 h 194706"/>
              <a:gd name="connsiteX13" fmla="*/ 380916 w 484832"/>
              <a:gd name="connsiteY13" fmla="*/ 94357 h 194706"/>
              <a:gd name="connsiteX14" fmla="*/ 380916 w 484832"/>
              <a:gd name="connsiteY14" fmla="*/ 3708 h 194706"/>
              <a:gd name="connsiteX15" fmla="*/ 480938 w 484832"/>
              <a:gd name="connsiteY15" fmla="*/ 3708 h 194706"/>
              <a:gd name="connsiteX16" fmla="*/ 421914 w 484832"/>
              <a:gd name="connsiteY16" fmla="*/ 172537 h 194706"/>
              <a:gd name="connsiteX17" fmla="*/ 405101 w 484832"/>
              <a:gd name="connsiteY17" fmla="*/ 174247 h 194706"/>
              <a:gd name="connsiteX18" fmla="*/ 380438 w 484832"/>
              <a:gd name="connsiteY18" fmla="*/ 151910 h 194706"/>
              <a:gd name="connsiteX19" fmla="*/ 427027 w 484832"/>
              <a:gd name="connsiteY19" fmla="*/ 151910 h 194706"/>
              <a:gd name="connsiteX20" fmla="*/ 364275 w 484832"/>
              <a:gd name="connsiteY20" fmla="*/ 90064 h 194706"/>
              <a:gd name="connsiteX21" fmla="*/ 364275 w 484832"/>
              <a:gd name="connsiteY21" fmla="*/ 110759 h 194706"/>
              <a:gd name="connsiteX22" fmla="*/ 350951 w 484832"/>
              <a:gd name="connsiteY22" fmla="*/ 139390 h 194706"/>
              <a:gd name="connsiteX23" fmla="*/ 349360 w 484832"/>
              <a:gd name="connsiteY23" fmla="*/ 148130 h 194706"/>
              <a:gd name="connsiteX24" fmla="*/ 334669 w 484832"/>
              <a:gd name="connsiteY24" fmla="*/ 148130 h 194706"/>
              <a:gd name="connsiteX25" fmla="*/ 347223 w 484832"/>
              <a:gd name="connsiteY25" fmla="*/ 88524 h 194706"/>
              <a:gd name="connsiteX26" fmla="*/ 304943 w 484832"/>
              <a:gd name="connsiteY26" fmla="*/ 88524 h 194706"/>
              <a:gd name="connsiteX27" fmla="*/ 267110 w 484832"/>
              <a:gd name="connsiteY27" fmla="*/ 148164 h 194706"/>
              <a:gd name="connsiteX28" fmla="*/ 264339 w 484832"/>
              <a:gd name="connsiteY28" fmla="*/ 148164 h 194706"/>
              <a:gd name="connsiteX29" fmla="*/ 264339 w 484832"/>
              <a:gd name="connsiteY29" fmla="*/ 3759 h 194706"/>
              <a:gd name="connsiteX30" fmla="*/ 364326 w 484832"/>
              <a:gd name="connsiteY30" fmla="*/ 3759 h 194706"/>
              <a:gd name="connsiteX31" fmla="*/ 308449 w 484832"/>
              <a:gd name="connsiteY31" fmla="*/ 148130 h 194706"/>
              <a:gd name="connsiteX32" fmla="*/ 293398 w 484832"/>
              <a:gd name="connsiteY32" fmla="*/ 148130 h 194706"/>
              <a:gd name="connsiteX33" fmla="*/ 316163 w 484832"/>
              <a:gd name="connsiteY33" fmla="*/ 112315 h 194706"/>
              <a:gd name="connsiteX34" fmla="*/ 247731 w 484832"/>
              <a:gd name="connsiteY34" fmla="*/ 88388 h 194706"/>
              <a:gd name="connsiteX35" fmla="*/ 222709 w 484832"/>
              <a:gd name="connsiteY35" fmla="*/ 88388 h 194706"/>
              <a:gd name="connsiteX36" fmla="*/ 205606 w 484832"/>
              <a:gd name="connsiteY36" fmla="*/ 148130 h 194706"/>
              <a:gd name="connsiteX37" fmla="*/ 179027 w 484832"/>
              <a:gd name="connsiteY37" fmla="*/ 148130 h 194706"/>
              <a:gd name="connsiteX38" fmla="*/ 203314 w 484832"/>
              <a:gd name="connsiteY38" fmla="*/ 119413 h 194706"/>
              <a:gd name="connsiteX39" fmla="*/ 199893 w 484832"/>
              <a:gd name="connsiteY39" fmla="*/ 95725 h 194706"/>
              <a:gd name="connsiteX40" fmla="*/ 167653 w 484832"/>
              <a:gd name="connsiteY40" fmla="*/ 88353 h 194706"/>
              <a:gd name="connsiteX41" fmla="*/ 147796 w 484832"/>
              <a:gd name="connsiteY41" fmla="*/ 88353 h 194706"/>
              <a:gd name="connsiteX42" fmla="*/ 147796 w 484832"/>
              <a:gd name="connsiteY42" fmla="*/ 3759 h 194706"/>
              <a:gd name="connsiteX43" fmla="*/ 247697 w 484832"/>
              <a:gd name="connsiteY43" fmla="*/ 3759 h 194706"/>
              <a:gd name="connsiteX44" fmla="*/ 231740 w 484832"/>
              <a:gd name="connsiteY44" fmla="*/ 148130 h 194706"/>
              <a:gd name="connsiteX45" fmla="*/ 242258 w 484832"/>
              <a:gd name="connsiteY45" fmla="*/ 110759 h 194706"/>
              <a:gd name="connsiteX46" fmla="*/ 242635 w 484832"/>
              <a:gd name="connsiteY46" fmla="*/ 148130 h 194706"/>
              <a:gd name="connsiteX47" fmla="*/ 158981 w 484832"/>
              <a:gd name="connsiteY47" fmla="*/ 133934 h 194706"/>
              <a:gd name="connsiteX48" fmla="*/ 158981 w 484832"/>
              <a:gd name="connsiteY48" fmla="*/ 133934 h 194706"/>
              <a:gd name="connsiteX49" fmla="*/ 155920 w 484832"/>
              <a:gd name="connsiteY49" fmla="*/ 134054 h 194706"/>
              <a:gd name="connsiteX50" fmla="*/ 152243 w 484832"/>
              <a:gd name="connsiteY50" fmla="*/ 134054 h 194706"/>
              <a:gd name="connsiteX51" fmla="*/ 145846 w 484832"/>
              <a:gd name="connsiteY51" fmla="*/ 134054 h 194706"/>
              <a:gd name="connsiteX52" fmla="*/ 148805 w 484832"/>
              <a:gd name="connsiteY52" fmla="*/ 123125 h 194706"/>
              <a:gd name="connsiteX53" fmla="*/ 150207 w 484832"/>
              <a:gd name="connsiteY53" fmla="*/ 117686 h 194706"/>
              <a:gd name="connsiteX54" fmla="*/ 153628 w 484832"/>
              <a:gd name="connsiteY54" fmla="*/ 104961 h 194706"/>
              <a:gd name="connsiteX55" fmla="*/ 157972 w 484832"/>
              <a:gd name="connsiteY55" fmla="*/ 104961 h 194706"/>
              <a:gd name="connsiteX56" fmla="*/ 162915 w 484832"/>
              <a:gd name="connsiteY56" fmla="*/ 104961 h 194706"/>
              <a:gd name="connsiteX57" fmla="*/ 178668 w 484832"/>
              <a:gd name="connsiteY57" fmla="*/ 108159 h 194706"/>
              <a:gd name="connsiteX58" fmla="*/ 178206 w 484832"/>
              <a:gd name="connsiteY58" fmla="*/ 119105 h 194706"/>
              <a:gd name="connsiteX59" fmla="*/ 159084 w 484832"/>
              <a:gd name="connsiteY59" fmla="*/ 133986 h 194706"/>
              <a:gd name="connsiteX60" fmla="*/ 131291 w 484832"/>
              <a:gd name="connsiteY60" fmla="*/ 93741 h 194706"/>
              <a:gd name="connsiteX61" fmla="*/ 129717 w 484832"/>
              <a:gd name="connsiteY61" fmla="*/ 98872 h 194706"/>
              <a:gd name="connsiteX62" fmla="*/ 115419 w 484832"/>
              <a:gd name="connsiteY62" fmla="*/ 146471 h 194706"/>
              <a:gd name="connsiteX63" fmla="*/ 114854 w 484832"/>
              <a:gd name="connsiteY63" fmla="*/ 148181 h 194706"/>
              <a:gd name="connsiteX64" fmla="*/ 67683 w 484832"/>
              <a:gd name="connsiteY64" fmla="*/ 148181 h 194706"/>
              <a:gd name="connsiteX65" fmla="*/ 64006 w 484832"/>
              <a:gd name="connsiteY65" fmla="*/ 140365 h 194706"/>
              <a:gd name="connsiteX66" fmla="*/ 114683 w 484832"/>
              <a:gd name="connsiteY66" fmla="*/ 88524 h 194706"/>
              <a:gd name="connsiteX67" fmla="*/ 82187 w 484832"/>
              <a:gd name="connsiteY67" fmla="*/ 88524 h 194706"/>
              <a:gd name="connsiteX68" fmla="*/ 42507 w 484832"/>
              <a:gd name="connsiteY68" fmla="*/ 131283 h 194706"/>
              <a:gd name="connsiteX69" fmla="*/ 55351 w 484832"/>
              <a:gd name="connsiteY69" fmla="*/ 88524 h 194706"/>
              <a:gd name="connsiteX70" fmla="*/ 31270 w 484832"/>
              <a:gd name="connsiteY70" fmla="*/ 88524 h 194706"/>
              <a:gd name="connsiteX71" fmla="*/ 31270 w 484832"/>
              <a:gd name="connsiteY71" fmla="*/ 3759 h 194706"/>
              <a:gd name="connsiteX72" fmla="*/ 131188 w 484832"/>
              <a:gd name="connsiteY72" fmla="*/ 3759 h 194706"/>
              <a:gd name="connsiteX73" fmla="*/ 377119 w 484832"/>
              <a:gd name="connsiteY73" fmla="*/ -89 h 194706"/>
              <a:gd name="connsiteX74" fmla="*/ 377119 w 484832"/>
              <a:gd name="connsiteY74" fmla="*/ 97076 h 194706"/>
              <a:gd name="connsiteX75" fmla="*/ 368140 w 484832"/>
              <a:gd name="connsiteY75" fmla="*/ 105713 h 194706"/>
              <a:gd name="connsiteX76" fmla="*/ 368140 w 484832"/>
              <a:gd name="connsiteY76" fmla="*/ -89 h 194706"/>
              <a:gd name="connsiteX77" fmla="*/ 260525 w 484832"/>
              <a:gd name="connsiteY77" fmla="*/ -89 h 194706"/>
              <a:gd name="connsiteX78" fmla="*/ 260525 w 484832"/>
              <a:gd name="connsiteY78" fmla="*/ 88388 h 194706"/>
              <a:gd name="connsiteX79" fmla="*/ 251614 w 484832"/>
              <a:gd name="connsiteY79" fmla="*/ 88388 h 194706"/>
              <a:gd name="connsiteX80" fmla="*/ 251614 w 484832"/>
              <a:gd name="connsiteY80" fmla="*/ -89 h 194706"/>
              <a:gd name="connsiteX81" fmla="*/ 143965 w 484832"/>
              <a:gd name="connsiteY81" fmla="*/ -89 h 194706"/>
              <a:gd name="connsiteX82" fmla="*/ 143965 w 484832"/>
              <a:gd name="connsiteY82" fmla="*/ 88524 h 194706"/>
              <a:gd name="connsiteX83" fmla="*/ 135071 w 484832"/>
              <a:gd name="connsiteY83" fmla="*/ 88524 h 194706"/>
              <a:gd name="connsiteX84" fmla="*/ 135071 w 484832"/>
              <a:gd name="connsiteY84" fmla="*/ -89 h 194706"/>
              <a:gd name="connsiteX85" fmla="*/ 27456 w 484832"/>
              <a:gd name="connsiteY85" fmla="*/ -89 h 194706"/>
              <a:gd name="connsiteX86" fmla="*/ 27456 w 484832"/>
              <a:gd name="connsiteY86" fmla="*/ 100907 h 194706"/>
              <a:gd name="connsiteX87" fmla="*/ -47 w 484832"/>
              <a:gd name="connsiteY87" fmla="*/ 192480 h 194706"/>
              <a:gd name="connsiteX88" fmla="*/ 24120 w 484832"/>
              <a:gd name="connsiteY88" fmla="*/ 192480 h 194706"/>
              <a:gd name="connsiteX89" fmla="*/ 36247 w 484832"/>
              <a:gd name="connsiteY89" fmla="*/ 151927 h 194706"/>
              <a:gd name="connsiteX90" fmla="*/ 39667 w 484832"/>
              <a:gd name="connsiteY90" fmla="*/ 151927 h 194706"/>
              <a:gd name="connsiteX91" fmla="*/ 59696 w 484832"/>
              <a:gd name="connsiteY91" fmla="*/ 192480 h 194706"/>
              <a:gd name="connsiteX92" fmla="*/ 89028 w 484832"/>
              <a:gd name="connsiteY92" fmla="*/ 192480 h 194706"/>
              <a:gd name="connsiteX93" fmla="*/ 69513 w 484832"/>
              <a:gd name="connsiteY93" fmla="*/ 151927 h 194706"/>
              <a:gd name="connsiteX94" fmla="*/ 113623 w 484832"/>
              <a:gd name="connsiteY94" fmla="*/ 151927 h 194706"/>
              <a:gd name="connsiteX95" fmla="*/ 101377 w 484832"/>
              <a:gd name="connsiteY95" fmla="*/ 192480 h 194706"/>
              <a:gd name="connsiteX96" fmla="*/ 127785 w 484832"/>
              <a:gd name="connsiteY96" fmla="*/ 192480 h 194706"/>
              <a:gd name="connsiteX97" fmla="*/ 139860 w 484832"/>
              <a:gd name="connsiteY97" fmla="*/ 152047 h 194706"/>
              <a:gd name="connsiteX98" fmla="*/ 145641 w 484832"/>
              <a:gd name="connsiteY98" fmla="*/ 152047 h 194706"/>
              <a:gd name="connsiteX99" fmla="*/ 145641 w 484832"/>
              <a:gd name="connsiteY99" fmla="*/ 151927 h 194706"/>
              <a:gd name="connsiteX100" fmla="*/ 204408 w 484832"/>
              <a:gd name="connsiteY100" fmla="*/ 151927 h 194706"/>
              <a:gd name="connsiteX101" fmla="*/ 192761 w 484832"/>
              <a:gd name="connsiteY101" fmla="*/ 192360 h 194706"/>
              <a:gd name="connsiteX102" fmla="*/ 219374 w 484832"/>
              <a:gd name="connsiteY102" fmla="*/ 192360 h 194706"/>
              <a:gd name="connsiteX103" fmla="*/ 230662 w 484832"/>
              <a:gd name="connsiteY103" fmla="*/ 151927 h 194706"/>
              <a:gd name="connsiteX104" fmla="*/ 242635 w 484832"/>
              <a:gd name="connsiteY104" fmla="*/ 151927 h 194706"/>
              <a:gd name="connsiteX105" fmla="*/ 242960 w 484832"/>
              <a:gd name="connsiteY105" fmla="*/ 192360 h 194706"/>
              <a:gd name="connsiteX106" fmla="*/ 265280 w 484832"/>
              <a:gd name="connsiteY106" fmla="*/ 192360 h 194706"/>
              <a:gd name="connsiteX107" fmla="*/ 290935 w 484832"/>
              <a:gd name="connsiteY107" fmla="*/ 151927 h 194706"/>
              <a:gd name="connsiteX108" fmla="*/ 307713 w 484832"/>
              <a:gd name="connsiteY108" fmla="*/ 151927 h 194706"/>
              <a:gd name="connsiteX109" fmla="*/ 299059 w 484832"/>
              <a:gd name="connsiteY109" fmla="*/ 192360 h 194706"/>
              <a:gd name="connsiteX110" fmla="*/ 325227 w 484832"/>
              <a:gd name="connsiteY110" fmla="*/ 192360 h 194706"/>
              <a:gd name="connsiteX111" fmla="*/ 333779 w 484832"/>
              <a:gd name="connsiteY111" fmla="*/ 151927 h 194706"/>
              <a:gd name="connsiteX112" fmla="*/ 348933 w 484832"/>
              <a:gd name="connsiteY112" fmla="*/ 151927 h 194706"/>
              <a:gd name="connsiteX113" fmla="*/ 359845 w 484832"/>
              <a:gd name="connsiteY113" fmla="*/ 183517 h 194706"/>
              <a:gd name="connsiteX114" fmla="*/ 397131 w 484832"/>
              <a:gd name="connsiteY114" fmla="*/ 194617 h 194706"/>
              <a:gd name="connsiteX115" fmla="*/ 445807 w 484832"/>
              <a:gd name="connsiteY115" fmla="*/ 188648 h 194706"/>
              <a:gd name="connsiteX116" fmla="*/ 454872 w 484832"/>
              <a:gd name="connsiteY116" fmla="*/ 151927 h 194706"/>
              <a:gd name="connsiteX117" fmla="*/ 484786 w 484832"/>
              <a:gd name="connsiteY117" fmla="*/ 151927 h 194706"/>
              <a:gd name="connsiteX118" fmla="*/ 484786 w 484832"/>
              <a:gd name="connsiteY118" fmla="*/ -89 h 194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484832" h="194706">
                <a:moveTo>
                  <a:pt x="480938" y="148130"/>
                </a:moveTo>
                <a:lnTo>
                  <a:pt x="455744" y="148130"/>
                </a:lnTo>
                <a:lnTo>
                  <a:pt x="459917" y="131488"/>
                </a:lnTo>
                <a:lnTo>
                  <a:pt x="409445" y="131488"/>
                </a:lnTo>
                <a:lnTo>
                  <a:pt x="405289" y="148130"/>
                </a:lnTo>
                <a:lnTo>
                  <a:pt x="380916" y="148130"/>
                </a:lnTo>
                <a:lnTo>
                  <a:pt x="380916" y="144709"/>
                </a:lnTo>
                <a:cubicBezTo>
                  <a:pt x="381293" y="142845"/>
                  <a:pt x="381618" y="140878"/>
                  <a:pt x="382079" y="138775"/>
                </a:cubicBezTo>
                <a:cubicBezTo>
                  <a:pt x="386526" y="120816"/>
                  <a:pt x="398311" y="103062"/>
                  <a:pt x="418715" y="103062"/>
                </a:cubicBezTo>
                <a:cubicBezTo>
                  <a:pt x="426771" y="103062"/>
                  <a:pt x="434792" y="106141"/>
                  <a:pt x="433698" y="117292"/>
                </a:cubicBezTo>
                <a:lnTo>
                  <a:pt x="463732" y="117292"/>
                </a:lnTo>
                <a:cubicBezTo>
                  <a:pt x="464912" y="112161"/>
                  <a:pt x="466896" y="103216"/>
                  <a:pt x="461234" y="95058"/>
                </a:cubicBezTo>
                <a:cubicBezTo>
                  <a:pt x="454821" y="86198"/>
                  <a:pt x="441942" y="82641"/>
                  <a:pt x="425214" y="82641"/>
                </a:cubicBezTo>
                <a:cubicBezTo>
                  <a:pt x="413328" y="82641"/>
                  <a:pt x="395933" y="84539"/>
                  <a:pt x="380916" y="94357"/>
                </a:cubicBezTo>
                <a:lnTo>
                  <a:pt x="380916" y="3708"/>
                </a:lnTo>
                <a:lnTo>
                  <a:pt x="480938" y="3708"/>
                </a:lnTo>
                <a:close/>
                <a:moveTo>
                  <a:pt x="421914" y="172537"/>
                </a:moveTo>
                <a:cubicBezTo>
                  <a:pt x="416372" y="173606"/>
                  <a:pt x="410745" y="174179"/>
                  <a:pt x="405101" y="174247"/>
                </a:cubicBezTo>
                <a:cubicBezTo>
                  <a:pt x="390683" y="174247"/>
                  <a:pt x="380643" y="167543"/>
                  <a:pt x="380438" y="151910"/>
                </a:cubicBezTo>
                <a:lnTo>
                  <a:pt x="427027" y="151910"/>
                </a:lnTo>
                <a:close/>
                <a:moveTo>
                  <a:pt x="364275" y="90064"/>
                </a:moveTo>
                <a:lnTo>
                  <a:pt x="364275" y="110759"/>
                </a:lnTo>
                <a:cubicBezTo>
                  <a:pt x="358044" y="119364"/>
                  <a:pt x="353522" y="129082"/>
                  <a:pt x="350951" y="139390"/>
                </a:cubicBezTo>
                <a:cubicBezTo>
                  <a:pt x="350195" y="142258"/>
                  <a:pt x="349663" y="145180"/>
                  <a:pt x="349360" y="148130"/>
                </a:cubicBezTo>
                <a:lnTo>
                  <a:pt x="334669" y="148130"/>
                </a:lnTo>
                <a:lnTo>
                  <a:pt x="347223" y="88524"/>
                </a:lnTo>
                <a:lnTo>
                  <a:pt x="304943" y="88524"/>
                </a:lnTo>
                <a:lnTo>
                  <a:pt x="267110" y="148164"/>
                </a:lnTo>
                <a:lnTo>
                  <a:pt x="264339" y="148164"/>
                </a:lnTo>
                <a:lnTo>
                  <a:pt x="264339" y="3759"/>
                </a:lnTo>
                <a:lnTo>
                  <a:pt x="364326" y="3759"/>
                </a:lnTo>
                <a:close/>
                <a:moveTo>
                  <a:pt x="308449" y="148130"/>
                </a:moveTo>
                <a:lnTo>
                  <a:pt x="293398" y="148130"/>
                </a:lnTo>
                <a:lnTo>
                  <a:pt x="316163" y="112315"/>
                </a:lnTo>
                <a:close/>
                <a:moveTo>
                  <a:pt x="247731" y="88388"/>
                </a:moveTo>
                <a:lnTo>
                  <a:pt x="222709" y="88388"/>
                </a:lnTo>
                <a:lnTo>
                  <a:pt x="205606" y="148130"/>
                </a:lnTo>
                <a:lnTo>
                  <a:pt x="179027" y="148130"/>
                </a:lnTo>
                <a:cubicBezTo>
                  <a:pt x="192538" y="143136"/>
                  <a:pt x="200765" y="133592"/>
                  <a:pt x="203314" y="119413"/>
                </a:cubicBezTo>
                <a:cubicBezTo>
                  <a:pt x="205400" y="108399"/>
                  <a:pt x="204408" y="101164"/>
                  <a:pt x="199893" y="95725"/>
                </a:cubicBezTo>
                <a:cubicBezTo>
                  <a:pt x="193154" y="87652"/>
                  <a:pt x="179642" y="88353"/>
                  <a:pt x="167653" y="88353"/>
                </a:cubicBezTo>
                <a:lnTo>
                  <a:pt x="147796" y="88353"/>
                </a:lnTo>
                <a:lnTo>
                  <a:pt x="147796" y="3759"/>
                </a:lnTo>
                <a:lnTo>
                  <a:pt x="247697" y="3759"/>
                </a:lnTo>
                <a:close/>
                <a:moveTo>
                  <a:pt x="231740" y="148130"/>
                </a:moveTo>
                <a:lnTo>
                  <a:pt x="242258" y="110759"/>
                </a:lnTo>
                <a:lnTo>
                  <a:pt x="242635" y="148130"/>
                </a:lnTo>
                <a:close/>
                <a:moveTo>
                  <a:pt x="158981" y="133934"/>
                </a:moveTo>
                <a:lnTo>
                  <a:pt x="158981" y="133934"/>
                </a:lnTo>
                <a:cubicBezTo>
                  <a:pt x="158007" y="133934"/>
                  <a:pt x="157032" y="134054"/>
                  <a:pt x="155920" y="134054"/>
                </a:cubicBezTo>
                <a:cubicBezTo>
                  <a:pt x="154466" y="134054"/>
                  <a:pt x="153320" y="134054"/>
                  <a:pt x="152243" y="134054"/>
                </a:cubicBezTo>
                <a:lnTo>
                  <a:pt x="145846" y="134054"/>
                </a:lnTo>
                <a:lnTo>
                  <a:pt x="148805" y="123125"/>
                </a:lnTo>
                <a:lnTo>
                  <a:pt x="150207" y="117686"/>
                </a:lnTo>
                <a:lnTo>
                  <a:pt x="153628" y="104961"/>
                </a:lnTo>
                <a:cubicBezTo>
                  <a:pt x="155116" y="104961"/>
                  <a:pt x="156570" y="104961"/>
                  <a:pt x="157972" y="104961"/>
                </a:cubicBezTo>
                <a:lnTo>
                  <a:pt x="162915" y="104961"/>
                </a:lnTo>
                <a:cubicBezTo>
                  <a:pt x="171467" y="104961"/>
                  <a:pt x="176718" y="105440"/>
                  <a:pt x="178668" y="108159"/>
                </a:cubicBezTo>
                <a:cubicBezTo>
                  <a:pt x="180156" y="110212"/>
                  <a:pt x="179967" y="113735"/>
                  <a:pt x="178206" y="119105"/>
                </a:cubicBezTo>
                <a:cubicBezTo>
                  <a:pt x="175196" y="128341"/>
                  <a:pt x="171364" y="133045"/>
                  <a:pt x="159084" y="133986"/>
                </a:cubicBezTo>
                <a:moveTo>
                  <a:pt x="131291" y="93741"/>
                </a:moveTo>
                <a:lnTo>
                  <a:pt x="129717" y="98872"/>
                </a:lnTo>
                <a:lnTo>
                  <a:pt x="115419" y="146471"/>
                </a:lnTo>
                <a:lnTo>
                  <a:pt x="114854" y="148181"/>
                </a:lnTo>
                <a:lnTo>
                  <a:pt x="67683" y="148181"/>
                </a:lnTo>
                <a:lnTo>
                  <a:pt x="64006" y="140365"/>
                </a:lnTo>
                <a:lnTo>
                  <a:pt x="114683" y="88524"/>
                </a:lnTo>
                <a:lnTo>
                  <a:pt x="82187" y="88524"/>
                </a:lnTo>
                <a:lnTo>
                  <a:pt x="42507" y="131283"/>
                </a:lnTo>
                <a:lnTo>
                  <a:pt x="55351" y="88524"/>
                </a:lnTo>
                <a:lnTo>
                  <a:pt x="31270" y="88524"/>
                </a:lnTo>
                <a:lnTo>
                  <a:pt x="31270" y="3759"/>
                </a:lnTo>
                <a:lnTo>
                  <a:pt x="131188" y="3759"/>
                </a:lnTo>
                <a:close/>
                <a:moveTo>
                  <a:pt x="377119" y="-89"/>
                </a:moveTo>
                <a:lnTo>
                  <a:pt x="377119" y="97076"/>
                </a:lnTo>
                <a:cubicBezTo>
                  <a:pt x="373861" y="99667"/>
                  <a:pt x="370856" y="102560"/>
                  <a:pt x="368140" y="105713"/>
                </a:cubicBezTo>
                <a:lnTo>
                  <a:pt x="368140" y="-89"/>
                </a:lnTo>
                <a:lnTo>
                  <a:pt x="260525" y="-89"/>
                </a:lnTo>
                <a:lnTo>
                  <a:pt x="260525" y="88388"/>
                </a:lnTo>
                <a:lnTo>
                  <a:pt x="251614" y="88388"/>
                </a:lnTo>
                <a:lnTo>
                  <a:pt x="251614" y="-89"/>
                </a:lnTo>
                <a:lnTo>
                  <a:pt x="143965" y="-89"/>
                </a:lnTo>
                <a:lnTo>
                  <a:pt x="143965" y="88524"/>
                </a:lnTo>
                <a:lnTo>
                  <a:pt x="135071" y="88524"/>
                </a:lnTo>
                <a:lnTo>
                  <a:pt x="135071" y="-89"/>
                </a:lnTo>
                <a:lnTo>
                  <a:pt x="27456" y="-89"/>
                </a:lnTo>
                <a:lnTo>
                  <a:pt x="27456" y="100907"/>
                </a:lnTo>
                <a:lnTo>
                  <a:pt x="-47" y="192480"/>
                </a:lnTo>
                <a:lnTo>
                  <a:pt x="24120" y="192480"/>
                </a:lnTo>
                <a:lnTo>
                  <a:pt x="36247" y="151927"/>
                </a:lnTo>
                <a:lnTo>
                  <a:pt x="39667" y="151927"/>
                </a:lnTo>
                <a:lnTo>
                  <a:pt x="59696" y="192480"/>
                </a:lnTo>
                <a:lnTo>
                  <a:pt x="89028" y="192480"/>
                </a:lnTo>
                <a:lnTo>
                  <a:pt x="69513" y="151927"/>
                </a:lnTo>
                <a:lnTo>
                  <a:pt x="113623" y="151927"/>
                </a:lnTo>
                <a:lnTo>
                  <a:pt x="101377" y="192480"/>
                </a:lnTo>
                <a:lnTo>
                  <a:pt x="127785" y="192480"/>
                </a:lnTo>
                <a:lnTo>
                  <a:pt x="139860" y="152047"/>
                </a:lnTo>
                <a:lnTo>
                  <a:pt x="145641" y="152047"/>
                </a:lnTo>
                <a:lnTo>
                  <a:pt x="145641" y="151927"/>
                </a:lnTo>
                <a:lnTo>
                  <a:pt x="204408" y="151927"/>
                </a:lnTo>
                <a:lnTo>
                  <a:pt x="192761" y="192360"/>
                </a:lnTo>
                <a:lnTo>
                  <a:pt x="219374" y="192360"/>
                </a:lnTo>
                <a:lnTo>
                  <a:pt x="230662" y="151927"/>
                </a:lnTo>
                <a:lnTo>
                  <a:pt x="242635" y="151927"/>
                </a:lnTo>
                <a:lnTo>
                  <a:pt x="242960" y="192360"/>
                </a:lnTo>
                <a:lnTo>
                  <a:pt x="265280" y="192360"/>
                </a:lnTo>
                <a:lnTo>
                  <a:pt x="290935" y="151927"/>
                </a:lnTo>
                <a:lnTo>
                  <a:pt x="307713" y="151927"/>
                </a:lnTo>
                <a:lnTo>
                  <a:pt x="299059" y="192360"/>
                </a:lnTo>
                <a:lnTo>
                  <a:pt x="325227" y="192360"/>
                </a:lnTo>
                <a:lnTo>
                  <a:pt x="333779" y="151927"/>
                </a:lnTo>
                <a:lnTo>
                  <a:pt x="348933" y="151927"/>
                </a:lnTo>
                <a:cubicBezTo>
                  <a:pt x="348334" y="164464"/>
                  <a:pt x="351533" y="175872"/>
                  <a:pt x="359845" y="183517"/>
                </a:cubicBezTo>
                <a:cubicBezTo>
                  <a:pt x="370004" y="192839"/>
                  <a:pt x="385603" y="194617"/>
                  <a:pt x="397131" y="194617"/>
                </a:cubicBezTo>
                <a:cubicBezTo>
                  <a:pt x="413526" y="194421"/>
                  <a:pt x="429850" y="192418"/>
                  <a:pt x="445807" y="188648"/>
                </a:cubicBezTo>
                <a:lnTo>
                  <a:pt x="454872" y="151927"/>
                </a:lnTo>
                <a:lnTo>
                  <a:pt x="484786" y="151927"/>
                </a:lnTo>
                <a:lnTo>
                  <a:pt x="484786" y="-89"/>
                </a:lnTo>
                <a:close/>
              </a:path>
            </a:pathLst>
          </a:custGeom>
          <a:solidFill>
            <a:schemeClr val="bg1"/>
          </a:solidFill>
          <a:ln w="1683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511590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or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1003200" y="1330126"/>
            <a:ext cx="4968000" cy="454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Chart Placeholder 4"/>
          <p:cNvSpPr>
            <a:spLocks noGrp="1"/>
          </p:cNvSpPr>
          <p:nvPr>
            <p:ph type="chart" sz="quarter" idx="13"/>
          </p:nvPr>
        </p:nvSpPr>
        <p:spPr>
          <a:xfrm>
            <a:off x="6220800" y="1330126"/>
            <a:ext cx="4968000" cy="45468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chart</a:t>
            </a:r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91C8742-D774-4F89-A78A-3FE2DD105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302303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Char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1003200" y="1331360"/>
            <a:ext cx="10195200" cy="213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Chart Placeholder 4"/>
          <p:cNvSpPr>
            <a:spLocks noGrp="1"/>
          </p:cNvSpPr>
          <p:nvPr>
            <p:ph type="chart" sz="quarter" idx="11"/>
          </p:nvPr>
        </p:nvSpPr>
        <p:spPr>
          <a:xfrm>
            <a:off x="1003200" y="3742126"/>
            <a:ext cx="10195200" cy="213574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chart</a:t>
            </a:r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2D32ADA-D319-4A1F-BF43-8C0B259FA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345350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4"/>
          <p:cNvSpPr>
            <a:spLocks noGrp="1"/>
          </p:cNvSpPr>
          <p:nvPr>
            <p:ph type="chart" sz="quarter" idx="11"/>
          </p:nvPr>
        </p:nvSpPr>
        <p:spPr>
          <a:xfrm>
            <a:off x="6220800" y="1330126"/>
            <a:ext cx="4968000" cy="45468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chart</a:t>
            </a:r>
            <a:endParaRPr lang="en-GB"/>
          </a:p>
        </p:txBody>
      </p:sp>
      <p:sp>
        <p:nvSpPr>
          <p:cNvPr id="6" name="Chart Placeholder 4"/>
          <p:cNvSpPr>
            <a:spLocks noGrp="1"/>
          </p:cNvSpPr>
          <p:nvPr>
            <p:ph type="chart" sz="quarter" idx="12"/>
          </p:nvPr>
        </p:nvSpPr>
        <p:spPr>
          <a:xfrm>
            <a:off x="1003200" y="1330126"/>
            <a:ext cx="4968000" cy="45468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chart</a:t>
            </a:r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443F486-864A-4617-9E68-0A1C3CD9B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651219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Chart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4"/>
          <p:cNvSpPr>
            <a:spLocks noGrp="1"/>
          </p:cNvSpPr>
          <p:nvPr>
            <p:ph type="chart" sz="quarter" idx="11"/>
          </p:nvPr>
        </p:nvSpPr>
        <p:spPr>
          <a:xfrm>
            <a:off x="4507546" y="3742126"/>
            <a:ext cx="3187200" cy="21348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chart</a:t>
            </a:r>
            <a:endParaRPr lang="en-GB"/>
          </a:p>
        </p:txBody>
      </p:sp>
      <p:sp>
        <p:nvSpPr>
          <p:cNvPr id="6" name="Chart Placeholder 4"/>
          <p:cNvSpPr>
            <a:spLocks noGrp="1"/>
          </p:cNvSpPr>
          <p:nvPr>
            <p:ph type="chart" sz="quarter" idx="12"/>
          </p:nvPr>
        </p:nvSpPr>
        <p:spPr>
          <a:xfrm>
            <a:off x="1003200" y="3742126"/>
            <a:ext cx="3187200" cy="21348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chart</a:t>
            </a:r>
            <a:endParaRPr lang="en-GB"/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1003200" y="1331360"/>
            <a:ext cx="3187200" cy="213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Chart Placeholder 4"/>
          <p:cNvSpPr>
            <a:spLocks noGrp="1"/>
          </p:cNvSpPr>
          <p:nvPr>
            <p:ph type="chart" sz="quarter" idx="13"/>
          </p:nvPr>
        </p:nvSpPr>
        <p:spPr>
          <a:xfrm>
            <a:off x="8011892" y="3742126"/>
            <a:ext cx="3187200" cy="21348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chart</a:t>
            </a:r>
            <a:endParaRPr lang="en-GB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4507546" y="1331360"/>
            <a:ext cx="3187200" cy="213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5"/>
          </p:nvPr>
        </p:nvSpPr>
        <p:spPr>
          <a:xfrm>
            <a:off x="8011892" y="1331360"/>
            <a:ext cx="3187200" cy="213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93B809-7A30-47BC-953E-AF9FE10FD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451567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PROCESS FIV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2C7EC625-DE37-4829-ACBE-0373F0B829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03200" y="1322388"/>
            <a:ext cx="1899657" cy="4554538"/>
          </a:xfrm>
        </p:spPr>
        <p:txBody>
          <a:bodyPr/>
          <a:lstStyle>
            <a:lvl1pPr>
              <a:defRPr sz="1400" b="1" kern="0" spc="0">
                <a:solidFill>
                  <a:srgbClr val="00338D"/>
                </a:solidFill>
              </a:defRPr>
            </a:lvl1pPr>
            <a:lvl2pPr>
              <a:defRPr sz="1400" b="0" kern="0">
                <a:solidFill>
                  <a:schemeClr val="tx2"/>
                </a:solidFill>
              </a:defRPr>
            </a:lvl2pPr>
            <a:lvl3pPr>
              <a:defRPr sz="1400" kern="0">
                <a:solidFill>
                  <a:schemeClr val="tx1"/>
                </a:solidFill>
              </a:defRPr>
            </a:lvl3pPr>
            <a:lvl4pPr>
              <a:defRPr sz="1400" kern="0">
                <a:solidFill>
                  <a:schemeClr val="tx1"/>
                </a:solidFill>
              </a:defRPr>
            </a:lvl4pPr>
            <a:lvl5pPr marL="461963" indent="-231775">
              <a:buClr>
                <a:schemeClr val="tx2"/>
              </a:buClr>
              <a:buFont typeface="Arial" panose="020B0604020202020204" pitchFamily="34" charset="0"/>
              <a:buChar char="-"/>
              <a:defRPr sz="1400" kern="0">
                <a:solidFill>
                  <a:schemeClr val="tx1"/>
                </a:solidFill>
              </a:defRPr>
            </a:lvl5pPr>
            <a:lvl7pPr>
              <a:defRPr sz="1600"/>
            </a:lvl7pPr>
            <a:lvl8pPr>
              <a:defRPr sz="1600"/>
            </a:lvl8pPr>
            <a:lvl9pPr marL="1090613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rgbClr val="00338D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3200" y="432000"/>
            <a:ext cx="10185600" cy="518400"/>
          </a:xfrm>
        </p:spPr>
        <p:txBody>
          <a:bodyPr/>
          <a:lstStyle>
            <a:lvl1pPr>
              <a:defRPr kern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8037C46F-D057-4106-9B45-A730A557B5D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072600" y="1322388"/>
            <a:ext cx="1899657" cy="4554538"/>
          </a:xfrm>
        </p:spPr>
        <p:txBody>
          <a:bodyPr/>
          <a:lstStyle>
            <a:lvl1pPr>
              <a:defRPr sz="1400" b="1" kern="0" spc="0">
                <a:solidFill>
                  <a:srgbClr val="00338D"/>
                </a:solidFill>
              </a:defRPr>
            </a:lvl1pPr>
            <a:lvl2pPr>
              <a:defRPr sz="1400" b="0" kern="0">
                <a:solidFill>
                  <a:schemeClr val="tx2"/>
                </a:solidFill>
              </a:defRPr>
            </a:lvl2pPr>
            <a:lvl3pPr>
              <a:defRPr sz="1400" kern="0">
                <a:solidFill>
                  <a:schemeClr val="tx1"/>
                </a:solidFill>
              </a:defRPr>
            </a:lvl3pPr>
            <a:lvl4pPr>
              <a:defRPr sz="1400" kern="0">
                <a:solidFill>
                  <a:schemeClr val="tx1"/>
                </a:solidFill>
              </a:defRPr>
            </a:lvl4pPr>
            <a:lvl5pPr marL="461963" indent="-231775">
              <a:buClr>
                <a:schemeClr val="tx2"/>
              </a:buClr>
              <a:buFont typeface="Arial" panose="020B0604020202020204" pitchFamily="34" charset="0"/>
              <a:buChar char="-"/>
              <a:defRPr sz="1400" kern="0">
                <a:solidFill>
                  <a:schemeClr val="tx1"/>
                </a:solidFill>
              </a:defRPr>
            </a:lvl5pPr>
            <a:lvl7pPr>
              <a:defRPr sz="1600"/>
            </a:lvl7pPr>
            <a:lvl8pPr>
              <a:defRPr sz="1600"/>
            </a:lvl8pPr>
            <a:lvl9pPr marL="1090613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rgbClr val="00338D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FE33DBCF-2199-4682-AAC2-C3FC0CBE92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142000" y="1322388"/>
            <a:ext cx="1899657" cy="4554538"/>
          </a:xfrm>
        </p:spPr>
        <p:txBody>
          <a:bodyPr/>
          <a:lstStyle>
            <a:lvl1pPr>
              <a:defRPr sz="1400" b="1" kern="0" spc="0">
                <a:solidFill>
                  <a:srgbClr val="00338D"/>
                </a:solidFill>
              </a:defRPr>
            </a:lvl1pPr>
            <a:lvl2pPr>
              <a:defRPr sz="1400" b="0" kern="0">
                <a:solidFill>
                  <a:schemeClr val="tx2"/>
                </a:solidFill>
              </a:defRPr>
            </a:lvl2pPr>
            <a:lvl3pPr>
              <a:defRPr sz="1400" kern="0">
                <a:solidFill>
                  <a:schemeClr val="tx1"/>
                </a:solidFill>
              </a:defRPr>
            </a:lvl3pPr>
            <a:lvl4pPr>
              <a:defRPr sz="1400" kern="0">
                <a:solidFill>
                  <a:schemeClr val="tx1"/>
                </a:solidFill>
              </a:defRPr>
            </a:lvl4pPr>
            <a:lvl5pPr marL="461963" indent="-231775">
              <a:buClr>
                <a:schemeClr val="tx2"/>
              </a:buClr>
              <a:buFont typeface="Arial" panose="020B0604020202020204" pitchFamily="34" charset="0"/>
              <a:buChar char="-"/>
              <a:defRPr sz="1400" kern="0">
                <a:solidFill>
                  <a:schemeClr val="tx1"/>
                </a:solidFill>
              </a:defRPr>
            </a:lvl5pPr>
            <a:lvl7pPr>
              <a:defRPr sz="1600"/>
            </a:lvl7pPr>
            <a:lvl8pPr>
              <a:defRPr sz="1600"/>
            </a:lvl8pPr>
            <a:lvl9pPr marL="1090613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rgbClr val="00338D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E130E5C8-8660-4D01-AD3B-CEEFB37F753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211400" y="1322388"/>
            <a:ext cx="1899657" cy="4554538"/>
          </a:xfrm>
        </p:spPr>
        <p:txBody>
          <a:bodyPr/>
          <a:lstStyle>
            <a:lvl1pPr>
              <a:defRPr sz="1400" b="1" kern="0" spc="0">
                <a:solidFill>
                  <a:srgbClr val="00338D"/>
                </a:solidFill>
              </a:defRPr>
            </a:lvl1pPr>
            <a:lvl2pPr>
              <a:defRPr sz="1400" b="0" kern="0">
                <a:solidFill>
                  <a:schemeClr val="tx2"/>
                </a:solidFill>
              </a:defRPr>
            </a:lvl2pPr>
            <a:lvl3pPr>
              <a:defRPr sz="1400" kern="0">
                <a:solidFill>
                  <a:schemeClr val="tx1"/>
                </a:solidFill>
              </a:defRPr>
            </a:lvl3pPr>
            <a:lvl4pPr>
              <a:defRPr sz="1400" kern="0">
                <a:solidFill>
                  <a:schemeClr val="tx1"/>
                </a:solidFill>
              </a:defRPr>
            </a:lvl4pPr>
            <a:lvl5pPr marL="461963" indent="-231775">
              <a:buClr>
                <a:schemeClr val="tx2"/>
              </a:buClr>
              <a:buFont typeface="Arial" panose="020B0604020202020204" pitchFamily="34" charset="0"/>
              <a:buChar char="-"/>
              <a:defRPr sz="1400" kern="0">
                <a:solidFill>
                  <a:schemeClr val="tx1"/>
                </a:solidFill>
              </a:defRPr>
            </a:lvl5pPr>
            <a:lvl7pPr>
              <a:defRPr sz="1600"/>
            </a:lvl7pPr>
            <a:lvl8pPr>
              <a:defRPr sz="1600"/>
            </a:lvl8pPr>
            <a:lvl9pPr marL="1090613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rgbClr val="00338D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F404CCF0-6C3D-42EE-9F8D-FE237FEEB13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280798" y="1322388"/>
            <a:ext cx="1899657" cy="4554538"/>
          </a:xfrm>
        </p:spPr>
        <p:txBody>
          <a:bodyPr/>
          <a:lstStyle>
            <a:lvl1pPr>
              <a:defRPr sz="1400" b="1" kern="0" spc="0">
                <a:solidFill>
                  <a:srgbClr val="00338D"/>
                </a:solidFill>
              </a:defRPr>
            </a:lvl1pPr>
            <a:lvl2pPr>
              <a:defRPr sz="1400" b="0" kern="0">
                <a:solidFill>
                  <a:schemeClr val="tx2"/>
                </a:solidFill>
              </a:defRPr>
            </a:lvl2pPr>
            <a:lvl3pPr>
              <a:defRPr sz="1400" kern="0">
                <a:solidFill>
                  <a:schemeClr val="tx1"/>
                </a:solidFill>
              </a:defRPr>
            </a:lvl3pPr>
            <a:lvl4pPr>
              <a:defRPr sz="1400" kern="0">
                <a:solidFill>
                  <a:schemeClr val="tx1"/>
                </a:solidFill>
              </a:defRPr>
            </a:lvl4pPr>
            <a:lvl5pPr marL="461963" indent="-231775">
              <a:buClr>
                <a:schemeClr val="tx2"/>
              </a:buClr>
              <a:buFont typeface="Arial" panose="020B0604020202020204" pitchFamily="34" charset="0"/>
              <a:buChar char="-"/>
              <a:defRPr sz="1400" kern="0">
                <a:solidFill>
                  <a:schemeClr val="tx1"/>
                </a:solidFill>
              </a:defRPr>
            </a:lvl5pPr>
            <a:lvl7pPr>
              <a:defRPr sz="1600"/>
            </a:lvl7pPr>
            <a:lvl8pPr>
              <a:defRPr sz="1600"/>
            </a:lvl8pPr>
            <a:lvl9pPr marL="1090613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rgbClr val="00338D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55303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96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5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1003201" y="1936712"/>
            <a:ext cx="1728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3068984" y="1936712"/>
            <a:ext cx="1728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5134768" y="1936712"/>
            <a:ext cx="1728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7200552" y="1936712"/>
            <a:ext cx="1728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1003200" y="1331913"/>
            <a:ext cx="1935163" cy="604800"/>
          </a:xfrm>
          <a:prstGeom prst="homePlate">
            <a:avLst>
              <a:gd name="adj" fmla="val 34200"/>
            </a:avLst>
          </a:prstGeom>
          <a:solidFill>
            <a:schemeClr val="accent2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3068984" y="1331913"/>
            <a:ext cx="1935163" cy="604800"/>
          </a:xfrm>
          <a:prstGeom prst="homePlate">
            <a:avLst>
              <a:gd name="adj" fmla="val 34200"/>
            </a:avLst>
          </a:prstGeom>
          <a:solidFill>
            <a:schemeClr val="accent2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5134768" y="1331913"/>
            <a:ext cx="1935163" cy="604800"/>
          </a:xfrm>
          <a:prstGeom prst="homePlate">
            <a:avLst>
              <a:gd name="adj" fmla="val 34200"/>
            </a:avLst>
          </a:prstGeom>
          <a:solidFill>
            <a:schemeClr val="accent2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7200552" y="1331913"/>
            <a:ext cx="1935163" cy="604800"/>
          </a:xfrm>
          <a:prstGeom prst="homePlate">
            <a:avLst>
              <a:gd name="adj" fmla="val 34200"/>
            </a:avLst>
          </a:prstGeom>
          <a:solidFill>
            <a:schemeClr val="accent2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18" hasCustomPrompt="1"/>
          </p:nvPr>
        </p:nvSpPr>
        <p:spPr>
          <a:xfrm>
            <a:off x="9266337" y="1331913"/>
            <a:ext cx="1935163" cy="604800"/>
          </a:xfrm>
          <a:prstGeom prst="homePlate">
            <a:avLst>
              <a:gd name="adj" fmla="val 34200"/>
            </a:avLst>
          </a:prstGeom>
          <a:solidFill>
            <a:schemeClr val="accent2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9266337" y="1936712"/>
            <a:ext cx="1728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6F9AD75-9C5D-491A-8EB6-1E4763A9B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268082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5 Columns_Cobal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A68D3E60-F95F-4250-92C1-89CF93433E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03201" y="1936712"/>
            <a:ext cx="1728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8D8E592C-F128-4E4B-970B-BFB5C0F2A49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68984" y="1936712"/>
            <a:ext cx="1728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9" name="Text Placeholder 8">
            <a:extLst>
              <a:ext uri="{FF2B5EF4-FFF2-40B4-BE49-F238E27FC236}">
                <a16:creationId xmlns:a16="http://schemas.microsoft.com/office/drawing/2014/main" id="{EE6B17CD-E0EF-40A4-A171-4E4B731CE0D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34768" y="1936712"/>
            <a:ext cx="1728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03C9A44B-2A8F-416D-A76B-F3A018572E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200552" y="1936712"/>
            <a:ext cx="1728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D3A5B3AC-C2E0-40CF-9D31-036461F790D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03200" y="1331913"/>
            <a:ext cx="1935163" cy="604800"/>
          </a:xfrm>
          <a:prstGeom prst="homePlate">
            <a:avLst>
              <a:gd name="adj" fmla="val 34200"/>
            </a:avLst>
          </a:prstGeom>
          <a:solidFill>
            <a:schemeClr val="accent1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32" name="Text Placeholder 12">
            <a:extLst>
              <a:ext uri="{FF2B5EF4-FFF2-40B4-BE49-F238E27FC236}">
                <a16:creationId xmlns:a16="http://schemas.microsoft.com/office/drawing/2014/main" id="{969E3860-942E-40E2-A1C8-AF5DF29675F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68984" y="1331913"/>
            <a:ext cx="1935163" cy="604800"/>
          </a:xfrm>
          <a:prstGeom prst="homePlate">
            <a:avLst>
              <a:gd name="adj" fmla="val 34200"/>
            </a:avLst>
          </a:prstGeom>
          <a:solidFill>
            <a:schemeClr val="accent1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33" name="Text Placeholder 12">
            <a:extLst>
              <a:ext uri="{FF2B5EF4-FFF2-40B4-BE49-F238E27FC236}">
                <a16:creationId xmlns:a16="http://schemas.microsoft.com/office/drawing/2014/main" id="{8E580107-2025-4C04-9884-4A6DBB63DE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34768" y="1331913"/>
            <a:ext cx="1935163" cy="604800"/>
          </a:xfrm>
          <a:prstGeom prst="homePlate">
            <a:avLst>
              <a:gd name="adj" fmla="val 34200"/>
            </a:avLst>
          </a:prstGeom>
          <a:solidFill>
            <a:schemeClr val="accent1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34" name="Text Placeholder 12">
            <a:extLst>
              <a:ext uri="{FF2B5EF4-FFF2-40B4-BE49-F238E27FC236}">
                <a16:creationId xmlns:a16="http://schemas.microsoft.com/office/drawing/2014/main" id="{BC4D5128-392D-4FC9-A83F-FA43203A40D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00552" y="1331913"/>
            <a:ext cx="1935163" cy="604800"/>
          </a:xfrm>
          <a:prstGeom prst="homePlate">
            <a:avLst>
              <a:gd name="adj" fmla="val 34200"/>
            </a:avLst>
          </a:prstGeom>
          <a:solidFill>
            <a:schemeClr val="accent1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35" name="Text Placeholder 12">
            <a:extLst>
              <a:ext uri="{FF2B5EF4-FFF2-40B4-BE49-F238E27FC236}">
                <a16:creationId xmlns:a16="http://schemas.microsoft.com/office/drawing/2014/main" id="{A8EB5529-8601-4864-9983-FBB672B8B9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266337" y="1331913"/>
            <a:ext cx="1935163" cy="604800"/>
          </a:xfrm>
          <a:prstGeom prst="homePlate">
            <a:avLst>
              <a:gd name="adj" fmla="val 34200"/>
            </a:avLst>
          </a:prstGeom>
          <a:solidFill>
            <a:schemeClr val="accent1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4715BC67-F699-49E6-B5D7-22ED9DFA817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266337" y="1936712"/>
            <a:ext cx="1728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B51C022-C0B7-4310-BC9F-D7C63034F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440975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6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3580C36-1E70-46DD-9783-AFD66B7DEC90}"/>
              </a:ext>
            </a:extLst>
          </p:cNvPr>
          <p:cNvSpPr/>
          <p:nvPr userDrawn="1"/>
        </p:nvSpPr>
        <p:spPr>
          <a:xfrm>
            <a:off x="0" y="0"/>
            <a:ext cx="12192000" cy="268605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/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1003200" y="2009775"/>
            <a:ext cx="1981300" cy="3867150"/>
          </a:xfrm>
          <a:solidFill>
            <a:schemeClr val="bg1"/>
          </a:solidFill>
          <a:ln w="6350">
            <a:solidFill>
              <a:schemeClr val="accent1"/>
            </a:solidFill>
          </a:ln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3060888" y="2009775"/>
            <a:ext cx="1981300" cy="3867150"/>
          </a:xfrm>
          <a:solidFill>
            <a:schemeClr val="bg1"/>
          </a:solidFill>
          <a:ln w="6350">
            <a:solidFill>
              <a:schemeClr val="accent1"/>
            </a:solidFill>
          </a:ln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5118576" y="2009775"/>
            <a:ext cx="1981300" cy="3867150"/>
          </a:xfrm>
          <a:solidFill>
            <a:schemeClr val="bg1"/>
          </a:solidFill>
          <a:ln w="6350">
            <a:solidFill>
              <a:schemeClr val="accent1"/>
            </a:solidFill>
          </a:ln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7176264" y="2009775"/>
            <a:ext cx="1981300" cy="3867150"/>
          </a:xfrm>
          <a:solidFill>
            <a:schemeClr val="bg1"/>
          </a:solidFill>
          <a:ln w="6350">
            <a:solidFill>
              <a:schemeClr val="accent1"/>
            </a:solidFill>
          </a:ln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E469478F-D315-4922-A7E4-E575455BF35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233951" y="2009775"/>
            <a:ext cx="1981300" cy="3867150"/>
          </a:xfrm>
          <a:solidFill>
            <a:schemeClr val="bg1"/>
          </a:solidFill>
          <a:ln w="6350">
            <a:solidFill>
              <a:schemeClr val="accent1"/>
            </a:solidFill>
          </a:ln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8557E01-A30E-46EA-BAB3-4F33E0992F3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95363" y="1330325"/>
            <a:ext cx="10185400" cy="538609"/>
          </a:xfrm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9724627-195E-4BFD-9A60-FFD6EECF1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92005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1003200" y="1936713"/>
            <a:ext cx="2196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3593775" y="1936713"/>
            <a:ext cx="2196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6184350" y="1936713"/>
            <a:ext cx="2196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8774926" y="1936713"/>
            <a:ext cx="2196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1003200" y="1331913"/>
            <a:ext cx="2424887" cy="604800"/>
          </a:xfrm>
          <a:prstGeom prst="homePlate">
            <a:avLst>
              <a:gd name="adj" fmla="val 34200"/>
            </a:avLst>
          </a:prstGeom>
          <a:solidFill>
            <a:schemeClr val="accent2"/>
          </a:solidFill>
        </p:spPr>
        <p:txBody>
          <a:bodyPr lIns="108000" tIns="108000" rIns="108000" bIns="108000" anchor="ctr"/>
          <a:lstStyle>
            <a:lvl1pPr algn="l"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3593775" y="1331913"/>
            <a:ext cx="2424887" cy="604800"/>
          </a:xfrm>
          <a:prstGeom prst="homePlate">
            <a:avLst>
              <a:gd name="adj" fmla="val 34200"/>
            </a:avLst>
          </a:prstGeom>
          <a:solidFill>
            <a:schemeClr val="accent2"/>
          </a:solidFill>
        </p:spPr>
        <p:txBody>
          <a:bodyPr lIns="108000" tIns="108000" rIns="108000" bIns="108000" anchor="ctr"/>
          <a:lstStyle>
            <a:lvl1pPr algn="l"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6184350" y="1331913"/>
            <a:ext cx="2424887" cy="604800"/>
          </a:xfrm>
          <a:prstGeom prst="homePlate">
            <a:avLst>
              <a:gd name="adj" fmla="val 34200"/>
            </a:avLst>
          </a:prstGeom>
          <a:solidFill>
            <a:schemeClr val="accent2"/>
          </a:solidFill>
        </p:spPr>
        <p:txBody>
          <a:bodyPr lIns="108000" tIns="108000" rIns="108000" bIns="108000" anchor="ctr"/>
          <a:lstStyle>
            <a:lvl1pPr algn="l"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8774926" y="1331913"/>
            <a:ext cx="2424887" cy="604800"/>
          </a:xfrm>
          <a:prstGeom prst="homePlate">
            <a:avLst>
              <a:gd name="adj" fmla="val 34200"/>
            </a:avLst>
          </a:prstGeom>
          <a:solidFill>
            <a:schemeClr val="accent2"/>
          </a:solidFill>
        </p:spPr>
        <p:txBody>
          <a:bodyPr lIns="108000" tIns="108000" rIns="108000" bIns="108000" anchor="ctr"/>
          <a:lstStyle>
            <a:lvl1pPr algn="l"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E70D7C0-6953-439A-A54E-CED56520F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961312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4 Columns_Cobal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ABA5FBEF-FE77-4CC8-B2D5-D94327DAF6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03200" y="1936713"/>
            <a:ext cx="2196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659D9BAA-2BF4-4A94-BAA4-5D091A29624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93775" y="1936713"/>
            <a:ext cx="2196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E3D170C1-7106-44D2-A62F-A804F244A09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84350" y="1936713"/>
            <a:ext cx="2196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5DDAC4CF-AC2F-4D83-9FB0-DDFB71EE9A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774926" y="1936713"/>
            <a:ext cx="2196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3C84B130-9B9F-460C-87A1-4E3012ECEA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03200" y="1331913"/>
            <a:ext cx="2424887" cy="604800"/>
          </a:xfrm>
          <a:prstGeom prst="homePlate">
            <a:avLst>
              <a:gd name="adj" fmla="val 34200"/>
            </a:avLst>
          </a:prstGeom>
          <a:solidFill>
            <a:schemeClr val="accent1"/>
          </a:solidFill>
        </p:spPr>
        <p:txBody>
          <a:bodyPr lIns="108000" tIns="108000" rIns="108000" bIns="108000" anchor="ctr"/>
          <a:lstStyle>
            <a:lvl1pPr algn="l"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FC076374-F8FA-413A-9C7F-81C82351235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93775" y="1331913"/>
            <a:ext cx="2424887" cy="604800"/>
          </a:xfrm>
          <a:prstGeom prst="homePlate">
            <a:avLst>
              <a:gd name="adj" fmla="val 34200"/>
            </a:avLst>
          </a:prstGeom>
          <a:solidFill>
            <a:schemeClr val="accent1"/>
          </a:solidFill>
        </p:spPr>
        <p:txBody>
          <a:bodyPr lIns="108000" tIns="108000" rIns="108000" bIns="108000" anchor="ctr"/>
          <a:lstStyle>
            <a:lvl1pPr algn="l"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92DC24D7-E120-435A-8A2A-98E939AC4C9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84350" y="1331913"/>
            <a:ext cx="2424887" cy="604800"/>
          </a:xfrm>
          <a:prstGeom prst="homePlate">
            <a:avLst>
              <a:gd name="adj" fmla="val 34200"/>
            </a:avLst>
          </a:prstGeom>
          <a:solidFill>
            <a:schemeClr val="accent1"/>
          </a:solidFill>
        </p:spPr>
        <p:txBody>
          <a:bodyPr lIns="108000" tIns="108000" rIns="108000" bIns="108000" anchor="ctr"/>
          <a:lstStyle>
            <a:lvl1pPr algn="l"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41F15369-328E-43E6-894F-1F86414EB3F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774926" y="1331913"/>
            <a:ext cx="2424887" cy="604800"/>
          </a:xfrm>
          <a:prstGeom prst="homePlate">
            <a:avLst>
              <a:gd name="adj" fmla="val 34200"/>
            </a:avLst>
          </a:prstGeom>
          <a:solidFill>
            <a:schemeClr val="accent1"/>
          </a:solidFill>
        </p:spPr>
        <p:txBody>
          <a:bodyPr lIns="108000" tIns="108000" rIns="108000" bIns="108000" anchor="ctr"/>
          <a:lstStyle>
            <a:lvl1pPr algn="l"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890D0D6-CEB9-47AA-B0BF-EB213FE3B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821497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PROCESS FIV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2C7EC625-DE37-4829-ACBE-0373F0B829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03200" y="1322388"/>
            <a:ext cx="1899657" cy="4554538"/>
          </a:xfrm>
          <a:solidFill>
            <a:srgbClr val="E5E5E5"/>
          </a:solidFill>
        </p:spPr>
        <p:txBody>
          <a:bodyPr lIns="91440" tIns="1005840" rIns="91440"/>
          <a:lstStyle>
            <a:lvl1pPr>
              <a:defRPr sz="1600" b="1" spc="0"/>
            </a:lvl1pPr>
            <a:lvl2pPr>
              <a:defRPr sz="1600" b="0">
                <a:solidFill>
                  <a:schemeClr val="tx2"/>
                </a:solidFill>
              </a:defRPr>
            </a:lvl2pPr>
            <a:lvl3pPr>
              <a:defRPr sz="1600" kern="0"/>
            </a:lvl3pPr>
            <a:lvl4pPr>
              <a:defRPr sz="1600" kern="0"/>
            </a:lvl4pPr>
            <a:lvl5pPr marL="461963" indent="-231775">
              <a:buClr>
                <a:schemeClr val="tx2"/>
              </a:buClr>
              <a:buFont typeface="Arial" panose="020B0604020202020204" pitchFamily="34" charset="0"/>
              <a:buChar char="-"/>
              <a:defRPr sz="1600" kern="0"/>
            </a:lvl5pPr>
            <a:lvl7pPr>
              <a:defRPr sz="1600"/>
            </a:lvl7pPr>
            <a:lvl8pPr>
              <a:defRPr sz="1600"/>
            </a:lvl8pPr>
            <a:lvl9pPr marL="1090613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rgbClr val="00338D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3200" y="432000"/>
            <a:ext cx="10185600" cy="518400"/>
          </a:xfrm>
        </p:spPr>
        <p:txBody>
          <a:bodyPr/>
          <a:lstStyle>
            <a:lvl1pPr>
              <a:defRPr kern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8037C46F-D057-4106-9B45-A730A557B5D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072600" y="1322388"/>
            <a:ext cx="1899657" cy="4554538"/>
          </a:xfrm>
          <a:solidFill>
            <a:srgbClr val="E5E5E5"/>
          </a:solidFill>
        </p:spPr>
        <p:txBody>
          <a:bodyPr lIns="91440" tIns="1005840" rIns="91440"/>
          <a:lstStyle>
            <a:lvl1pPr>
              <a:defRPr sz="1600" b="1" spc="0"/>
            </a:lvl1pPr>
            <a:lvl2pPr>
              <a:defRPr sz="1600" b="0"/>
            </a:lvl2pPr>
            <a:lvl3pPr>
              <a:defRPr sz="1600" kern="0"/>
            </a:lvl3pPr>
            <a:lvl4pPr>
              <a:defRPr sz="1600" kern="0"/>
            </a:lvl4pPr>
            <a:lvl5pPr marL="461963" indent="-231775">
              <a:buClr>
                <a:schemeClr val="tx2"/>
              </a:buClr>
              <a:buFont typeface="Arial" panose="020B0604020202020204" pitchFamily="34" charset="0"/>
              <a:buChar char="-"/>
              <a:defRPr sz="1600" kern="0"/>
            </a:lvl5pPr>
            <a:lvl7pPr>
              <a:defRPr sz="1600"/>
            </a:lvl7pPr>
            <a:lvl8pPr>
              <a:defRPr sz="1600"/>
            </a:lvl8pPr>
            <a:lvl9pPr marL="1090613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rgbClr val="00338D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FE33DBCF-2199-4682-AAC2-C3FC0CBE92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142000" y="1322388"/>
            <a:ext cx="1899657" cy="4554538"/>
          </a:xfrm>
          <a:solidFill>
            <a:srgbClr val="E5E5E5"/>
          </a:solidFill>
        </p:spPr>
        <p:txBody>
          <a:bodyPr lIns="91440" tIns="1005840" rIns="91440"/>
          <a:lstStyle>
            <a:lvl1pPr>
              <a:defRPr sz="1600" b="1" spc="0"/>
            </a:lvl1pPr>
            <a:lvl2pPr>
              <a:defRPr sz="1600" b="0"/>
            </a:lvl2pPr>
            <a:lvl3pPr>
              <a:defRPr sz="1600" kern="0"/>
            </a:lvl3pPr>
            <a:lvl4pPr>
              <a:defRPr sz="1600" kern="0"/>
            </a:lvl4pPr>
            <a:lvl5pPr marL="461963" indent="-231775">
              <a:buClr>
                <a:schemeClr val="tx2"/>
              </a:buClr>
              <a:buFont typeface="Arial" panose="020B0604020202020204" pitchFamily="34" charset="0"/>
              <a:buChar char="-"/>
              <a:defRPr sz="1600" kern="0"/>
            </a:lvl5pPr>
            <a:lvl7pPr>
              <a:defRPr sz="1600"/>
            </a:lvl7pPr>
            <a:lvl8pPr>
              <a:defRPr sz="1600"/>
            </a:lvl8pPr>
            <a:lvl9pPr marL="1090613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rgbClr val="00338D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E130E5C8-8660-4D01-AD3B-CEEFB37F753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211400" y="1322388"/>
            <a:ext cx="1899657" cy="4554538"/>
          </a:xfrm>
          <a:solidFill>
            <a:srgbClr val="E5E5E5"/>
          </a:solidFill>
        </p:spPr>
        <p:txBody>
          <a:bodyPr lIns="91440" tIns="1005840" rIns="91440"/>
          <a:lstStyle>
            <a:lvl1pPr>
              <a:defRPr sz="1600" b="1" spc="0"/>
            </a:lvl1pPr>
            <a:lvl2pPr>
              <a:defRPr sz="1600" b="0"/>
            </a:lvl2pPr>
            <a:lvl3pPr>
              <a:defRPr sz="1600" kern="0"/>
            </a:lvl3pPr>
            <a:lvl4pPr>
              <a:defRPr sz="1600" kern="0"/>
            </a:lvl4pPr>
            <a:lvl5pPr marL="461963" indent="-231775">
              <a:buClr>
                <a:schemeClr val="tx2"/>
              </a:buClr>
              <a:buFont typeface="Arial" panose="020B0604020202020204" pitchFamily="34" charset="0"/>
              <a:buChar char="-"/>
              <a:defRPr sz="1600" kern="0"/>
            </a:lvl5pPr>
            <a:lvl7pPr>
              <a:defRPr sz="1600"/>
            </a:lvl7pPr>
            <a:lvl8pPr>
              <a:defRPr sz="1600"/>
            </a:lvl8pPr>
            <a:lvl9pPr marL="1090613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rgbClr val="00338D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F404CCF0-6C3D-42EE-9F8D-FE237FEEB13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280798" y="1322388"/>
            <a:ext cx="1899657" cy="4554538"/>
          </a:xfrm>
          <a:solidFill>
            <a:srgbClr val="E5E5E5"/>
          </a:solidFill>
        </p:spPr>
        <p:txBody>
          <a:bodyPr lIns="91440" tIns="1005840" rIns="91440"/>
          <a:lstStyle>
            <a:lvl1pPr>
              <a:defRPr sz="1600" b="1" spc="0"/>
            </a:lvl1pPr>
            <a:lvl2pPr>
              <a:defRPr sz="1600" b="0"/>
            </a:lvl2pPr>
            <a:lvl3pPr>
              <a:defRPr sz="1600" kern="0"/>
            </a:lvl3pPr>
            <a:lvl4pPr>
              <a:defRPr sz="1600" kern="0"/>
            </a:lvl4pPr>
            <a:lvl5pPr marL="461963" indent="-231775">
              <a:buClr>
                <a:schemeClr val="tx2"/>
              </a:buClr>
              <a:buFont typeface="Arial" panose="020B0604020202020204" pitchFamily="34" charset="0"/>
              <a:buChar char="-"/>
              <a:defRPr sz="1600" kern="0"/>
            </a:lvl5pPr>
            <a:lvl7pPr>
              <a:defRPr sz="1600"/>
            </a:lvl7pPr>
            <a:lvl8pPr>
              <a:defRPr sz="1600"/>
            </a:lvl8pPr>
            <a:lvl9pPr marL="1090613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rgbClr val="00338D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A7138E-6EE9-4E16-AB30-D7C7DA3DCEF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98538" y="1630363"/>
            <a:ext cx="1906587" cy="563562"/>
          </a:xfrm>
          <a:solidFill>
            <a:srgbClr val="1E49E2"/>
          </a:solidFill>
        </p:spPr>
        <p:txBody>
          <a:bodyPr anchor="ctr"/>
          <a:lstStyle>
            <a:lvl1pPr algn="ctr">
              <a:defRPr sz="1600" b="1" kern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E652417-F61A-4ABE-AAED-E30436B90B1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073464" y="1630363"/>
            <a:ext cx="1906587" cy="563562"/>
          </a:xfrm>
          <a:solidFill>
            <a:schemeClr val="tx2"/>
          </a:solidFill>
        </p:spPr>
        <p:txBody>
          <a:bodyPr anchor="ctr"/>
          <a:lstStyle>
            <a:lvl1pPr algn="ctr">
              <a:defRPr sz="1600" b="1" kern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31218554-B99A-45E3-9AE4-434D8CA5AD2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40699" y="1630363"/>
            <a:ext cx="1906587" cy="563562"/>
          </a:xfrm>
          <a:solidFill>
            <a:schemeClr val="accent4"/>
          </a:solidFill>
        </p:spPr>
        <p:txBody>
          <a:bodyPr anchor="ctr"/>
          <a:lstStyle>
            <a:lvl1pPr algn="ctr">
              <a:defRPr sz="1600" b="1" kern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BFCA38BE-76B7-4635-8179-9D7DD99CD97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207934" y="1630363"/>
            <a:ext cx="1906587" cy="563562"/>
          </a:xfrm>
          <a:solidFill>
            <a:schemeClr val="accent3"/>
          </a:solidFill>
        </p:spPr>
        <p:txBody>
          <a:bodyPr anchor="ctr"/>
          <a:lstStyle>
            <a:lvl1pPr algn="ctr">
              <a:defRPr sz="1600" b="1" kern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D2020005-E0B8-4233-8022-8AC559F11D2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280798" y="1630363"/>
            <a:ext cx="1906587" cy="563562"/>
          </a:xfrm>
          <a:solidFill>
            <a:schemeClr val="accent1"/>
          </a:solidFill>
        </p:spPr>
        <p:txBody>
          <a:bodyPr anchor="ctr"/>
          <a:lstStyle>
            <a:lvl1pPr algn="ctr">
              <a:defRPr sz="1600" b="1" kern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9254830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96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d Box with Icon and Center Tex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919862B5-E58D-4F98-8070-F04E6659AC38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3346" y="1330325"/>
            <a:ext cx="4967685" cy="2132614"/>
          </a:xfrm>
          <a:custGeom>
            <a:avLst/>
            <a:gdLst>
              <a:gd name="connsiteX0" fmla="*/ 0 w 4967685"/>
              <a:gd name="connsiteY0" fmla="*/ 0 h 2132614"/>
              <a:gd name="connsiteX1" fmla="*/ 4967685 w 4967685"/>
              <a:gd name="connsiteY1" fmla="*/ 0 h 2132614"/>
              <a:gd name="connsiteX2" fmla="*/ 4967685 w 4967685"/>
              <a:gd name="connsiteY2" fmla="*/ 1013538 h 2132614"/>
              <a:gd name="connsiteX3" fmla="*/ 3364916 w 4967685"/>
              <a:gd name="connsiteY3" fmla="*/ 1013538 h 2132614"/>
              <a:gd name="connsiteX4" fmla="*/ 3364916 w 4967685"/>
              <a:gd name="connsiteY4" fmla="*/ 2132614 h 2132614"/>
              <a:gd name="connsiteX5" fmla="*/ 0 w 4967685"/>
              <a:gd name="connsiteY5" fmla="*/ 2132614 h 2132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67685" h="2132614">
                <a:moveTo>
                  <a:pt x="0" y="0"/>
                </a:moveTo>
                <a:lnTo>
                  <a:pt x="4967685" y="0"/>
                </a:lnTo>
                <a:lnTo>
                  <a:pt x="4967685" y="1013538"/>
                </a:lnTo>
                <a:lnTo>
                  <a:pt x="3364916" y="1013538"/>
                </a:lnTo>
                <a:lnTo>
                  <a:pt x="3364916" y="2132614"/>
                </a:lnTo>
                <a:lnTo>
                  <a:pt x="0" y="213261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noFill/>
          </a:ln>
        </p:spPr>
        <p:txBody>
          <a:bodyPr wrap="square" lIns="108000" tIns="108000" rIns="1872000" bIns="108000">
            <a:noAutofit/>
          </a:bodyPr>
          <a:lstStyle>
            <a:lvl1pPr>
              <a:defRPr sz="1600">
                <a:latin typeface="+mn-lt"/>
              </a:defRPr>
            </a:lvl1pPr>
            <a:lvl2pPr>
              <a:defRPr sz="16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EEBDCDC-F212-4ED4-8D32-7B1BC919EF2D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6232260" y="1330325"/>
            <a:ext cx="4970724" cy="2132614"/>
          </a:xfrm>
          <a:custGeom>
            <a:avLst/>
            <a:gdLst>
              <a:gd name="connsiteX0" fmla="*/ 0 w 4970724"/>
              <a:gd name="connsiteY0" fmla="*/ 0 h 2132614"/>
              <a:gd name="connsiteX1" fmla="*/ 4970724 w 4970724"/>
              <a:gd name="connsiteY1" fmla="*/ 0 h 2132614"/>
              <a:gd name="connsiteX2" fmla="*/ 4970724 w 4970724"/>
              <a:gd name="connsiteY2" fmla="*/ 2132614 h 2132614"/>
              <a:gd name="connsiteX3" fmla="*/ 1602767 w 4970724"/>
              <a:gd name="connsiteY3" fmla="*/ 2132614 h 2132614"/>
              <a:gd name="connsiteX4" fmla="*/ 1602767 w 4970724"/>
              <a:gd name="connsiteY4" fmla="*/ 1013538 h 2132614"/>
              <a:gd name="connsiteX5" fmla="*/ 0 w 4970724"/>
              <a:gd name="connsiteY5" fmla="*/ 1013538 h 2132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70724" h="2132614">
                <a:moveTo>
                  <a:pt x="0" y="0"/>
                </a:moveTo>
                <a:lnTo>
                  <a:pt x="4970724" y="0"/>
                </a:lnTo>
                <a:lnTo>
                  <a:pt x="4970724" y="2132614"/>
                </a:lnTo>
                <a:lnTo>
                  <a:pt x="1602767" y="2132614"/>
                </a:lnTo>
                <a:lnTo>
                  <a:pt x="1602767" y="1013538"/>
                </a:lnTo>
                <a:lnTo>
                  <a:pt x="0" y="101353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noFill/>
          </a:ln>
        </p:spPr>
        <p:txBody>
          <a:bodyPr wrap="square" lIns="1872000" tIns="108000" rIns="108000" bIns="108000">
            <a:noAutofit/>
          </a:bodyPr>
          <a:lstStyle>
            <a:lvl1pPr>
              <a:defRPr sz="1600">
                <a:latin typeface="+mn-lt"/>
              </a:defRPr>
            </a:lvl1pPr>
            <a:lvl2pPr>
              <a:defRPr sz="16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E0E984E-3A85-42BD-A2C6-26D3EB300D8B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1003346" y="3747502"/>
            <a:ext cx="4967685" cy="2132614"/>
          </a:xfrm>
          <a:custGeom>
            <a:avLst/>
            <a:gdLst>
              <a:gd name="connsiteX0" fmla="*/ 0 w 4967685"/>
              <a:gd name="connsiteY0" fmla="*/ 0 h 2132614"/>
              <a:gd name="connsiteX1" fmla="*/ 3364916 w 4967685"/>
              <a:gd name="connsiteY1" fmla="*/ 0 h 2132614"/>
              <a:gd name="connsiteX2" fmla="*/ 3364916 w 4967685"/>
              <a:gd name="connsiteY2" fmla="*/ 1119077 h 2132614"/>
              <a:gd name="connsiteX3" fmla="*/ 4967685 w 4967685"/>
              <a:gd name="connsiteY3" fmla="*/ 1119077 h 2132614"/>
              <a:gd name="connsiteX4" fmla="*/ 4967685 w 4967685"/>
              <a:gd name="connsiteY4" fmla="*/ 2132614 h 2132614"/>
              <a:gd name="connsiteX5" fmla="*/ 0 w 4967685"/>
              <a:gd name="connsiteY5" fmla="*/ 2132614 h 2132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67685" h="2132614">
                <a:moveTo>
                  <a:pt x="0" y="0"/>
                </a:moveTo>
                <a:lnTo>
                  <a:pt x="3364916" y="0"/>
                </a:lnTo>
                <a:lnTo>
                  <a:pt x="3364916" y="1119077"/>
                </a:lnTo>
                <a:lnTo>
                  <a:pt x="4967685" y="1119077"/>
                </a:lnTo>
                <a:lnTo>
                  <a:pt x="4967685" y="2132614"/>
                </a:lnTo>
                <a:lnTo>
                  <a:pt x="0" y="213261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noFill/>
          </a:ln>
        </p:spPr>
        <p:txBody>
          <a:bodyPr wrap="square" lIns="108000" tIns="108000" rIns="1872000" bIns="108000">
            <a:noAutofit/>
          </a:bodyPr>
          <a:lstStyle>
            <a:lvl1pPr>
              <a:defRPr sz="1600">
                <a:latin typeface="+mn-lt"/>
              </a:defRPr>
            </a:lvl1pPr>
            <a:lvl2pPr>
              <a:defRPr sz="16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4DB6DB5B-6EBB-4E77-8ECE-2DE4424BD660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6232260" y="3747502"/>
            <a:ext cx="4970724" cy="2132614"/>
          </a:xfrm>
          <a:custGeom>
            <a:avLst/>
            <a:gdLst>
              <a:gd name="connsiteX0" fmla="*/ 1602767 w 4970724"/>
              <a:gd name="connsiteY0" fmla="*/ 0 h 2132614"/>
              <a:gd name="connsiteX1" fmla="*/ 4970724 w 4970724"/>
              <a:gd name="connsiteY1" fmla="*/ 0 h 2132614"/>
              <a:gd name="connsiteX2" fmla="*/ 4970724 w 4970724"/>
              <a:gd name="connsiteY2" fmla="*/ 2132614 h 2132614"/>
              <a:gd name="connsiteX3" fmla="*/ 0 w 4970724"/>
              <a:gd name="connsiteY3" fmla="*/ 2132614 h 2132614"/>
              <a:gd name="connsiteX4" fmla="*/ 0 w 4970724"/>
              <a:gd name="connsiteY4" fmla="*/ 1119077 h 2132614"/>
              <a:gd name="connsiteX5" fmla="*/ 1602767 w 4970724"/>
              <a:gd name="connsiteY5" fmla="*/ 1119077 h 2132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70724" h="2132614">
                <a:moveTo>
                  <a:pt x="1602767" y="0"/>
                </a:moveTo>
                <a:lnTo>
                  <a:pt x="4970724" y="0"/>
                </a:lnTo>
                <a:lnTo>
                  <a:pt x="4970724" y="2132614"/>
                </a:lnTo>
                <a:lnTo>
                  <a:pt x="0" y="2132614"/>
                </a:lnTo>
                <a:lnTo>
                  <a:pt x="0" y="1119077"/>
                </a:lnTo>
                <a:lnTo>
                  <a:pt x="1602767" y="1119077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noFill/>
          </a:ln>
        </p:spPr>
        <p:txBody>
          <a:bodyPr wrap="square" lIns="1872000" tIns="108000" rIns="108000" bIns="108000">
            <a:noAutofit/>
          </a:bodyPr>
          <a:lstStyle>
            <a:lvl1pPr>
              <a:defRPr sz="1600">
                <a:latin typeface="+mn-lt"/>
              </a:defRPr>
            </a:lvl1pPr>
            <a:lvl2pPr>
              <a:defRPr sz="16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Text Placeholder 10"/>
          <p:cNvSpPr>
            <a:spLocks noGrp="1"/>
          </p:cNvSpPr>
          <p:nvPr>
            <p:ph type="body" sz="quarter" idx="21"/>
          </p:nvPr>
        </p:nvSpPr>
        <p:spPr bwMode="gray">
          <a:xfrm>
            <a:off x="4571176" y="2546022"/>
            <a:ext cx="3049649" cy="21183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lIns="108000" tIns="108000" rIns="108000" bIns="108000" anchor="ctr" anchorCtr="1">
            <a:noAutofit/>
          </a:bodyPr>
          <a:lstStyle>
            <a:lvl1pPr algn="ctr"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1CCA206-C726-4930-8059-66751EC14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245007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Blue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1003200" y="1720713"/>
            <a:ext cx="4968000" cy="4156211"/>
          </a:xfrm>
          <a:solidFill>
            <a:schemeClr val="bg1">
              <a:lumMod val="85000"/>
            </a:schemeClr>
          </a:solidFill>
          <a:ln w="12700">
            <a:noFill/>
          </a:ln>
        </p:spPr>
        <p:txBody>
          <a:bodyPr lIns="108000" tIns="108000" rIns="108000" bIns="10800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0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1003200" y="1331913"/>
            <a:ext cx="4968000" cy="388800"/>
          </a:xfrm>
          <a:solidFill>
            <a:schemeClr val="accent2"/>
          </a:solidFill>
          <a:ln w="12700">
            <a:noFill/>
          </a:ln>
        </p:spPr>
        <p:txBody>
          <a:bodyPr lIns="108000" tIns="108000" rIns="108000" bIns="108000" anchor="ctr"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8"/>
          <p:cNvSpPr>
            <a:spLocks noGrp="1"/>
          </p:cNvSpPr>
          <p:nvPr>
            <p:ph type="body" sz="quarter" idx="21"/>
          </p:nvPr>
        </p:nvSpPr>
        <p:spPr>
          <a:xfrm>
            <a:off x="6236040" y="1720713"/>
            <a:ext cx="4968000" cy="4156211"/>
          </a:xfrm>
          <a:solidFill>
            <a:schemeClr val="bg1">
              <a:lumMod val="85000"/>
            </a:schemeClr>
          </a:solidFill>
          <a:ln w="12700">
            <a:noFill/>
          </a:ln>
        </p:spPr>
        <p:txBody>
          <a:bodyPr lIns="108000" tIns="108000" rIns="108000" bIns="10800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22"/>
          </p:nvPr>
        </p:nvSpPr>
        <p:spPr>
          <a:xfrm>
            <a:off x="6236040" y="1331913"/>
            <a:ext cx="4968000" cy="388800"/>
          </a:xfrm>
          <a:solidFill>
            <a:schemeClr val="accent2"/>
          </a:solidFill>
          <a:ln w="12700">
            <a:noFill/>
          </a:ln>
        </p:spPr>
        <p:txBody>
          <a:bodyPr lIns="108000" tIns="108000" rIns="108000" bIns="108000" anchor="ctr"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C76913D-77B2-43C9-9A9E-B86D68E16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307902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Quad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1003200" y="1720714"/>
            <a:ext cx="4968000" cy="1746205"/>
          </a:xfrm>
          <a:solidFill>
            <a:schemeClr val="bg1">
              <a:lumMod val="85000"/>
            </a:schemeClr>
          </a:solidFill>
          <a:ln w="12700">
            <a:noFill/>
          </a:ln>
        </p:spPr>
        <p:txBody>
          <a:bodyPr lIns="108000" tIns="108000" rIns="108000" bIns="10800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1003200" y="1331913"/>
            <a:ext cx="4968000" cy="388800"/>
          </a:xfrm>
          <a:solidFill>
            <a:schemeClr val="accent2"/>
          </a:solidFill>
          <a:ln w="12700">
            <a:noFill/>
          </a:ln>
        </p:spPr>
        <p:txBody>
          <a:bodyPr lIns="108000" tIns="108000" rIns="108000" bIns="108000" anchor="ctr"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21"/>
          </p:nvPr>
        </p:nvSpPr>
        <p:spPr>
          <a:xfrm>
            <a:off x="6236040" y="1720714"/>
            <a:ext cx="4968000" cy="1746205"/>
          </a:xfrm>
          <a:solidFill>
            <a:schemeClr val="bg1">
              <a:lumMod val="85000"/>
            </a:schemeClr>
          </a:solidFill>
          <a:ln w="12700">
            <a:noFill/>
          </a:ln>
        </p:spPr>
        <p:txBody>
          <a:bodyPr lIns="108000" tIns="108000" rIns="108000" bIns="10800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22"/>
          </p:nvPr>
        </p:nvSpPr>
        <p:spPr>
          <a:xfrm>
            <a:off x="6236040" y="1331913"/>
            <a:ext cx="4968000" cy="388800"/>
          </a:xfrm>
          <a:solidFill>
            <a:schemeClr val="accent2"/>
          </a:solidFill>
          <a:ln w="12700">
            <a:noFill/>
          </a:ln>
        </p:spPr>
        <p:txBody>
          <a:bodyPr lIns="108000" tIns="108000" rIns="108000" bIns="108000" anchor="ctr"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8"/>
          <p:cNvSpPr>
            <a:spLocks noGrp="1"/>
          </p:cNvSpPr>
          <p:nvPr>
            <p:ph type="body" sz="quarter" idx="23"/>
          </p:nvPr>
        </p:nvSpPr>
        <p:spPr>
          <a:xfrm>
            <a:off x="1003200" y="4130720"/>
            <a:ext cx="4968000" cy="1746205"/>
          </a:xfrm>
          <a:solidFill>
            <a:schemeClr val="bg1">
              <a:lumMod val="85000"/>
            </a:schemeClr>
          </a:solidFill>
          <a:ln w="12700">
            <a:noFill/>
          </a:ln>
        </p:spPr>
        <p:txBody>
          <a:bodyPr lIns="108000" tIns="108000" rIns="108000" bIns="10800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24"/>
          </p:nvPr>
        </p:nvSpPr>
        <p:spPr>
          <a:xfrm>
            <a:off x="1003200" y="3741920"/>
            <a:ext cx="4968000" cy="388800"/>
          </a:xfrm>
          <a:solidFill>
            <a:schemeClr val="accent2"/>
          </a:solidFill>
          <a:ln w="12700">
            <a:noFill/>
          </a:ln>
        </p:spPr>
        <p:txBody>
          <a:bodyPr lIns="108000" tIns="108000" rIns="108000" bIns="108000" anchor="ctr"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8"/>
          <p:cNvSpPr>
            <a:spLocks noGrp="1"/>
          </p:cNvSpPr>
          <p:nvPr>
            <p:ph type="body" sz="quarter" idx="25"/>
          </p:nvPr>
        </p:nvSpPr>
        <p:spPr>
          <a:xfrm>
            <a:off x="6236040" y="4130720"/>
            <a:ext cx="4968000" cy="1746205"/>
          </a:xfrm>
          <a:solidFill>
            <a:schemeClr val="bg1">
              <a:lumMod val="85000"/>
            </a:schemeClr>
          </a:solidFill>
          <a:ln w="12700">
            <a:noFill/>
          </a:ln>
        </p:spPr>
        <p:txBody>
          <a:bodyPr lIns="108000" tIns="108000" rIns="108000" bIns="10800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4" name="Text Placeholder 8"/>
          <p:cNvSpPr>
            <a:spLocks noGrp="1"/>
          </p:cNvSpPr>
          <p:nvPr>
            <p:ph type="body" sz="quarter" idx="26"/>
          </p:nvPr>
        </p:nvSpPr>
        <p:spPr>
          <a:xfrm>
            <a:off x="6236040" y="3741920"/>
            <a:ext cx="4968000" cy="388800"/>
          </a:xfrm>
          <a:solidFill>
            <a:schemeClr val="accent2"/>
          </a:solidFill>
          <a:ln w="12700">
            <a:noFill/>
          </a:ln>
        </p:spPr>
        <p:txBody>
          <a:bodyPr lIns="108000" tIns="108000" rIns="108000" bIns="108000" anchor="ctr"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EF8E881-FC4C-4F00-9389-FF3C71D7C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346971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79D65585-570B-4F7D-B4BC-0F7CFAF52BAF}"/>
              </a:ext>
            </a:extLst>
          </p:cNvPr>
          <p:cNvSpPr>
            <a:spLocks noChangeAspect="1"/>
          </p:cNvSpPr>
          <p:nvPr userDrawn="1"/>
        </p:nvSpPr>
        <p:spPr>
          <a:xfrm>
            <a:off x="998476" y="971550"/>
            <a:ext cx="7061787" cy="4943250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accent5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endParaRPr lang="en-US" sz="8800" baseline="0">
              <a:solidFill>
                <a:schemeClr val="bg1"/>
              </a:solidFill>
              <a:latin typeface="KPMG Bold" panose="020B0803030202040204" pitchFamily="34" charset="0"/>
              <a:ea typeface="+mj-ea"/>
              <a:cs typeface="+mj-cs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07C0B89-7E09-423B-A068-1AF6A41E8C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9860" y="2398601"/>
            <a:ext cx="5252400" cy="2367199"/>
          </a:xfrm>
          <a:noFill/>
        </p:spPr>
        <p:txBody>
          <a:bodyPr lIns="0" tIns="0" rIns="0" bIns="0" anchor="t" anchorCtr="0"/>
          <a:lstStyle>
            <a:lvl1pPr algn="l">
              <a:defRPr sz="8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BE67C5C-769B-4AEA-A1B7-EFD4A3AA239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9860" y="4985095"/>
            <a:ext cx="5252400" cy="569387"/>
          </a:xfrm>
        </p:spPr>
        <p:txBody>
          <a:bodyPr wrap="square" anchor="b">
            <a:sp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E8B0BD-68A6-4AD8-A640-99B893F063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89860" y="1140069"/>
            <a:ext cx="1082675" cy="812530"/>
          </a:xfrm>
        </p:spPr>
        <p:txBody>
          <a:bodyPr>
            <a:spAutoFit/>
          </a:bodyPr>
          <a:lstStyle>
            <a:lvl1pPr>
              <a:lnSpc>
                <a:spcPct val="80000"/>
              </a:lnSpc>
              <a:defRPr lang="en-US" sz="6600" kern="120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358829231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2">
    <p:bg>
      <p:bgPr>
        <a:gradFill flip="none" rotWithShape="1">
          <a:gsLst>
            <a:gs pos="0">
              <a:schemeClr val="accent5"/>
            </a:gs>
            <a:gs pos="100000">
              <a:schemeClr val="accent1"/>
            </a:gs>
          </a:gsLst>
          <a:lin ang="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BAF31653-DA95-4567-9106-71E1E49BA627}"/>
              </a:ext>
            </a:extLst>
          </p:cNvPr>
          <p:cNvSpPr>
            <a:spLocks noChangeAspect="1"/>
          </p:cNvSpPr>
          <p:nvPr userDrawn="1"/>
        </p:nvSpPr>
        <p:spPr>
          <a:xfrm>
            <a:off x="998476" y="971550"/>
            <a:ext cx="7061787" cy="4943250"/>
          </a:xfrm>
          <a:prstGeom prst="rect">
            <a:avLst/>
          </a:prstGeom>
          <a:gradFill>
            <a:gsLst>
              <a:gs pos="100000">
                <a:srgbClr val="ACEAFF"/>
              </a:gs>
              <a:gs pos="0">
                <a:schemeClr val="accent4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endParaRPr lang="en-US" sz="8800" baseline="0">
              <a:solidFill>
                <a:schemeClr val="bg1"/>
              </a:solidFill>
              <a:latin typeface="KPMG Bold" panose="020B0803030202040204" pitchFamily="34" charset="0"/>
              <a:ea typeface="+mj-ea"/>
              <a:cs typeface="+mj-cs"/>
            </a:endParaRPr>
          </a:p>
        </p:txBody>
      </p:sp>
      <p:sp>
        <p:nvSpPr>
          <p:cNvPr id="60" name="Text Placeholder 3">
            <a:extLst>
              <a:ext uri="{FF2B5EF4-FFF2-40B4-BE49-F238E27FC236}">
                <a16:creationId xmlns:a16="http://schemas.microsoft.com/office/drawing/2014/main" id="{2925CE2F-8945-49DE-BCC2-8BCACF480E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89860" y="4985095"/>
            <a:ext cx="5252400" cy="569387"/>
          </a:xfrm>
        </p:spPr>
        <p:txBody>
          <a:bodyPr wrap="square" anchor="b">
            <a:spAutoFit/>
          </a:bodyPr>
          <a:lstStyle>
            <a:lvl1pPr>
              <a:defRPr sz="1600">
                <a:solidFill>
                  <a:schemeClr val="accent2"/>
                </a:solidFill>
              </a:defRPr>
            </a:lvl1pPr>
            <a:lvl2pPr>
              <a:defRPr sz="1600">
                <a:solidFill>
                  <a:schemeClr val="accent2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1" name="Text Placeholder 3">
            <a:extLst>
              <a:ext uri="{FF2B5EF4-FFF2-40B4-BE49-F238E27FC236}">
                <a16:creationId xmlns:a16="http://schemas.microsoft.com/office/drawing/2014/main" id="{C346F2F1-AF73-4284-8702-745152AF539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89860" y="1140069"/>
            <a:ext cx="1082675" cy="812530"/>
          </a:xfrm>
        </p:spPr>
        <p:txBody>
          <a:bodyPr>
            <a:spAutoFit/>
          </a:bodyPr>
          <a:lstStyle>
            <a:lvl1pPr>
              <a:lnSpc>
                <a:spcPct val="80000"/>
              </a:lnSpc>
              <a:defRPr lang="en-US" sz="660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07C0B89-7E09-423B-A068-1AF6A41E8C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9860" y="2398601"/>
            <a:ext cx="5252400" cy="2367199"/>
          </a:xfrm>
          <a:noFill/>
        </p:spPr>
        <p:txBody>
          <a:bodyPr lIns="0" tIns="0" rIns="0" bIns="0" anchor="t" anchorCtr="0"/>
          <a:lstStyle>
            <a:lvl1pPr algn="l">
              <a:defRPr sz="800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9308959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EA87A788-0BF5-4419-BCFC-809F6D2E93AA}"/>
              </a:ext>
            </a:extLst>
          </p:cNvPr>
          <p:cNvSpPr>
            <a:spLocks noChangeAspect="1"/>
          </p:cNvSpPr>
          <p:nvPr userDrawn="1"/>
        </p:nvSpPr>
        <p:spPr>
          <a:xfrm>
            <a:off x="998476" y="971550"/>
            <a:ext cx="7061787" cy="4943250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rgbClr val="ACEAFF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endParaRPr lang="en-US" sz="8800" baseline="0">
              <a:solidFill>
                <a:schemeClr val="bg1"/>
              </a:solidFill>
              <a:latin typeface="KPMG Bold" panose="020B0803030202040204" pitchFamily="34" charset="0"/>
              <a:ea typeface="+mj-ea"/>
              <a:cs typeface="+mj-cs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07C0B89-7E09-423B-A068-1AF6A41E8C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9860" y="2398601"/>
            <a:ext cx="5252400" cy="2367199"/>
          </a:xfrm>
          <a:noFill/>
        </p:spPr>
        <p:txBody>
          <a:bodyPr lIns="0" tIns="0" rIns="0" bIns="0" anchor="t" anchorCtr="0"/>
          <a:lstStyle>
            <a:lvl1pPr algn="l">
              <a:defRPr sz="800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0" name="Text Placeholder 3">
            <a:extLst>
              <a:ext uri="{FF2B5EF4-FFF2-40B4-BE49-F238E27FC236}">
                <a16:creationId xmlns:a16="http://schemas.microsoft.com/office/drawing/2014/main" id="{5F7723F4-8321-43A3-962F-3DEEE5C6DE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89860" y="4985095"/>
            <a:ext cx="5252400" cy="569387"/>
          </a:xfrm>
        </p:spPr>
        <p:txBody>
          <a:bodyPr wrap="square" anchor="b">
            <a:spAutoFit/>
          </a:bodyPr>
          <a:lstStyle>
            <a:lvl1pPr>
              <a:defRPr sz="1600">
                <a:solidFill>
                  <a:schemeClr val="accent2"/>
                </a:solidFill>
              </a:defRPr>
            </a:lvl1pPr>
            <a:lvl2pPr>
              <a:defRPr sz="1600">
                <a:solidFill>
                  <a:schemeClr val="accent2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1" name="Text Placeholder 3">
            <a:extLst>
              <a:ext uri="{FF2B5EF4-FFF2-40B4-BE49-F238E27FC236}">
                <a16:creationId xmlns:a16="http://schemas.microsoft.com/office/drawing/2014/main" id="{17B18B8B-EB09-48D8-AC31-3A9DFAC0B7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89860" y="1140069"/>
            <a:ext cx="1082675" cy="812530"/>
          </a:xfrm>
        </p:spPr>
        <p:txBody>
          <a:bodyPr>
            <a:spAutoFit/>
          </a:bodyPr>
          <a:lstStyle>
            <a:lvl1pPr>
              <a:lnSpc>
                <a:spcPct val="80000"/>
              </a:lnSpc>
              <a:defRPr lang="en-US" sz="660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380518917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ack Cover dark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F36415CC-18EE-44C6-AA6A-0C70BEB381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1301" y="4240696"/>
            <a:ext cx="5748399" cy="1854200"/>
          </a:xfrm>
        </p:spPr>
        <p:txBody>
          <a:bodyPr anchor="b"/>
          <a:lstStyle>
            <a:lvl1pPr>
              <a:spcAft>
                <a:spcPts val="1000"/>
              </a:spcAft>
              <a:defRPr lang="en-US" sz="900" b="0" kern="1200" dirty="0" smtClean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>
              <a:spcAft>
                <a:spcPts val="1000"/>
              </a:spcAft>
              <a:defRPr sz="900" b="0">
                <a:solidFill>
                  <a:schemeClr val="tx1"/>
                </a:solidFill>
              </a:defRPr>
            </a:lvl2pPr>
          </a:lstStyle>
          <a:p>
            <a:pPr marL="0" lvl="0" indent="0" algn="l" defTabSz="68576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68576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en-US"/>
              <a:t>Second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F1A20F0E-1C86-4DC6-957F-6F65AC8C2E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41301" y="3935061"/>
            <a:ext cx="3215651" cy="119064"/>
          </a:xfrm>
        </p:spPr>
        <p:txBody>
          <a:bodyPr/>
          <a:lstStyle>
            <a:lvl1pPr>
              <a:buFontTx/>
              <a:buNone/>
              <a:defRPr sz="1100" b="1">
                <a:solidFill>
                  <a:schemeClr val="tx2"/>
                </a:solidFill>
              </a:defRPr>
            </a:lvl1pPr>
            <a:lvl2pPr>
              <a:buFontTx/>
              <a:buNone/>
              <a:defRPr sz="900" b="0">
                <a:solidFill>
                  <a:schemeClr val="bg1">
                    <a:lumMod val="65000"/>
                  </a:schemeClr>
                </a:solidFill>
              </a:defRPr>
            </a:lvl2pPr>
            <a:lvl3pPr marL="0" indent="0">
              <a:buFontTx/>
              <a:buNone/>
              <a:defRPr sz="900" b="0">
                <a:solidFill>
                  <a:schemeClr val="bg1">
                    <a:lumMod val="65000"/>
                  </a:schemeClr>
                </a:solidFill>
              </a:defRPr>
            </a:lvl3pPr>
            <a:lvl4pPr marL="345600" indent="0">
              <a:buFontTx/>
              <a:buNone/>
              <a:defRPr sz="900" b="0">
                <a:solidFill>
                  <a:schemeClr val="bg1">
                    <a:lumMod val="65000"/>
                  </a:schemeClr>
                </a:solidFill>
              </a:defRPr>
            </a:lvl4pPr>
            <a:lvl5pPr marL="540000" indent="0">
              <a:buFontTx/>
              <a:buNone/>
              <a:defRPr sz="900" b="0">
                <a:solidFill>
                  <a:schemeClr val="bg1">
                    <a:lumMod val="6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F4182B8-7E62-44CE-AE54-C464674E18B6}"/>
              </a:ext>
            </a:extLst>
          </p:cNvPr>
          <p:cNvGrpSpPr/>
          <p:nvPr userDrawn="1"/>
        </p:nvGrpSpPr>
        <p:grpSpPr>
          <a:xfrm>
            <a:off x="750811" y="3494012"/>
            <a:ext cx="2035175" cy="373163"/>
            <a:chOff x="1584001" y="2682350"/>
            <a:chExt cx="2094546" cy="384049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25DDC481-4310-4B64-9A5D-208CF9409FE8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24335"/>
            <a:stretch/>
          </p:blipFill>
          <p:spPr>
            <a:xfrm>
              <a:off x="1584001" y="2682350"/>
              <a:ext cx="1273500" cy="384049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66404136-6381-48A3-932A-AC26BF01783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276023" y="2682350"/>
              <a:ext cx="402524" cy="384049"/>
            </a:xfrm>
            <a:prstGeom prst="rect">
              <a:avLst/>
            </a:prstGeom>
          </p:spPr>
        </p:pic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B824263-AD0D-4152-BFED-1CCF21CB8F58}"/>
                </a:ext>
              </a:extLst>
            </p:cNvPr>
            <p:cNvGrpSpPr/>
            <p:nvPr userDrawn="1"/>
          </p:nvGrpSpPr>
          <p:grpSpPr>
            <a:xfrm>
              <a:off x="2867305" y="2682351"/>
              <a:ext cx="383774" cy="383774"/>
              <a:chOff x="3296507" y="2682351"/>
              <a:chExt cx="383774" cy="383774"/>
            </a:xfrm>
          </p:grpSpPr>
          <p:sp>
            <p:nvSpPr>
              <p:cNvPr id="19" name="Freeform 5">
                <a:extLst>
                  <a:ext uri="{FF2B5EF4-FFF2-40B4-BE49-F238E27FC236}">
                    <a16:creationId xmlns:a16="http://schemas.microsoft.com/office/drawing/2014/main" id="{F49B6BE1-732C-47F7-8AC3-AD41EB4E311F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3296507" y="2682351"/>
                <a:ext cx="383774" cy="383774"/>
              </a:xfrm>
              <a:custGeom>
                <a:avLst/>
                <a:gdLst>
                  <a:gd name="T0" fmla="*/ 1008 w 2016"/>
                  <a:gd name="T1" fmla="*/ 182 h 2016"/>
                  <a:gd name="T2" fmla="*/ 1415 w 2016"/>
                  <a:gd name="T3" fmla="*/ 188 h 2016"/>
                  <a:gd name="T4" fmla="*/ 1602 w 2016"/>
                  <a:gd name="T5" fmla="*/ 222 h 2016"/>
                  <a:gd name="T6" fmla="*/ 1718 w 2016"/>
                  <a:gd name="T7" fmla="*/ 298 h 2016"/>
                  <a:gd name="T8" fmla="*/ 1794 w 2016"/>
                  <a:gd name="T9" fmla="*/ 414 h 2016"/>
                  <a:gd name="T10" fmla="*/ 1828 w 2016"/>
                  <a:gd name="T11" fmla="*/ 601 h 2016"/>
                  <a:gd name="T12" fmla="*/ 1834 w 2016"/>
                  <a:gd name="T13" fmla="*/ 1008 h 2016"/>
                  <a:gd name="T14" fmla="*/ 1828 w 2016"/>
                  <a:gd name="T15" fmla="*/ 1415 h 2016"/>
                  <a:gd name="T16" fmla="*/ 1794 w 2016"/>
                  <a:gd name="T17" fmla="*/ 1602 h 2016"/>
                  <a:gd name="T18" fmla="*/ 1718 w 2016"/>
                  <a:gd name="T19" fmla="*/ 1718 h 2016"/>
                  <a:gd name="T20" fmla="*/ 1602 w 2016"/>
                  <a:gd name="T21" fmla="*/ 1794 h 2016"/>
                  <a:gd name="T22" fmla="*/ 1415 w 2016"/>
                  <a:gd name="T23" fmla="*/ 1828 h 2016"/>
                  <a:gd name="T24" fmla="*/ 1008 w 2016"/>
                  <a:gd name="T25" fmla="*/ 1834 h 2016"/>
                  <a:gd name="T26" fmla="*/ 601 w 2016"/>
                  <a:gd name="T27" fmla="*/ 1828 h 2016"/>
                  <a:gd name="T28" fmla="*/ 414 w 2016"/>
                  <a:gd name="T29" fmla="*/ 1794 h 2016"/>
                  <a:gd name="T30" fmla="*/ 298 w 2016"/>
                  <a:gd name="T31" fmla="*/ 1718 h 2016"/>
                  <a:gd name="T32" fmla="*/ 222 w 2016"/>
                  <a:gd name="T33" fmla="*/ 1602 h 2016"/>
                  <a:gd name="T34" fmla="*/ 188 w 2016"/>
                  <a:gd name="T35" fmla="*/ 1415 h 2016"/>
                  <a:gd name="T36" fmla="*/ 182 w 2016"/>
                  <a:gd name="T37" fmla="*/ 1008 h 2016"/>
                  <a:gd name="T38" fmla="*/ 188 w 2016"/>
                  <a:gd name="T39" fmla="*/ 601 h 2016"/>
                  <a:gd name="T40" fmla="*/ 222 w 2016"/>
                  <a:gd name="T41" fmla="*/ 414 h 2016"/>
                  <a:gd name="T42" fmla="*/ 298 w 2016"/>
                  <a:gd name="T43" fmla="*/ 298 h 2016"/>
                  <a:gd name="T44" fmla="*/ 414 w 2016"/>
                  <a:gd name="T45" fmla="*/ 222 h 2016"/>
                  <a:gd name="T46" fmla="*/ 601 w 2016"/>
                  <a:gd name="T47" fmla="*/ 188 h 2016"/>
                  <a:gd name="T48" fmla="*/ 1008 w 2016"/>
                  <a:gd name="T49" fmla="*/ 182 h 2016"/>
                  <a:gd name="T50" fmla="*/ 1008 w 2016"/>
                  <a:gd name="T51" fmla="*/ 0 h 2016"/>
                  <a:gd name="T52" fmla="*/ 593 w 2016"/>
                  <a:gd name="T53" fmla="*/ 6 h 2016"/>
                  <a:gd name="T54" fmla="*/ 348 w 2016"/>
                  <a:gd name="T55" fmla="*/ 53 h 2016"/>
                  <a:gd name="T56" fmla="*/ 169 w 2016"/>
                  <a:gd name="T57" fmla="*/ 169 h 2016"/>
                  <a:gd name="T58" fmla="*/ 53 w 2016"/>
                  <a:gd name="T59" fmla="*/ 348 h 2016"/>
                  <a:gd name="T60" fmla="*/ 6 w 2016"/>
                  <a:gd name="T61" fmla="*/ 593 h 2016"/>
                  <a:gd name="T62" fmla="*/ 0 w 2016"/>
                  <a:gd name="T63" fmla="*/ 1008 h 2016"/>
                  <a:gd name="T64" fmla="*/ 6 w 2016"/>
                  <a:gd name="T65" fmla="*/ 1423 h 2016"/>
                  <a:gd name="T66" fmla="*/ 53 w 2016"/>
                  <a:gd name="T67" fmla="*/ 1668 h 2016"/>
                  <a:gd name="T68" fmla="*/ 169 w 2016"/>
                  <a:gd name="T69" fmla="*/ 1847 h 2016"/>
                  <a:gd name="T70" fmla="*/ 348 w 2016"/>
                  <a:gd name="T71" fmla="*/ 1963 h 2016"/>
                  <a:gd name="T72" fmla="*/ 593 w 2016"/>
                  <a:gd name="T73" fmla="*/ 2010 h 2016"/>
                  <a:gd name="T74" fmla="*/ 1008 w 2016"/>
                  <a:gd name="T75" fmla="*/ 2016 h 2016"/>
                  <a:gd name="T76" fmla="*/ 1423 w 2016"/>
                  <a:gd name="T77" fmla="*/ 2010 h 2016"/>
                  <a:gd name="T78" fmla="*/ 1668 w 2016"/>
                  <a:gd name="T79" fmla="*/ 1963 h 2016"/>
                  <a:gd name="T80" fmla="*/ 1847 w 2016"/>
                  <a:gd name="T81" fmla="*/ 1847 h 2016"/>
                  <a:gd name="T82" fmla="*/ 1963 w 2016"/>
                  <a:gd name="T83" fmla="*/ 1668 h 2016"/>
                  <a:gd name="T84" fmla="*/ 2010 w 2016"/>
                  <a:gd name="T85" fmla="*/ 1423 h 2016"/>
                  <a:gd name="T86" fmla="*/ 2016 w 2016"/>
                  <a:gd name="T87" fmla="*/ 1008 h 2016"/>
                  <a:gd name="T88" fmla="*/ 2010 w 2016"/>
                  <a:gd name="T89" fmla="*/ 593 h 2016"/>
                  <a:gd name="T90" fmla="*/ 1963 w 2016"/>
                  <a:gd name="T91" fmla="*/ 348 h 2016"/>
                  <a:gd name="T92" fmla="*/ 1847 w 2016"/>
                  <a:gd name="T93" fmla="*/ 169 h 2016"/>
                  <a:gd name="T94" fmla="*/ 1668 w 2016"/>
                  <a:gd name="T95" fmla="*/ 53 h 2016"/>
                  <a:gd name="T96" fmla="*/ 1423 w 2016"/>
                  <a:gd name="T97" fmla="*/ 6 h 2016"/>
                  <a:gd name="T98" fmla="*/ 1008 w 2016"/>
                  <a:gd name="T99" fmla="*/ 0 h 20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2016" h="2016">
                    <a:moveTo>
                      <a:pt x="1008" y="182"/>
                    </a:moveTo>
                    <a:cubicBezTo>
                      <a:pt x="1277" y="182"/>
                      <a:pt x="1309" y="183"/>
                      <a:pt x="1415" y="188"/>
                    </a:cubicBezTo>
                    <a:cubicBezTo>
                      <a:pt x="1513" y="192"/>
                      <a:pt x="1567" y="209"/>
                      <a:pt x="1602" y="222"/>
                    </a:cubicBezTo>
                    <a:cubicBezTo>
                      <a:pt x="1649" y="241"/>
                      <a:pt x="1683" y="263"/>
                      <a:pt x="1718" y="298"/>
                    </a:cubicBezTo>
                    <a:cubicBezTo>
                      <a:pt x="1753" y="333"/>
                      <a:pt x="1775" y="367"/>
                      <a:pt x="1794" y="414"/>
                    </a:cubicBezTo>
                    <a:cubicBezTo>
                      <a:pt x="1807" y="449"/>
                      <a:pt x="1824" y="503"/>
                      <a:pt x="1828" y="601"/>
                    </a:cubicBezTo>
                    <a:cubicBezTo>
                      <a:pt x="1833" y="707"/>
                      <a:pt x="1834" y="739"/>
                      <a:pt x="1834" y="1008"/>
                    </a:cubicBezTo>
                    <a:cubicBezTo>
                      <a:pt x="1834" y="1277"/>
                      <a:pt x="1833" y="1309"/>
                      <a:pt x="1828" y="1415"/>
                    </a:cubicBezTo>
                    <a:cubicBezTo>
                      <a:pt x="1824" y="1513"/>
                      <a:pt x="1807" y="1567"/>
                      <a:pt x="1794" y="1602"/>
                    </a:cubicBezTo>
                    <a:cubicBezTo>
                      <a:pt x="1775" y="1649"/>
                      <a:pt x="1753" y="1683"/>
                      <a:pt x="1718" y="1718"/>
                    </a:cubicBezTo>
                    <a:cubicBezTo>
                      <a:pt x="1683" y="1753"/>
                      <a:pt x="1649" y="1775"/>
                      <a:pt x="1602" y="1794"/>
                    </a:cubicBezTo>
                    <a:cubicBezTo>
                      <a:pt x="1567" y="1807"/>
                      <a:pt x="1513" y="1824"/>
                      <a:pt x="1415" y="1828"/>
                    </a:cubicBezTo>
                    <a:cubicBezTo>
                      <a:pt x="1309" y="1833"/>
                      <a:pt x="1277" y="1834"/>
                      <a:pt x="1008" y="1834"/>
                    </a:cubicBezTo>
                    <a:cubicBezTo>
                      <a:pt x="739" y="1834"/>
                      <a:pt x="707" y="1833"/>
                      <a:pt x="601" y="1828"/>
                    </a:cubicBezTo>
                    <a:cubicBezTo>
                      <a:pt x="503" y="1824"/>
                      <a:pt x="449" y="1807"/>
                      <a:pt x="414" y="1794"/>
                    </a:cubicBezTo>
                    <a:cubicBezTo>
                      <a:pt x="367" y="1775"/>
                      <a:pt x="333" y="1753"/>
                      <a:pt x="298" y="1718"/>
                    </a:cubicBezTo>
                    <a:cubicBezTo>
                      <a:pt x="263" y="1683"/>
                      <a:pt x="241" y="1649"/>
                      <a:pt x="222" y="1602"/>
                    </a:cubicBezTo>
                    <a:cubicBezTo>
                      <a:pt x="209" y="1567"/>
                      <a:pt x="192" y="1513"/>
                      <a:pt x="188" y="1415"/>
                    </a:cubicBezTo>
                    <a:cubicBezTo>
                      <a:pt x="183" y="1309"/>
                      <a:pt x="182" y="1277"/>
                      <a:pt x="182" y="1008"/>
                    </a:cubicBezTo>
                    <a:cubicBezTo>
                      <a:pt x="182" y="739"/>
                      <a:pt x="183" y="707"/>
                      <a:pt x="188" y="601"/>
                    </a:cubicBezTo>
                    <a:cubicBezTo>
                      <a:pt x="192" y="503"/>
                      <a:pt x="209" y="449"/>
                      <a:pt x="222" y="414"/>
                    </a:cubicBezTo>
                    <a:cubicBezTo>
                      <a:pt x="241" y="367"/>
                      <a:pt x="263" y="333"/>
                      <a:pt x="298" y="298"/>
                    </a:cubicBezTo>
                    <a:cubicBezTo>
                      <a:pt x="333" y="263"/>
                      <a:pt x="367" y="241"/>
                      <a:pt x="414" y="222"/>
                    </a:cubicBezTo>
                    <a:cubicBezTo>
                      <a:pt x="449" y="209"/>
                      <a:pt x="503" y="192"/>
                      <a:pt x="601" y="188"/>
                    </a:cubicBezTo>
                    <a:cubicBezTo>
                      <a:pt x="707" y="183"/>
                      <a:pt x="739" y="182"/>
                      <a:pt x="1008" y="182"/>
                    </a:cubicBezTo>
                    <a:moveTo>
                      <a:pt x="1008" y="0"/>
                    </a:moveTo>
                    <a:cubicBezTo>
                      <a:pt x="734" y="0"/>
                      <a:pt x="700" y="1"/>
                      <a:pt x="593" y="6"/>
                    </a:cubicBezTo>
                    <a:cubicBezTo>
                      <a:pt x="485" y="11"/>
                      <a:pt x="412" y="28"/>
                      <a:pt x="348" y="53"/>
                    </a:cubicBezTo>
                    <a:cubicBezTo>
                      <a:pt x="282" y="79"/>
                      <a:pt x="225" y="113"/>
                      <a:pt x="169" y="169"/>
                    </a:cubicBezTo>
                    <a:cubicBezTo>
                      <a:pt x="113" y="225"/>
                      <a:pt x="79" y="282"/>
                      <a:pt x="53" y="348"/>
                    </a:cubicBezTo>
                    <a:cubicBezTo>
                      <a:pt x="28" y="412"/>
                      <a:pt x="11" y="485"/>
                      <a:pt x="6" y="593"/>
                    </a:cubicBezTo>
                    <a:cubicBezTo>
                      <a:pt x="1" y="700"/>
                      <a:pt x="0" y="734"/>
                      <a:pt x="0" y="1008"/>
                    </a:cubicBezTo>
                    <a:cubicBezTo>
                      <a:pt x="0" y="1282"/>
                      <a:pt x="1" y="1316"/>
                      <a:pt x="6" y="1423"/>
                    </a:cubicBezTo>
                    <a:cubicBezTo>
                      <a:pt x="11" y="1531"/>
                      <a:pt x="28" y="1604"/>
                      <a:pt x="53" y="1668"/>
                    </a:cubicBezTo>
                    <a:cubicBezTo>
                      <a:pt x="79" y="1734"/>
                      <a:pt x="113" y="1791"/>
                      <a:pt x="169" y="1847"/>
                    </a:cubicBezTo>
                    <a:cubicBezTo>
                      <a:pt x="225" y="1903"/>
                      <a:pt x="282" y="1937"/>
                      <a:pt x="348" y="1963"/>
                    </a:cubicBezTo>
                    <a:cubicBezTo>
                      <a:pt x="412" y="1988"/>
                      <a:pt x="485" y="2005"/>
                      <a:pt x="593" y="2010"/>
                    </a:cubicBezTo>
                    <a:cubicBezTo>
                      <a:pt x="700" y="2015"/>
                      <a:pt x="734" y="2016"/>
                      <a:pt x="1008" y="2016"/>
                    </a:cubicBezTo>
                    <a:cubicBezTo>
                      <a:pt x="1282" y="2016"/>
                      <a:pt x="1316" y="2015"/>
                      <a:pt x="1423" y="2010"/>
                    </a:cubicBezTo>
                    <a:cubicBezTo>
                      <a:pt x="1531" y="2005"/>
                      <a:pt x="1604" y="1988"/>
                      <a:pt x="1668" y="1963"/>
                    </a:cubicBezTo>
                    <a:cubicBezTo>
                      <a:pt x="1734" y="1937"/>
                      <a:pt x="1791" y="1903"/>
                      <a:pt x="1847" y="1847"/>
                    </a:cubicBezTo>
                    <a:cubicBezTo>
                      <a:pt x="1903" y="1791"/>
                      <a:pt x="1937" y="1734"/>
                      <a:pt x="1963" y="1668"/>
                    </a:cubicBezTo>
                    <a:cubicBezTo>
                      <a:pt x="1988" y="1604"/>
                      <a:pt x="2005" y="1531"/>
                      <a:pt x="2010" y="1423"/>
                    </a:cubicBezTo>
                    <a:cubicBezTo>
                      <a:pt x="2015" y="1316"/>
                      <a:pt x="2016" y="1282"/>
                      <a:pt x="2016" y="1008"/>
                    </a:cubicBezTo>
                    <a:cubicBezTo>
                      <a:pt x="2016" y="734"/>
                      <a:pt x="2015" y="700"/>
                      <a:pt x="2010" y="593"/>
                    </a:cubicBezTo>
                    <a:cubicBezTo>
                      <a:pt x="2005" y="485"/>
                      <a:pt x="1988" y="412"/>
                      <a:pt x="1963" y="348"/>
                    </a:cubicBezTo>
                    <a:cubicBezTo>
                      <a:pt x="1937" y="282"/>
                      <a:pt x="1903" y="225"/>
                      <a:pt x="1847" y="169"/>
                    </a:cubicBezTo>
                    <a:cubicBezTo>
                      <a:pt x="1791" y="113"/>
                      <a:pt x="1734" y="79"/>
                      <a:pt x="1668" y="53"/>
                    </a:cubicBezTo>
                    <a:cubicBezTo>
                      <a:pt x="1604" y="28"/>
                      <a:pt x="1531" y="11"/>
                      <a:pt x="1423" y="6"/>
                    </a:cubicBezTo>
                    <a:cubicBezTo>
                      <a:pt x="1316" y="1"/>
                      <a:pt x="1282" y="0"/>
                      <a:pt x="1008" y="0"/>
                    </a:cubicBezTo>
                    <a:close/>
                  </a:path>
                </a:pathLst>
              </a:custGeom>
              <a:solidFill>
                <a:srgbClr val="00338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" name="Freeform 6">
                <a:extLst>
                  <a:ext uri="{FF2B5EF4-FFF2-40B4-BE49-F238E27FC236}">
                    <a16:creationId xmlns:a16="http://schemas.microsoft.com/office/drawing/2014/main" id="{9C076922-9A80-4B8C-AAD2-A84504263528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3389916" y="2775760"/>
                <a:ext cx="196875" cy="196875"/>
              </a:xfrm>
              <a:custGeom>
                <a:avLst/>
                <a:gdLst>
                  <a:gd name="T0" fmla="*/ 517 w 1034"/>
                  <a:gd name="T1" fmla="*/ 0 h 1034"/>
                  <a:gd name="T2" fmla="*/ 0 w 1034"/>
                  <a:gd name="T3" fmla="*/ 517 h 1034"/>
                  <a:gd name="T4" fmla="*/ 517 w 1034"/>
                  <a:gd name="T5" fmla="*/ 1034 h 1034"/>
                  <a:gd name="T6" fmla="*/ 1034 w 1034"/>
                  <a:gd name="T7" fmla="*/ 517 h 1034"/>
                  <a:gd name="T8" fmla="*/ 517 w 1034"/>
                  <a:gd name="T9" fmla="*/ 0 h 1034"/>
                  <a:gd name="T10" fmla="*/ 517 w 1034"/>
                  <a:gd name="T11" fmla="*/ 853 h 1034"/>
                  <a:gd name="T12" fmla="*/ 181 w 1034"/>
                  <a:gd name="T13" fmla="*/ 517 h 1034"/>
                  <a:gd name="T14" fmla="*/ 517 w 1034"/>
                  <a:gd name="T15" fmla="*/ 181 h 1034"/>
                  <a:gd name="T16" fmla="*/ 853 w 1034"/>
                  <a:gd name="T17" fmla="*/ 517 h 1034"/>
                  <a:gd name="T18" fmla="*/ 517 w 1034"/>
                  <a:gd name="T19" fmla="*/ 853 h 10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34" h="1034">
                    <a:moveTo>
                      <a:pt x="517" y="0"/>
                    </a:moveTo>
                    <a:cubicBezTo>
                      <a:pt x="231" y="0"/>
                      <a:pt x="0" y="231"/>
                      <a:pt x="0" y="517"/>
                    </a:cubicBezTo>
                    <a:cubicBezTo>
                      <a:pt x="0" y="803"/>
                      <a:pt x="231" y="1034"/>
                      <a:pt x="517" y="1034"/>
                    </a:cubicBezTo>
                    <a:cubicBezTo>
                      <a:pt x="803" y="1034"/>
                      <a:pt x="1034" y="803"/>
                      <a:pt x="1034" y="517"/>
                    </a:cubicBezTo>
                    <a:cubicBezTo>
                      <a:pt x="1034" y="231"/>
                      <a:pt x="803" y="0"/>
                      <a:pt x="517" y="0"/>
                    </a:cubicBezTo>
                    <a:close/>
                    <a:moveTo>
                      <a:pt x="517" y="853"/>
                    </a:moveTo>
                    <a:cubicBezTo>
                      <a:pt x="331" y="853"/>
                      <a:pt x="181" y="703"/>
                      <a:pt x="181" y="517"/>
                    </a:cubicBezTo>
                    <a:cubicBezTo>
                      <a:pt x="181" y="331"/>
                      <a:pt x="331" y="181"/>
                      <a:pt x="517" y="181"/>
                    </a:cubicBezTo>
                    <a:cubicBezTo>
                      <a:pt x="703" y="181"/>
                      <a:pt x="853" y="331"/>
                      <a:pt x="853" y="517"/>
                    </a:cubicBezTo>
                    <a:cubicBezTo>
                      <a:pt x="853" y="703"/>
                      <a:pt x="703" y="853"/>
                      <a:pt x="517" y="853"/>
                    </a:cubicBezTo>
                    <a:close/>
                  </a:path>
                </a:pathLst>
              </a:custGeom>
              <a:solidFill>
                <a:srgbClr val="00338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" name="Oval 7">
                <a:extLst>
                  <a:ext uri="{FF2B5EF4-FFF2-40B4-BE49-F238E27FC236}">
                    <a16:creationId xmlns:a16="http://schemas.microsoft.com/office/drawing/2014/main" id="{C440F010-AD08-48DE-A162-07A7BB051D2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567723" y="2748727"/>
                <a:ext cx="46101" cy="46101"/>
              </a:xfrm>
              <a:prstGeom prst="ellipse">
                <a:avLst/>
              </a:prstGeom>
              <a:solidFill>
                <a:srgbClr val="00338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pic>
        <p:nvPicPr>
          <p:cNvPr id="23" name="Graphic 22">
            <a:extLst>
              <a:ext uri="{FF2B5EF4-FFF2-40B4-BE49-F238E27FC236}">
                <a16:creationId xmlns:a16="http://schemas.microsoft.com/office/drawing/2014/main" id="{BB7DCF77-C63C-4BBE-88C9-6A8B122B820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1301" y="736722"/>
            <a:ext cx="914400" cy="36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76333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 pale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F5724-C137-47F3-B441-6C1B9714F578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CC0FFF-EDF5-49D0-8C1F-A5D5BA3335B9}"/>
              </a:ext>
            </a:extLst>
          </p:cNvPr>
          <p:cNvSpPr/>
          <p:nvPr userDrawn="1"/>
        </p:nvSpPr>
        <p:spPr>
          <a:xfrm>
            <a:off x="998351" y="2246533"/>
            <a:ext cx="839614" cy="411225"/>
          </a:xfrm>
          <a:prstGeom prst="rect">
            <a:avLst/>
          </a:prstGeom>
          <a:solidFill>
            <a:srgbClr val="1E49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30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73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226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1F4118-D01B-40DD-940F-068338DB15A5}"/>
              </a:ext>
            </a:extLst>
          </p:cNvPr>
          <p:cNvSpPr/>
          <p:nvPr userDrawn="1"/>
        </p:nvSpPr>
        <p:spPr>
          <a:xfrm>
            <a:off x="998351" y="1731971"/>
            <a:ext cx="839614" cy="411225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0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51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141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97C791-7BB0-4AC9-BDE9-68939F34221B}"/>
              </a:ext>
            </a:extLst>
          </p:cNvPr>
          <p:cNvSpPr/>
          <p:nvPr userDrawn="1"/>
        </p:nvSpPr>
        <p:spPr>
          <a:xfrm>
            <a:off x="998351" y="2761094"/>
            <a:ext cx="839614" cy="411225"/>
          </a:xfrm>
          <a:prstGeom prst="rect">
            <a:avLst/>
          </a:prstGeom>
          <a:solidFill>
            <a:srgbClr val="0C23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12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35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60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693543-F502-48B0-9E65-053408E60BF0}"/>
              </a:ext>
            </a:extLst>
          </p:cNvPr>
          <p:cNvSpPr/>
          <p:nvPr userDrawn="1"/>
        </p:nvSpPr>
        <p:spPr>
          <a:xfrm>
            <a:off x="998351" y="3275656"/>
            <a:ext cx="839614" cy="411225"/>
          </a:xfrm>
          <a:prstGeom prst="rect">
            <a:avLst/>
          </a:prstGeom>
          <a:solidFill>
            <a:srgbClr val="ACE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ysClr val="windowText" lastClr="000000"/>
                </a:solidFill>
              </a:rPr>
              <a:t>172</a:t>
            </a:r>
          </a:p>
          <a:p>
            <a:pPr algn="ctr"/>
            <a:r>
              <a:rPr lang="en-GB" sz="800">
                <a:solidFill>
                  <a:sysClr val="windowText" lastClr="000000"/>
                </a:solidFill>
              </a:rPr>
              <a:t>234</a:t>
            </a:r>
          </a:p>
          <a:p>
            <a:pPr algn="ctr"/>
            <a:r>
              <a:rPr lang="en-GB" sz="800">
                <a:solidFill>
                  <a:sysClr val="windowText" lastClr="000000"/>
                </a:solidFill>
              </a:rPr>
              <a:t>255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309040-9C95-48FE-AA99-4757E8328519}"/>
              </a:ext>
            </a:extLst>
          </p:cNvPr>
          <p:cNvSpPr/>
          <p:nvPr userDrawn="1"/>
        </p:nvSpPr>
        <p:spPr>
          <a:xfrm>
            <a:off x="2992848" y="1732478"/>
            <a:ext cx="839614" cy="411225"/>
          </a:xfrm>
          <a:prstGeom prst="rect">
            <a:avLst/>
          </a:prstGeom>
          <a:solidFill>
            <a:srgbClr val="76D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ysClr val="windowText" lastClr="000000"/>
                </a:solidFill>
              </a:rPr>
              <a:t>118</a:t>
            </a:r>
          </a:p>
          <a:p>
            <a:pPr algn="ctr"/>
            <a:r>
              <a:rPr lang="en-GB" sz="800">
                <a:solidFill>
                  <a:sysClr val="windowText" lastClr="000000"/>
                </a:solidFill>
              </a:rPr>
              <a:t>210</a:t>
            </a:r>
          </a:p>
          <a:p>
            <a:pPr algn="ctr"/>
            <a:r>
              <a:rPr lang="en-GB" sz="800">
                <a:solidFill>
                  <a:sysClr val="windowText" lastClr="000000"/>
                </a:solidFill>
              </a:rPr>
              <a:t>255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897B22-3CA8-4621-8A3B-B9D2E3D07988}"/>
              </a:ext>
            </a:extLst>
          </p:cNvPr>
          <p:cNvSpPr txBox="1"/>
          <p:nvPr userDrawn="1"/>
        </p:nvSpPr>
        <p:spPr>
          <a:xfrm>
            <a:off x="983882" y="1330325"/>
            <a:ext cx="136404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000" b="1">
                <a:solidFill>
                  <a:sysClr val="windowText" lastClr="000000"/>
                </a:solidFill>
              </a:rPr>
              <a:t>Primary colors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453D312-00EF-44B5-9D91-290BE0E19654}"/>
              </a:ext>
            </a:extLst>
          </p:cNvPr>
          <p:cNvSpPr/>
          <p:nvPr userDrawn="1"/>
        </p:nvSpPr>
        <p:spPr>
          <a:xfrm>
            <a:off x="998351" y="3786711"/>
            <a:ext cx="839614" cy="411225"/>
          </a:xfrm>
          <a:prstGeom prst="rect">
            <a:avLst/>
          </a:prstGeom>
          <a:solidFill>
            <a:srgbClr val="00B8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0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184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245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8D98991-520C-4FD6-8B23-8732995E56B1}"/>
              </a:ext>
            </a:extLst>
          </p:cNvPr>
          <p:cNvSpPr/>
          <p:nvPr userDrawn="1"/>
        </p:nvSpPr>
        <p:spPr>
          <a:xfrm>
            <a:off x="998351" y="4301271"/>
            <a:ext cx="839614" cy="411225"/>
          </a:xfrm>
          <a:prstGeom prst="rect">
            <a:avLst/>
          </a:prstGeom>
          <a:solidFill>
            <a:srgbClr val="7213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114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19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234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FA38B4C-5B80-413E-B283-1F1ADBFD09CD}"/>
              </a:ext>
            </a:extLst>
          </p:cNvPr>
          <p:cNvSpPr/>
          <p:nvPr userDrawn="1"/>
        </p:nvSpPr>
        <p:spPr>
          <a:xfrm>
            <a:off x="998351" y="4809439"/>
            <a:ext cx="839614" cy="411225"/>
          </a:xfrm>
          <a:prstGeom prst="rect">
            <a:avLst/>
          </a:prstGeom>
          <a:solidFill>
            <a:srgbClr val="FD34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253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52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156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07E492-5EF0-4085-AA14-90D280B1DF69}"/>
              </a:ext>
            </a:extLst>
          </p:cNvPr>
          <p:cNvSpPr txBox="1"/>
          <p:nvPr userDrawn="1"/>
        </p:nvSpPr>
        <p:spPr>
          <a:xfrm>
            <a:off x="1921682" y="2852903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Dark Blue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28A2D81-3A9C-47D3-8174-874F601607DC}"/>
              </a:ext>
            </a:extLst>
          </p:cNvPr>
          <p:cNvSpPr txBox="1"/>
          <p:nvPr userDrawn="1"/>
        </p:nvSpPr>
        <p:spPr>
          <a:xfrm>
            <a:off x="1921682" y="1830789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KPMG blue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C791116-D184-4C43-9C1C-30181CDF0E84}"/>
              </a:ext>
            </a:extLst>
          </p:cNvPr>
          <p:cNvSpPr txBox="1"/>
          <p:nvPr userDrawn="1"/>
        </p:nvSpPr>
        <p:spPr>
          <a:xfrm>
            <a:off x="1921682" y="3363960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Light Blue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A430D78-5EDB-481E-BB6D-67D8689BCE11}"/>
              </a:ext>
            </a:extLst>
          </p:cNvPr>
          <p:cNvSpPr txBox="1"/>
          <p:nvPr userDrawn="1"/>
        </p:nvSpPr>
        <p:spPr>
          <a:xfrm>
            <a:off x="3916179" y="1817279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Blue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42EE987-0425-4CD8-B75D-E3E8F8C2096D}"/>
              </a:ext>
            </a:extLst>
          </p:cNvPr>
          <p:cNvSpPr txBox="1"/>
          <p:nvPr userDrawn="1"/>
        </p:nvSpPr>
        <p:spPr>
          <a:xfrm>
            <a:off x="1921682" y="2341846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Cobalt Blue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B01B4DF-404A-4544-B313-2720FCBDD0B4}"/>
              </a:ext>
            </a:extLst>
          </p:cNvPr>
          <p:cNvSpPr txBox="1"/>
          <p:nvPr userDrawn="1"/>
        </p:nvSpPr>
        <p:spPr>
          <a:xfrm>
            <a:off x="1921682" y="3874401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Pacific Blue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6DFA940-4699-43CF-A21A-AE4227704697}"/>
              </a:ext>
            </a:extLst>
          </p:cNvPr>
          <p:cNvSpPr txBox="1"/>
          <p:nvPr userDrawn="1"/>
        </p:nvSpPr>
        <p:spPr>
          <a:xfrm>
            <a:off x="1921682" y="4385458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Purple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9A40265-6498-4E16-877D-6BC9A8CE7DCA}"/>
              </a:ext>
            </a:extLst>
          </p:cNvPr>
          <p:cNvSpPr txBox="1"/>
          <p:nvPr userDrawn="1"/>
        </p:nvSpPr>
        <p:spPr>
          <a:xfrm>
            <a:off x="1921682" y="4896518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Pink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B6D9AD-8E94-4A62-B92C-C973F5486E37}"/>
              </a:ext>
            </a:extLst>
          </p:cNvPr>
          <p:cNvSpPr/>
          <p:nvPr userDrawn="1"/>
        </p:nvSpPr>
        <p:spPr>
          <a:xfrm>
            <a:off x="2999643" y="2243028"/>
            <a:ext cx="839614" cy="411225"/>
          </a:xfrm>
          <a:prstGeom prst="rect">
            <a:avLst/>
          </a:prstGeom>
          <a:solidFill>
            <a:srgbClr val="510D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81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13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188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377AFC-4BDC-44AC-80A6-06A9503B868A}"/>
              </a:ext>
            </a:extLst>
          </p:cNvPr>
          <p:cNvSpPr/>
          <p:nvPr userDrawn="1"/>
        </p:nvSpPr>
        <p:spPr>
          <a:xfrm>
            <a:off x="2999643" y="2757590"/>
            <a:ext cx="839614" cy="411225"/>
          </a:xfrm>
          <a:prstGeom prst="rect">
            <a:avLst/>
          </a:prstGeom>
          <a:solidFill>
            <a:srgbClr val="B49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180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151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255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231EB6-12A0-47AA-88B0-D248845383EA}"/>
              </a:ext>
            </a:extLst>
          </p:cNvPr>
          <p:cNvSpPr txBox="1"/>
          <p:nvPr userDrawn="1"/>
        </p:nvSpPr>
        <p:spPr>
          <a:xfrm>
            <a:off x="2992848" y="1330325"/>
            <a:ext cx="194634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000" b="1">
                <a:solidFill>
                  <a:sysClr val="windowText" lastClr="000000"/>
                </a:solidFill>
              </a:rPr>
              <a:t>Accent colors for infographics and charts only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B8F1FC7-CA8A-485A-9440-4EA69DF44F1B}"/>
              </a:ext>
            </a:extLst>
          </p:cNvPr>
          <p:cNvSpPr/>
          <p:nvPr userDrawn="1"/>
        </p:nvSpPr>
        <p:spPr>
          <a:xfrm>
            <a:off x="2999643" y="3272151"/>
            <a:ext cx="839614" cy="411225"/>
          </a:xfrm>
          <a:prstGeom prst="rect">
            <a:avLst/>
          </a:prstGeom>
          <a:solidFill>
            <a:srgbClr val="AB0D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171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13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130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F4DC1F0-F2DB-41DC-B843-C645575C978D}"/>
              </a:ext>
            </a:extLst>
          </p:cNvPr>
          <p:cNvSpPr/>
          <p:nvPr userDrawn="1"/>
        </p:nvSpPr>
        <p:spPr>
          <a:xfrm>
            <a:off x="2999643" y="3786713"/>
            <a:ext cx="839614" cy="411225"/>
          </a:xfrm>
          <a:prstGeom prst="rect">
            <a:avLst/>
          </a:prstGeom>
          <a:solidFill>
            <a:srgbClr val="FFA3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ysClr val="windowText" lastClr="000000"/>
                </a:solidFill>
              </a:rPr>
              <a:t>255</a:t>
            </a:r>
          </a:p>
          <a:p>
            <a:pPr algn="ctr"/>
            <a:r>
              <a:rPr lang="en-GB" sz="800">
                <a:solidFill>
                  <a:sysClr val="windowText" lastClr="000000"/>
                </a:solidFill>
              </a:rPr>
              <a:t>163</a:t>
            </a:r>
          </a:p>
          <a:p>
            <a:pPr algn="ctr"/>
            <a:r>
              <a:rPr lang="en-GB" sz="800">
                <a:solidFill>
                  <a:sysClr val="windowText" lastClr="000000"/>
                </a:solidFill>
              </a:rPr>
              <a:t>218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FDCCC15-7DDA-4C27-A66A-86FEF3CE0FDB}"/>
              </a:ext>
            </a:extLst>
          </p:cNvPr>
          <p:cNvSpPr/>
          <p:nvPr userDrawn="1"/>
        </p:nvSpPr>
        <p:spPr>
          <a:xfrm>
            <a:off x="2999643" y="4301273"/>
            <a:ext cx="839614" cy="411225"/>
          </a:xfrm>
          <a:prstGeom prst="rect">
            <a:avLst/>
          </a:prstGeom>
          <a:solidFill>
            <a:srgbClr val="098E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9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142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126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6A7B705-A81A-45EE-B7F8-A08C39775723}"/>
              </a:ext>
            </a:extLst>
          </p:cNvPr>
          <p:cNvSpPr/>
          <p:nvPr userDrawn="1"/>
        </p:nvSpPr>
        <p:spPr>
          <a:xfrm>
            <a:off x="2999643" y="4809441"/>
            <a:ext cx="839614" cy="411225"/>
          </a:xfrm>
          <a:prstGeom prst="rect">
            <a:avLst/>
          </a:prstGeom>
          <a:solidFill>
            <a:srgbClr val="00C0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0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192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174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0C56EF7-AC83-449B-8CC3-F1D314081B92}"/>
              </a:ext>
            </a:extLst>
          </p:cNvPr>
          <p:cNvSpPr/>
          <p:nvPr userDrawn="1"/>
        </p:nvSpPr>
        <p:spPr>
          <a:xfrm>
            <a:off x="2999643" y="5324001"/>
            <a:ext cx="839614" cy="411225"/>
          </a:xfrm>
          <a:prstGeom prst="rect">
            <a:avLst/>
          </a:prstGeom>
          <a:solidFill>
            <a:srgbClr val="63EB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accent3"/>
                </a:solidFill>
              </a:rPr>
              <a:t>99</a:t>
            </a:r>
          </a:p>
          <a:p>
            <a:pPr algn="ctr"/>
            <a:r>
              <a:rPr lang="en-GB" sz="800">
                <a:solidFill>
                  <a:schemeClr val="accent3"/>
                </a:solidFill>
              </a:rPr>
              <a:t>235</a:t>
            </a:r>
          </a:p>
          <a:p>
            <a:pPr algn="ctr"/>
            <a:r>
              <a:rPr lang="en-GB" sz="800">
                <a:solidFill>
                  <a:schemeClr val="accent3"/>
                </a:solidFill>
              </a:rPr>
              <a:t>218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34556660-1591-47B1-B18E-F2FCE5FDCA50}"/>
              </a:ext>
            </a:extLst>
          </p:cNvPr>
          <p:cNvGrpSpPr/>
          <p:nvPr userDrawn="1"/>
        </p:nvGrpSpPr>
        <p:grpSpPr>
          <a:xfrm>
            <a:off x="3971416" y="2341846"/>
            <a:ext cx="1253995" cy="3303408"/>
            <a:chOff x="2169429" y="1756308"/>
            <a:chExt cx="2286000" cy="3303408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1242448-F6EA-445E-86F6-56F1F6B8DCA0}"/>
                </a:ext>
              </a:extLst>
            </p:cNvPr>
            <p:cNvSpPr txBox="1"/>
            <p:nvPr userDrawn="1"/>
          </p:nvSpPr>
          <p:spPr>
            <a:xfrm>
              <a:off x="2169429" y="2778422"/>
              <a:ext cx="2286000" cy="237066"/>
            </a:xfrm>
            <a:prstGeom prst="rect">
              <a:avLst/>
            </a:prstGeom>
            <a:noFill/>
          </p:spPr>
          <p:txBody>
            <a:bodyPr wrap="square" lIns="54610" tIns="54610" rIns="54610" bIns="54610" rtlCol="0" anchor="ctr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000"/>
                <a:t>Dark Pink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F9F2D96E-0391-44D3-9D85-C49CD2682224}"/>
                </a:ext>
              </a:extLst>
            </p:cNvPr>
            <p:cNvSpPr txBox="1"/>
            <p:nvPr userDrawn="1"/>
          </p:nvSpPr>
          <p:spPr>
            <a:xfrm>
              <a:off x="2169429" y="1756308"/>
              <a:ext cx="2286000" cy="237066"/>
            </a:xfrm>
            <a:prstGeom prst="rect">
              <a:avLst/>
            </a:prstGeom>
            <a:noFill/>
          </p:spPr>
          <p:txBody>
            <a:bodyPr wrap="square" lIns="54610" tIns="54610" rIns="54610" bIns="54610" rtlCol="0" anchor="ctr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000"/>
                <a:t>Dark Purple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712A9094-C141-4137-91C8-07CDF0270449}"/>
                </a:ext>
              </a:extLst>
            </p:cNvPr>
            <p:cNvSpPr txBox="1"/>
            <p:nvPr userDrawn="1"/>
          </p:nvSpPr>
          <p:spPr>
            <a:xfrm>
              <a:off x="2169429" y="3289479"/>
              <a:ext cx="2286000" cy="237066"/>
            </a:xfrm>
            <a:prstGeom prst="rect">
              <a:avLst/>
            </a:prstGeom>
            <a:noFill/>
          </p:spPr>
          <p:txBody>
            <a:bodyPr wrap="square" lIns="54610" tIns="54610" rIns="54610" bIns="54610" rtlCol="0" anchor="ctr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000"/>
                <a:t>Light Pink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A455B7B5-73DE-46AF-B400-88997B50AD80}"/>
                </a:ext>
              </a:extLst>
            </p:cNvPr>
            <p:cNvSpPr txBox="1"/>
            <p:nvPr userDrawn="1"/>
          </p:nvSpPr>
          <p:spPr>
            <a:xfrm>
              <a:off x="2169429" y="3800536"/>
              <a:ext cx="2286000" cy="237066"/>
            </a:xfrm>
            <a:prstGeom prst="rect">
              <a:avLst/>
            </a:prstGeom>
            <a:noFill/>
          </p:spPr>
          <p:txBody>
            <a:bodyPr wrap="square" lIns="54610" tIns="54610" rIns="54610" bIns="54610" rtlCol="0" anchor="ctr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000"/>
                <a:t>Dark Green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2B4C4881-6213-41A5-AC03-CCE78498A9AE}"/>
                </a:ext>
              </a:extLst>
            </p:cNvPr>
            <p:cNvSpPr txBox="1"/>
            <p:nvPr userDrawn="1"/>
          </p:nvSpPr>
          <p:spPr>
            <a:xfrm>
              <a:off x="2169429" y="2267365"/>
              <a:ext cx="2286000" cy="237066"/>
            </a:xfrm>
            <a:prstGeom prst="rect">
              <a:avLst/>
            </a:prstGeom>
            <a:noFill/>
          </p:spPr>
          <p:txBody>
            <a:bodyPr wrap="square" lIns="54610" tIns="54610" rIns="54610" bIns="54610" rtlCol="0" anchor="ctr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000"/>
                <a:t>Light Purple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940387EA-5FDE-4F6F-BAF2-604549CCD0F0}"/>
                </a:ext>
              </a:extLst>
            </p:cNvPr>
            <p:cNvSpPr txBox="1"/>
            <p:nvPr userDrawn="1"/>
          </p:nvSpPr>
          <p:spPr>
            <a:xfrm>
              <a:off x="2169429" y="4311593"/>
              <a:ext cx="2286000" cy="237066"/>
            </a:xfrm>
            <a:prstGeom prst="rect">
              <a:avLst/>
            </a:prstGeom>
            <a:noFill/>
          </p:spPr>
          <p:txBody>
            <a:bodyPr wrap="square" lIns="54610" tIns="54610" rIns="54610" bIns="54610" rtlCol="0" anchor="ctr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000"/>
                <a:t>Green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A92671DE-F6BD-48CB-B11C-208DD1F1CCB3}"/>
                </a:ext>
              </a:extLst>
            </p:cNvPr>
            <p:cNvSpPr txBox="1"/>
            <p:nvPr userDrawn="1"/>
          </p:nvSpPr>
          <p:spPr>
            <a:xfrm>
              <a:off x="2169429" y="4822650"/>
              <a:ext cx="2286000" cy="237066"/>
            </a:xfrm>
            <a:prstGeom prst="rect">
              <a:avLst/>
            </a:prstGeom>
            <a:noFill/>
          </p:spPr>
          <p:txBody>
            <a:bodyPr wrap="square" lIns="54610" tIns="54610" rIns="54610" bIns="54610" rtlCol="0" anchor="ctr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000"/>
                <a:t>Light Green</a:t>
              </a:r>
            </a:p>
          </p:txBody>
        </p:sp>
      </p:grpSp>
      <p:sp>
        <p:nvSpPr>
          <p:cNvPr id="74" name="Rectangle 73">
            <a:extLst>
              <a:ext uri="{FF2B5EF4-FFF2-40B4-BE49-F238E27FC236}">
                <a16:creationId xmlns:a16="http://schemas.microsoft.com/office/drawing/2014/main" id="{35C7B945-9627-4D94-B008-C987FEA96972}"/>
              </a:ext>
            </a:extLst>
          </p:cNvPr>
          <p:cNvSpPr/>
          <p:nvPr userDrawn="1"/>
        </p:nvSpPr>
        <p:spPr>
          <a:xfrm>
            <a:off x="5232206" y="1731971"/>
            <a:ext cx="839614" cy="4112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51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51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51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AEB1F170-4966-4AAF-ABAA-3D2A0369F7FA}"/>
              </a:ext>
            </a:extLst>
          </p:cNvPr>
          <p:cNvSpPr/>
          <p:nvPr userDrawn="1"/>
        </p:nvSpPr>
        <p:spPr>
          <a:xfrm>
            <a:off x="5232206" y="2246533"/>
            <a:ext cx="839614" cy="411225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102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102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102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102</a:t>
            </a:r>
          </a:p>
          <a:p>
            <a:pPr algn="ctr"/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033C2B2-E4D1-4420-8509-EC1E2C80321F}"/>
              </a:ext>
            </a:extLst>
          </p:cNvPr>
          <p:cNvSpPr txBox="1"/>
          <p:nvPr userDrawn="1"/>
        </p:nvSpPr>
        <p:spPr>
          <a:xfrm>
            <a:off x="5225411" y="1330325"/>
            <a:ext cx="1545229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000" b="1">
                <a:solidFill>
                  <a:sysClr val="windowText" lastClr="000000"/>
                </a:solidFill>
              </a:rPr>
              <a:t>Neutrals for infographics and charts only 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9BFC6FF0-9D30-4829-A667-26B9E6467077}"/>
              </a:ext>
            </a:extLst>
          </p:cNvPr>
          <p:cNvSpPr/>
          <p:nvPr userDrawn="1"/>
        </p:nvSpPr>
        <p:spPr>
          <a:xfrm>
            <a:off x="5232206" y="2761094"/>
            <a:ext cx="839614" cy="411225"/>
          </a:xfrm>
          <a:prstGeom prst="rect">
            <a:avLst/>
          </a:prstGeom>
          <a:solidFill>
            <a:srgbClr val="9898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152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152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152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AF40F7A4-A491-46D0-AC78-F38FB368D987}"/>
              </a:ext>
            </a:extLst>
          </p:cNvPr>
          <p:cNvSpPr/>
          <p:nvPr userDrawn="1"/>
        </p:nvSpPr>
        <p:spPr>
          <a:xfrm>
            <a:off x="5232206" y="3275656"/>
            <a:ext cx="839614" cy="411225"/>
          </a:xfrm>
          <a:prstGeom prst="rect">
            <a:avLst/>
          </a:prstGeom>
          <a:solidFill>
            <a:srgbClr val="B2B2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ysClr val="windowText" lastClr="000000"/>
                </a:solidFill>
              </a:rPr>
              <a:t>178</a:t>
            </a:r>
          </a:p>
          <a:p>
            <a:pPr algn="ctr"/>
            <a:r>
              <a:rPr lang="en-GB" sz="800">
                <a:solidFill>
                  <a:sysClr val="windowText" lastClr="000000"/>
                </a:solidFill>
              </a:rPr>
              <a:t>178</a:t>
            </a:r>
          </a:p>
          <a:p>
            <a:pPr algn="ctr"/>
            <a:r>
              <a:rPr lang="en-GB" sz="800">
                <a:solidFill>
                  <a:sysClr val="windowText" lastClr="000000"/>
                </a:solidFill>
              </a:rPr>
              <a:t>178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E22CE48C-CD62-438B-AF1B-E80398CE41CF}"/>
              </a:ext>
            </a:extLst>
          </p:cNvPr>
          <p:cNvSpPr/>
          <p:nvPr userDrawn="1"/>
        </p:nvSpPr>
        <p:spPr>
          <a:xfrm>
            <a:off x="5232206" y="3790216"/>
            <a:ext cx="839614" cy="411225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tx1"/>
                </a:solidFill>
              </a:rPr>
              <a:t>229</a:t>
            </a:r>
          </a:p>
          <a:p>
            <a:pPr algn="ctr"/>
            <a:r>
              <a:rPr lang="en-GB" sz="800">
                <a:solidFill>
                  <a:schemeClr val="tx1"/>
                </a:solidFill>
              </a:rPr>
              <a:t>229</a:t>
            </a:r>
          </a:p>
          <a:p>
            <a:pPr algn="ctr"/>
            <a:r>
              <a:rPr lang="en-GB" sz="800">
                <a:solidFill>
                  <a:schemeClr val="tx1"/>
                </a:solidFill>
              </a:rPr>
              <a:t>229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FA814C9-BD96-4348-B664-2AD4A5DAAB12}"/>
              </a:ext>
            </a:extLst>
          </p:cNvPr>
          <p:cNvSpPr txBox="1"/>
          <p:nvPr userDrawn="1"/>
        </p:nvSpPr>
        <p:spPr>
          <a:xfrm>
            <a:off x="6203979" y="2852903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Grey 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38E8C09-0782-4E70-887B-080A8FC240A9}"/>
              </a:ext>
            </a:extLst>
          </p:cNvPr>
          <p:cNvSpPr txBox="1"/>
          <p:nvPr userDrawn="1"/>
        </p:nvSpPr>
        <p:spPr>
          <a:xfrm>
            <a:off x="6203979" y="1830789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Grey 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C3E17E9-EAB5-401D-99B5-E01BBCBAAE59}"/>
              </a:ext>
            </a:extLst>
          </p:cNvPr>
          <p:cNvSpPr txBox="1"/>
          <p:nvPr userDrawn="1"/>
        </p:nvSpPr>
        <p:spPr>
          <a:xfrm>
            <a:off x="6203979" y="3363960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Grey 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A95C41B-9591-4042-8AC0-03DBDA91FD18}"/>
              </a:ext>
            </a:extLst>
          </p:cNvPr>
          <p:cNvSpPr txBox="1"/>
          <p:nvPr userDrawn="1"/>
        </p:nvSpPr>
        <p:spPr>
          <a:xfrm>
            <a:off x="6203979" y="3875017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Grey 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924189F-5F86-46B9-810F-1AF60243011B}"/>
              </a:ext>
            </a:extLst>
          </p:cNvPr>
          <p:cNvSpPr txBox="1"/>
          <p:nvPr userDrawn="1"/>
        </p:nvSpPr>
        <p:spPr>
          <a:xfrm>
            <a:off x="6203979" y="2341846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Grey 2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ACB48A6-B340-401D-8994-A0E53291AC9B}"/>
              </a:ext>
            </a:extLst>
          </p:cNvPr>
          <p:cNvSpPr/>
          <p:nvPr userDrawn="1"/>
        </p:nvSpPr>
        <p:spPr>
          <a:xfrm>
            <a:off x="7170486" y="2656172"/>
            <a:ext cx="839614" cy="411225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accent5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6F71474-A782-4BB1-8B9F-8DCCEAF88E0C}"/>
              </a:ext>
            </a:extLst>
          </p:cNvPr>
          <p:cNvSpPr/>
          <p:nvPr userDrawn="1"/>
        </p:nvSpPr>
        <p:spPr>
          <a:xfrm>
            <a:off x="9170077" y="2656172"/>
            <a:ext cx="839614" cy="411225"/>
          </a:xfrm>
          <a:prstGeom prst="rect">
            <a:avLst/>
          </a:prstGeom>
          <a:gradFill>
            <a:gsLst>
              <a:gs pos="100000">
                <a:srgbClr val="ACEAFF"/>
              </a:gs>
              <a:gs pos="0">
                <a:schemeClr val="accent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102BFCC-8EF9-4273-ADB0-A655CD827F66}"/>
              </a:ext>
            </a:extLst>
          </p:cNvPr>
          <p:cNvSpPr txBox="1"/>
          <p:nvPr userDrawn="1"/>
        </p:nvSpPr>
        <p:spPr>
          <a:xfrm>
            <a:off x="8028290" y="2743862"/>
            <a:ext cx="1568421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Purple/</a:t>
            </a:r>
            <a:br>
              <a:rPr lang="en-GB" sz="1000"/>
            </a:br>
            <a:r>
              <a:rPr lang="en-GB" sz="1000"/>
              <a:t>Cobalt gradient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2D8D802-07C6-434C-B36C-582D2F2FAF7C}"/>
              </a:ext>
            </a:extLst>
          </p:cNvPr>
          <p:cNvSpPr txBox="1"/>
          <p:nvPr userDrawn="1"/>
        </p:nvSpPr>
        <p:spPr>
          <a:xfrm>
            <a:off x="10053992" y="2743862"/>
            <a:ext cx="1709098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Pacific/</a:t>
            </a:r>
            <a:br>
              <a:rPr lang="en-GB" sz="1000"/>
            </a:br>
            <a:r>
              <a:rPr lang="en-GB" sz="1000"/>
              <a:t>Light Blue gradient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56630A0-1CC3-4558-99F3-72A9846C3FA4}"/>
              </a:ext>
            </a:extLst>
          </p:cNvPr>
          <p:cNvSpPr txBox="1"/>
          <p:nvPr userDrawn="1"/>
        </p:nvSpPr>
        <p:spPr>
          <a:xfrm>
            <a:off x="7146554" y="1298952"/>
            <a:ext cx="4047046" cy="12695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300"/>
              </a:spcAft>
            </a:pPr>
            <a:r>
              <a:rPr lang="en-US" sz="1000" b="1">
                <a:solidFill>
                  <a:sysClr val="windowText" lastClr="000000"/>
                </a:solidFill>
              </a:rPr>
              <a:t>Gradients</a:t>
            </a:r>
          </a:p>
          <a:p>
            <a:pPr marL="171450" indent="-17145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000" b="0">
                <a:solidFill>
                  <a:sysClr val="windowText" lastClr="000000"/>
                </a:solidFill>
              </a:rPr>
              <a:t>The </a:t>
            </a:r>
            <a:r>
              <a:rPr lang="en-US" sz="1000" b="0" noProof="0">
                <a:solidFill>
                  <a:sysClr val="windowText" lastClr="000000"/>
                </a:solidFill>
              </a:rPr>
              <a:t>colors</a:t>
            </a:r>
            <a:r>
              <a:rPr lang="en-GB" sz="1000" b="0">
                <a:solidFill>
                  <a:sysClr val="windowText" lastClr="000000"/>
                </a:solidFill>
              </a:rPr>
              <a:t> are applied at both ends of the gradient, at 0% and 100% locations</a:t>
            </a:r>
          </a:p>
          <a:p>
            <a:pPr marL="171450" indent="-17145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000" b="0">
                <a:solidFill>
                  <a:sysClr val="windowText" lastClr="000000"/>
                </a:solidFill>
              </a:rPr>
              <a:t>The mid-point is at 50%</a:t>
            </a:r>
          </a:p>
          <a:p>
            <a:pPr marL="171450" indent="-17145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000" b="0">
                <a:solidFill>
                  <a:sysClr val="windowText" lastClr="000000"/>
                </a:solidFill>
              </a:rPr>
              <a:t>The gradients are used at a 0º angle</a:t>
            </a:r>
          </a:p>
          <a:p>
            <a:pPr marL="171450" indent="-17145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000" b="0">
                <a:solidFill>
                  <a:sysClr val="windowText" lastClr="000000"/>
                </a:solidFill>
              </a:rPr>
              <a:t>Use the linear gradient, never radial</a:t>
            </a:r>
          </a:p>
          <a:p>
            <a:pPr marL="171450" indent="-17145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000" b="0">
                <a:solidFill>
                  <a:sysClr val="windowText" lastClr="000000"/>
                </a:solidFill>
              </a:rPr>
              <a:t>Do not create new gradients; use only the gradients shown here</a:t>
            </a:r>
            <a:endParaRPr lang="en-US" sz="1000" b="0">
              <a:solidFill>
                <a:sysClr val="windowText" lastClr="000000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D5AAA1F-BD76-48F7-8C50-6E5979B9537B}"/>
              </a:ext>
            </a:extLst>
          </p:cNvPr>
          <p:cNvSpPr/>
          <p:nvPr userDrawn="1"/>
        </p:nvSpPr>
        <p:spPr>
          <a:xfrm>
            <a:off x="5225411" y="4304594"/>
            <a:ext cx="839614" cy="41122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tx1"/>
                </a:solidFill>
              </a:rPr>
              <a:t>255</a:t>
            </a:r>
          </a:p>
          <a:p>
            <a:pPr algn="ctr"/>
            <a:r>
              <a:rPr lang="en-GB" sz="800">
                <a:solidFill>
                  <a:schemeClr val="tx1"/>
                </a:solidFill>
              </a:rPr>
              <a:t>255</a:t>
            </a:r>
          </a:p>
          <a:p>
            <a:pPr algn="ctr"/>
            <a:r>
              <a:rPr lang="en-GB" sz="800">
                <a:solidFill>
                  <a:schemeClr val="tx1"/>
                </a:solidFill>
              </a:rPr>
              <a:t>255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485E89C-C25F-4DDF-BA6F-8600323267FE}"/>
              </a:ext>
            </a:extLst>
          </p:cNvPr>
          <p:cNvSpPr txBox="1"/>
          <p:nvPr userDrawn="1"/>
        </p:nvSpPr>
        <p:spPr>
          <a:xfrm>
            <a:off x="6197184" y="4389395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White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6117D9B-6EF8-4B36-A112-FD6D19D0AE23}"/>
              </a:ext>
            </a:extLst>
          </p:cNvPr>
          <p:cNvSpPr txBox="1"/>
          <p:nvPr userDrawn="1"/>
        </p:nvSpPr>
        <p:spPr>
          <a:xfrm>
            <a:off x="7146554" y="3336981"/>
            <a:ext cx="1194238" cy="15388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spcAft>
                <a:spcPts val="600"/>
              </a:spcAft>
            </a:pPr>
            <a:r>
              <a:rPr lang="en-US" sz="1000" b="1">
                <a:solidFill>
                  <a:sysClr val="windowText" lastClr="000000"/>
                </a:solidFill>
              </a:rPr>
              <a:t>Traffic Light palette</a:t>
            </a:r>
            <a:endParaRPr lang="en-US" sz="1000" b="0">
              <a:solidFill>
                <a:sysClr val="windowText" lastClr="000000"/>
              </a:solidFill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8629CA1F-9C19-4EBE-AACF-DD30D2A7CB9D}"/>
              </a:ext>
            </a:extLst>
          </p:cNvPr>
          <p:cNvSpPr>
            <a:spLocks/>
          </p:cNvSpPr>
          <p:nvPr userDrawn="1"/>
        </p:nvSpPr>
        <p:spPr>
          <a:xfrm>
            <a:off x="9353776" y="3589581"/>
            <a:ext cx="839614" cy="411225"/>
          </a:xfrm>
          <a:prstGeom prst="rect">
            <a:avLst/>
          </a:prstGeom>
          <a:solidFill>
            <a:srgbClr val="269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38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153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36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38F50825-9522-489D-AFE6-03DCC983AE45}"/>
              </a:ext>
            </a:extLst>
          </p:cNvPr>
          <p:cNvSpPr>
            <a:spLocks/>
          </p:cNvSpPr>
          <p:nvPr userDrawn="1"/>
        </p:nvSpPr>
        <p:spPr>
          <a:xfrm>
            <a:off x="8262131" y="3589581"/>
            <a:ext cx="839614" cy="411225"/>
          </a:xfrm>
          <a:prstGeom prst="rect">
            <a:avLst/>
          </a:prstGeom>
          <a:solidFill>
            <a:srgbClr val="F1C4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241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196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77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920DF8B8-BB57-4FAB-8303-1EA0BDA6B7F5}"/>
              </a:ext>
            </a:extLst>
          </p:cNvPr>
          <p:cNvSpPr>
            <a:spLocks/>
          </p:cNvSpPr>
          <p:nvPr userDrawn="1"/>
        </p:nvSpPr>
        <p:spPr>
          <a:xfrm>
            <a:off x="7170486" y="3589581"/>
            <a:ext cx="839614" cy="411225"/>
          </a:xfrm>
          <a:prstGeom prst="rect">
            <a:avLst/>
          </a:prstGeom>
          <a:solidFill>
            <a:srgbClr val="ED21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237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33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36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0E284CC6-D89E-4E2E-9C1A-D2D015D4CCE1}"/>
              </a:ext>
            </a:extLst>
          </p:cNvPr>
          <p:cNvSpPr txBox="1"/>
          <p:nvPr userDrawn="1"/>
        </p:nvSpPr>
        <p:spPr>
          <a:xfrm>
            <a:off x="7146553" y="4285684"/>
            <a:ext cx="4159622" cy="6263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600"/>
              </a:spcAft>
            </a:pPr>
            <a:r>
              <a:rPr lang="en-US" sz="1000" b="1">
                <a:solidFill>
                  <a:sysClr val="windowText" lastClr="000000"/>
                </a:solidFill>
              </a:rPr>
              <a:t>Potential chart color order</a:t>
            </a:r>
          </a:p>
          <a:p>
            <a:pPr marL="171450" indent="-17145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>
                <a:solidFill>
                  <a:sysClr val="windowText" lastClr="000000"/>
                </a:solidFill>
              </a:rPr>
              <a:t>Prioritize our blues, but they don’t have to be used all at once</a:t>
            </a:r>
          </a:p>
          <a:p>
            <a:pPr marL="171450" indent="-17145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>
                <a:solidFill>
                  <a:sysClr val="windowText" lastClr="000000"/>
                </a:solidFill>
              </a:rPr>
              <a:t>Mix light, mid and dark tones within data sets</a:t>
            </a: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32E93FD9-5621-45B8-BDA7-4C88B41DB4D9}"/>
              </a:ext>
            </a:extLst>
          </p:cNvPr>
          <p:cNvCxnSpPr/>
          <p:nvPr userDrawn="1"/>
        </p:nvCxnSpPr>
        <p:spPr>
          <a:xfrm>
            <a:off x="7170486" y="3242602"/>
            <a:ext cx="4023114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98F7303C-5EE8-4FA6-A437-87F2BF61E6C8}"/>
              </a:ext>
            </a:extLst>
          </p:cNvPr>
          <p:cNvCxnSpPr/>
          <p:nvPr userDrawn="1"/>
        </p:nvCxnSpPr>
        <p:spPr>
          <a:xfrm>
            <a:off x="7170486" y="4176642"/>
            <a:ext cx="4023114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39C72177-73C5-408A-8C21-86379F35DFDA}"/>
              </a:ext>
            </a:extLst>
          </p:cNvPr>
          <p:cNvGrpSpPr/>
          <p:nvPr userDrawn="1"/>
        </p:nvGrpSpPr>
        <p:grpSpPr>
          <a:xfrm>
            <a:off x="7170486" y="5015319"/>
            <a:ext cx="4023114" cy="868052"/>
            <a:chOff x="6942744" y="5227726"/>
            <a:chExt cx="6397168" cy="1380293"/>
          </a:xfrm>
        </p:grpSpPr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09C4E567-3FDF-4915-8D1F-4D3869F8570F}"/>
                </a:ext>
              </a:extLst>
            </p:cNvPr>
            <p:cNvSpPr/>
            <p:nvPr userDrawn="1"/>
          </p:nvSpPr>
          <p:spPr>
            <a:xfrm>
              <a:off x="8821942" y="5227726"/>
              <a:ext cx="759576" cy="592341"/>
            </a:xfrm>
            <a:prstGeom prst="rect">
              <a:avLst/>
            </a:prstGeom>
            <a:solidFill>
              <a:srgbClr val="1E4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30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73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226</a:t>
              </a: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2DA33985-45D0-4046-B44C-8DCBCFFD86AC}"/>
                </a:ext>
              </a:extLst>
            </p:cNvPr>
            <p:cNvSpPr/>
            <p:nvPr userDrawn="1"/>
          </p:nvSpPr>
          <p:spPr>
            <a:xfrm>
              <a:off x="6942744" y="5227726"/>
              <a:ext cx="759576" cy="592341"/>
            </a:xfrm>
            <a:prstGeom prst="rect">
              <a:avLst/>
            </a:prstGeom>
            <a:solidFill>
              <a:srgbClr val="0033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0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51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141</a:t>
              </a: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60024D76-5422-4C07-A547-F2C593130265}"/>
                </a:ext>
              </a:extLst>
            </p:cNvPr>
            <p:cNvSpPr/>
            <p:nvPr userDrawn="1"/>
          </p:nvSpPr>
          <p:spPr>
            <a:xfrm>
              <a:off x="9761541" y="5227726"/>
              <a:ext cx="759576" cy="592341"/>
            </a:xfrm>
            <a:prstGeom prst="rect">
              <a:avLst/>
            </a:prstGeom>
            <a:solidFill>
              <a:srgbClr val="76D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ysClr val="windowText" lastClr="000000"/>
                  </a:solidFill>
                </a:rPr>
                <a:t>118</a:t>
              </a:r>
            </a:p>
            <a:p>
              <a:pPr algn="ctr"/>
              <a:r>
                <a:rPr lang="en-GB" sz="800">
                  <a:solidFill>
                    <a:sysClr val="windowText" lastClr="000000"/>
                  </a:solidFill>
                </a:rPr>
                <a:t>210</a:t>
              </a:r>
            </a:p>
            <a:p>
              <a:pPr algn="ctr"/>
              <a:r>
                <a:rPr lang="en-GB" sz="800">
                  <a:solidFill>
                    <a:sysClr val="windowText" lastClr="000000"/>
                  </a:solidFill>
                </a:rPr>
                <a:t>255</a:t>
              </a: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06E42AD4-4E53-43DB-966B-14EA0ED3E458}"/>
                </a:ext>
              </a:extLst>
            </p:cNvPr>
            <p:cNvSpPr/>
            <p:nvPr userDrawn="1"/>
          </p:nvSpPr>
          <p:spPr>
            <a:xfrm>
              <a:off x="11640737" y="5227726"/>
              <a:ext cx="759576" cy="592341"/>
            </a:xfrm>
            <a:prstGeom prst="rect">
              <a:avLst/>
            </a:prstGeom>
            <a:solidFill>
              <a:srgbClr val="B497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180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151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255</a:t>
              </a: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3123BFF0-C9BC-4A9F-8C1A-6677CDC1F631}"/>
                </a:ext>
              </a:extLst>
            </p:cNvPr>
            <p:cNvSpPr/>
            <p:nvPr userDrawn="1"/>
          </p:nvSpPr>
          <p:spPr>
            <a:xfrm>
              <a:off x="8821942" y="6015678"/>
              <a:ext cx="759576" cy="592341"/>
            </a:xfrm>
            <a:prstGeom prst="rect">
              <a:avLst/>
            </a:prstGeom>
            <a:solidFill>
              <a:srgbClr val="FD34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253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52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156</a:t>
              </a: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2B91896C-FA19-4C29-A6A4-8285D7F3418C}"/>
                </a:ext>
              </a:extLst>
            </p:cNvPr>
            <p:cNvSpPr/>
            <p:nvPr userDrawn="1"/>
          </p:nvSpPr>
          <p:spPr>
            <a:xfrm>
              <a:off x="10701139" y="5227726"/>
              <a:ext cx="759576" cy="592341"/>
            </a:xfrm>
            <a:prstGeom prst="rect">
              <a:avLst/>
            </a:prstGeom>
            <a:solidFill>
              <a:srgbClr val="7213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114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19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234</a:t>
              </a: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48E4376B-58CB-4B0E-AB7F-3AF61E7659F9}"/>
                </a:ext>
              </a:extLst>
            </p:cNvPr>
            <p:cNvSpPr/>
            <p:nvPr userDrawn="1"/>
          </p:nvSpPr>
          <p:spPr>
            <a:xfrm>
              <a:off x="9761541" y="6015678"/>
              <a:ext cx="759576" cy="592341"/>
            </a:xfrm>
            <a:prstGeom prst="rect">
              <a:avLst/>
            </a:prstGeom>
            <a:solidFill>
              <a:srgbClr val="FFA3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255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163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218</a:t>
              </a: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6CCBC42E-797C-4CB6-8C59-2D6FCDDB1F33}"/>
                </a:ext>
              </a:extLst>
            </p:cNvPr>
            <p:cNvSpPr/>
            <p:nvPr userDrawn="1"/>
          </p:nvSpPr>
          <p:spPr>
            <a:xfrm>
              <a:off x="6942744" y="6015678"/>
              <a:ext cx="759576" cy="592341"/>
            </a:xfrm>
            <a:prstGeom prst="rect">
              <a:avLst/>
            </a:prstGeom>
            <a:solidFill>
              <a:srgbClr val="00C0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0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192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174</a:t>
              </a: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691DA2AF-1629-48DB-9571-C0A4059F3B38}"/>
                </a:ext>
              </a:extLst>
            </p:cNvPr>
            <p:cNvSpPr/>
            <p:nvPr userDrawn="1"/>
          </p:nvSpPr>
          <p:spPr>
            <a:xfrm>
              <a:off x="12580336" y="6015678"/>
              <a:ext cx="759576" cy="592341"/>
            </a:xfrm>
            <a:prstGeom prst="rect">
              <a:avLst/>
            </a:prstGeom>
            <a:solidFill>
              <a:srgbClr val="63EB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ysClr val="windowText" lastClr="000000"/>
                  </a:solidFill>
                </a:rPr>
                <a:t>99</a:t>
              </a:r>
            </a:p>
            <a:p>
              <a:pPr algn="ctr"/>
              <a:r>
                <a:rPr lang="en-GB" sz="800">
                  <a:solidFill>
                    <a:sysClr val="windowText" lastClr="000000"/>
                  </a:solidFill>
                </a:rPr>
                <a:t>235</a:t>
              </a:r>
            </a:p>
            <a:p>
              <a:pPr algn="ctr"/>
              <a:r>
                <a:rPr lang="en-GB" sz="800">
                  <a:solidFill>
                    <a:sysClr val="windowText" lastClr="000000"/>
                  </a:solidFill>
                </a:rPr>
                <a:t>218</a:t>
              </a: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7004D9F3-522B-4798-8584-5DAEBCA82D69}"/>
                </a:ext>
              </a:extLst>
            </p:cNvPr>
            <p:cNvSpPr/>
            <p:nvPr userDrawn="1"/>
          </p:nvSpPr>
          <p:spPr>
            <a:xfrm>
              <a:off x="7882343" y="5227726"/>
              <a:ext cx="759576" cy="592341"/>
            </a:xfrm>
            <a:prstGeom prst="rect">
              <a:avLst/>
            </a:prstGeom>
            <a:solidFill>
              <a:srgbClr val="00B8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0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184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245</a:t>
              </a: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DDFAE922-1756-4DBB-9867-8AF985CB3C58}"/>
                </a:ext>
              </a:extLst>
            </p:cNvPr>
            <p:cNvSpPr/>
            <p:nvPr userDrawn="1"/>
          </p:nvSpPr>
          <p:spPr>
            <a:xfrm>
              <a:off x="11640737" y="6015678"/>
              <a:ext cx="759576" cy="592341"/>
            </a:xfrm>
            <a:prstGeom prst="rect">
              <a:avLst/>
            </a:prstGeom>
            <a:solidFill>
              <a:srgbClr val="510D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81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13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188</a:t>
              </a: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88FF5845-C594-4FAB-AA8F-EA33A333B321}"/>
                </a:ext>
              </a:extLst>
            </p:cNvPr>
            <p:cNvSpPr/>
            <p:nvPr userDrawn="1"/>
          </p:nvSpPr>
          <p:spPr>
            <a:xfrm>
              <a:off x="12580336" y="5227726"/>
              <a:ext cx="759576" cy="592341"/>
            </a:xfrm>
            <a:prstGeom prst="rect">
              <a:avLst/>
            </a:prstGeom>
            <a:solidFill>
              <a:srgbClr val="098E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9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142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126</a:t>
              </a: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BDF8DBD9-3426-4B1A-A0E8-1F5F3DA02FE2}"/>
                </a:ext>
              </a:extLst>
            </p:cNvPr>
            <p:cNvSpPr/>
            <p:nvPr userDrawn="1"/>
          </p:nvSpPr>
          <p:spPr>
            <a:xfrm>
              <a:off x="10701139" y="6015678"/>
              <a:ext cx="759576" cy="592341"/>
            </a:xfrm>
            <a:prstGeom prst="rect">
              <a:avLst/>
            </a:prstGeom>
            <a:solidFill>
              <a:srgbClr val="6666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102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102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102</a:t>
              </a: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7F2702EE-4E6E-4980-B5D2-9FC76A136BA8}"/>
                </a:ext>
              </a:extLst>
            </p:cNvPr>
            <p:cNvSpPr/>
            <p:nvPr userDrawn="1"/>
          </p:nvSpPr>
          <p:spPr>
            <a:xfrm>
              <a:off x="7882343" y="6015678"/>
              <a:ext cx="759576" cy="592341"/>
            </a:xfrm>
            <a:prstGeom prst="rect">
              <a:avLst/>
            </a:prstGeom>
            <a:solidFill>
              <a:srgbClr val="AB0D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171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13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130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6694724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KPMG Bold" panose="020B080303020204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381" y="6444960"/>
            <a:ext cx="2112235" cy="216024"/>
          </a:xfrm>
          <a:prstGeom prst="rect">
            <a:avLst/>
          </a:prstGeom>
        </p:spPr>
        <p:txBody>
          <a:bodyPr/>
          <a:lstStyle>
            <a:lvl1pPr>
              <a:defRPr sz="700" b="1">
                <a:solidFill>
                  <a:schemeClr val="bg2"/>
                </a:solidFill>
              </a:defRPr>
            </a:lvl1pPr>
          </a:lstStyle>
          <a:p>
            <a:r>
              <a:rPr lang="en-GB"/>
              <a:t>towerswatson.com</a:t>
            </a:r>
          </a:p>
        </p:txBody>
      </p:sp>
    </p:spTree>
    <p:extLst>
      <p:ext uri="{BB962C8B-B14F-4D97-AF65-F5344CB8AC3E}">
        <p14:creationId xmlns:p14="http://schemas.microsoft.com/office/powerpoint/2010/main" val="105792538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ver 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5E587C3C-BD4B-4F51-B7E1-4F47CC04A7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3347"/>
            <a:ext cx="12191999" cy="6854653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601328"/>
            <a:ext cx="5074920" cy="1463175"/>
          </a:xfrm>
          <a:prstGeom prst="rect">
            <a:avLst/>
          </a:prstGeom>
        </p:spPr>
        <p:txBody>
          <a:bodyPr anchor="t" anchorCtr="0"/>
          <a:lstStyle>
            <a:lvl1pPr marL="0" algn="l" defTabSz="914400" rtl="0" eaLnBrk="1" latinLnBrk="0" hangingPunct="1">
              <a:lnSpc>
                <a:spcPts val="5000"/>
              </a:lnSpc>
              <a:defRPr lang="en-US" sz="4800" kern="1200" noProof="0" dirty="0">
                <a:solidFill>
                  <a:schemeClr val="bg1"/>
                </a:solidFill>
                <a:latin typeface="KPMG Light" panose="020B0403030202040204" pitchFamily="34" charset="77"/>
                <a:ea typeface="+mn-ea"/>
                <a:cs typeface="+mn-cs"/>
              </a:defRPr>
            </a:lvl1pPr>
          </a:lstStyle>
          <a:p>
            <a:r>
              <a:rPr lang="en-US" noProof="0"/>
              <a:t>Title slide 1</a:t>
            </a:r>
            <a:br>
              <a:rPr lang="en-US" noProof="0"/>
            </a:br>
            <a:r>
              <a:rPr lang="en-US" noProof="0"/>
              <a:t>light right vertical image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193917"/>
            <a:ext cx="5074920" cy="21600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200">
                <a:solidFill>
                  <a:schemeClr val="bg1"/>
                </a:solidFill>
                <a:latin typeface="Univers 45 Light" pitchFamily="2" charset="0"/>
              </a:defRPr>
            </a:lvl1pPr>
            <a:lvl2pPr>
              <a:defRPr sz="11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Subtitle here</a:t>
            </a:r>
          </a:p>
        </p:txBody>
      </p:sp>
      <p:sp>
        <p:nvSpPr>
          <p:cNvPr id="14" name="Freeform 19">
            <a:extLst>
              <a:ext uri="{FF2B5EF4-FFF2-40B4-BE49-F238E27FC236}">
                <a16:creationId xmlns:a16="http://schemas.microsoft.com/office/drawing/2014/main" id="{11D07706-0DAA-4F92-ADF2-D9D149A2BD7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675144" y="539429"/>
            <a:ext cx="1263194" cy="513842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>
              <a:latin typeface="Univers 45 Light" pitchFamily="2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B2EC01F-DC30-4420-94AE-DA64A9F5E524}"/>
              </a:ext>
            </a:extLst>
          </p:cNvPr>
          <p:cNvGrpSpPr/>
          <p:nvPr userDrawn="1"/>
        </p:nvGrpSpPr>
        <p:grpSpPr>
          <a:xfrm>
            <a:off x="682545" y="5496629"/>
            <a:ext cx="932751" cy="886543"/>
            <a:chOff x="682545" y="5496629"/>
            <a:chExt cx="932751" cy="886543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5469AB3-D227-46EB-BED1-1439DB0BF2C2}"/>
                </a:ext>
              </a:extLst>
            </p:cNvPr>
            <p:cNvSpPr txBox="1"/>
            <p:nvPr/>
          </p:nvSpPr>
          <p:spPr>
            <a:xfrm>
              <a:off x="682545" y="5496629"/>
              <a:ext cx="640217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3500">
                  <a:solidFill>
                    <a:schemeClr val="bg1"/>
                  </a:solidFill>
                  <a:latin typeface="KPMG Extralight" panose="020B0303030202040204" pitchFamily="34" charset="77"/>
                </a:rPr>
                <a:t>KPMG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CFC173D-6983-4BF6-8BD4-D163B97C0276}"/>
                </a:ext>
              </a:extLst>
            </p:cNvPr>
            <p:cNvSpPr txBox="1"/>
            <p:nvPr/>
          </p:nvSpPr>
          <p:spPr>
            <a:xfrm>
              <a:off x="682545" y="5844563"/>
              <a:ext cx="932751" cy="53860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3500">
                  <a:solidFill>
                    <a:schemeClr val="bg1"/>
                  </a:solidFill>
                  <a:latin typeface="KPMG Extralight" panose="020B0303030202040204" pitchFamily="34" charset="77"/>
                </a:rPr>
                <a:t>IGNITION</a:t>
              </a:r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1CD1F603-7D9D-4459-905B-1704590C611A}"/>
              </a:ext>
            </a:extLst>
          </p:cNvPr>
          <p:cNvSpPr/>
          <p:nvPr userDrawn="1"/>
        </p:nvSpPr>
        <p:spPr>
          <a:xfrm>
            <a:off x="0" y="-711200"/>
            <a:ext cx="1322762" cy="585133"/>
          </a:xfrm>
          <a:prstGeom prst="rect">
            <a:avLst/>
          </a:prstGeom>
          <a:solidFill>
            <a:srgbClr val="4A0D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/>
            <a:endParaRPr lang="en-US" sz="1500">
              <a:solidFill>
                <a:schemeClr val="bg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A0FC916-0527-4B86-B75B-1F9A2A32DD9C}"/>
              </a:ext>
            </a:extLst>
          </p:cNvPr>
          <p:cNvSpPr/>
          <p:nvPr userDrawn="1"/>
        </p:nvSpPr>
        <p:spPr>
          <a:xfrm>
            <a:off x="1485900" y="-711200"/>
            <a:ext cx="1322762" cy="585133"/>
          </a:xfrm>
          <a:prstGeom prst="rect">
            <a:avLst/>
          </a:prstGeom>
          <a:solidFill>
            <a:srgbClr val="99D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/>
            <a:endParaRPr lang="en-US" sz="1500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1D366CF-B037-41D8-B2C3-30A8D5D6F2C4}"/>
              </a:ext>
            </a:extLst>
          </p:cNvPr>
          <p:cNvSpPr/>
          <p:nvPr userDrawn="1"/>
        </p:nvSpPr>
        <p:spPr>
          <a:xfrm>
            <a:off x="3223260" y="-711200"/>
            <a:ext cx="1322762" cy="585133"/>
          </a:xfrm>
          <a:prstGeom prst="rect">
            <a:avLst/>
          </a:prstGeom>
          <a:solidFill>
            <a:srgbClr val="002F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/>
            <a:endParaRPr lang="en-US" sz="1500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E1EB352-F496-4EDD-886F-759A381232ED}"/>
              </a:ext>
            </a:extLst>
          </p:cNvPr>
          <p:cNvSpPr/>
          <p:nvPr userDrawn="1"/>
        </p:nvSpPr>
        <p:spPr>
          <a:xfrm>
            <a:off x="4772200" y="-711200"/>
            <a:ext cx="1322762" cy="585133"/>
          </a:xfrm>
          <a:prstGeom prst="rect">
            <a:avLst/>
          </a:prstGeom>
          <a:solidFill>
            <a:srgbClr val="B53E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/>
            <a:endParaRPr lang="en-US" sz="1500">
              <a:solidFill>
                <a:schemeClr val="bg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7A46860-E53B-4432-8E8B-CD04CA415A8A}"/>
              </a:ext>
            </a:extLst>
          </p:cNvPr>
          <p:cNvSpPr/>
          <p:nvPr userDrawn="1"/>
        </p:nvSpPr>
        <p:spPr>
          <a:xfrm>
            <a:off x="6321140" y="-711200"/>
            <a:ext cx="1322762" cy="585133"/>
          </a:xfrm>
          <a:prstGeom prst="rect">
            <a:avLst/>
          </a:prstGeom>
          <a:solidFill>
            <a:srgbClr val="F8CF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/>
            <a:endParaRPr lang="en-US" sz="1500">
              <a:solidFill>
                <a:schemeClr val="bg1"/>
              </a:solidFill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E039DFF-79F2-4533-9A8B-FA35B784AB56}"/>
              </a:ext>
            </a:extLst>
          </p:cNvPr>
          <p:cNvCxnSpPr>
            <a:cxnSpLocks/>
          </p:cNvCxnSpPr>
          <p:nvPr userDrawn="1"/>
        </p:nvCxnSpPr>
        <p:spPr>
          <a:xfrm>
            <a:off x="2997081" y="-711200"/>
            <a:ext cx="0" cy="58513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23155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82505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Pages | Cream | blan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311D314F-365F-974F-93D9-2DB26577AB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95749" y="6380083"/>
            <a:ext cx="3344557" cy="14622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 b="0" i="0">
                <a:solidFill>
                  <a:schemeClr val="tx1"/>
                </a:solidFill>
                <a:latin typeface="SoDo Sans Light" panose="00000400000000000000" pitchFamily="50" charset="0"/>
                <a:ea typeface="SoDo Sans Light" panose="00000400000000000000" pitchFamily="50" charset="0"/>
              </a:defRPr>
            </a:lvl1pPr>
          </a:lstStyle>
          <a:p>
            <a:pPr lvl="0"/>
            <a:r>
              <a:rPr lang="en-US"/>
              <a:t>Template Name</a:t>
            </a:r>
          </a:p>
        </p:txBody>
      </p:sp>
      <p:sp>
        <p:nvSpPr>
          <p:cNvPr id="35" name="Text Placeholder 33">
            <a:extLst>
              <a:ext uri="{FF2B5EF4-FFF2-40B4-BE49-F238E27FC236}">
                <a16:creationId xmlns:a16="http://schemas.microsoft.com/office/drawing/2014/main" id="{D48EC48B-EEB2-A54F-B42C-0C1F4457A3C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51980" y="577587"/>
            <a:ext cx="5266114" cy="14622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solidFill>
                  <a:schemeClr val="tx1"/>
                </a:solidFill>
                <a:latin typeface="SoDo Sans" pitchFamily="2" charset="77"/>
                <a:ea typeface="SoDo Sans" pitchFamily="2" charset="77"/>
              </a:defRPr>
            </a:lvl1pPr>
          </a:lstStyle>
          <a:p>
            <a:pPr lvl="0"/>
            <a:r>
              <a:rPr lang="en-US"/>
              <a:t>Page Title  |  Optional Subhead</a:t>
            </a:r>
          </a:p>
        </p:txBody>
      </p:sp>
    </p:spTree>
    <p:extLst>
      <p:ext uri="{BB962C8B-B14F-4D97-AF65-F5344CB8AC3E}">
        <p14:creationId xmlns:p14="http://schemas.microsoft.com/office/powerpoint/2010/main" val="333016065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8930FFA-03D0-4984-A1D9-38F37F7A3FD8}"/>
              </a:ext>
            </a:extLst>
          </p:cNvPr>
          <p:cNvSpPr/>
          <p:nvPr userDrawn="1"/>
        </p:nvSpPr>
        <p:spPr>
          <a:xfrm>
            <a:off x="0" y="1120"/>
            <a:ext cx="12192000" cy="11833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524121" y="6356351"/>
            <a:ext cx="434795" cy="365124"/>
          </a:xfrm>
          <a:prstGeom prst="rect">
            <a:avLst/>
          </a:prstGeom>
        </p:spPr>
        <p:txBody>
          <a:bodyPr anchor="ctr"/>
          <a:lstStyle>
            <a:lvl1pPr>
              <a:defRPr sz="1333">
                <a:solidFill>
                  <a:schemeClr val="accent1"/>
                </a:solidFill>
              </a:defRPr>
            </a:lvl1pPr>
          </a:lstStyle>
          <a:p>
            <a:fld id="{1E4E2583-9393-4032-B7D4-7076DC86C39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48FD9B4-3BEE-43B3-8D18-6C9A59FCF9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4849" y="178545"/>
            <a:ext cx="11744067" cy="838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Title of slide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51481C9-5BD6-4229-AFF5-74E01ED87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849" y="1411649"/>
            <a:ext cx="11744067" cy="4747249"/>
          </a:xfrm>
          <a:prstGeom prst="rect">
            <a:avLst/>
          </a:prstGeom>
        </p:spPr>
        <p:txBody>
          <a:bodyPr/>
          <a:lstStyle>
            <a:lvl1pPr marL="228594" indent="-228594"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latin typeface="+mj-lt"/>
              </a:defRPr>
            </a:lvl1pPr>
            <a:lvl2pPr marL="685783" indent="-228594">
              <a:buClr>
                <a:schemeClr val="accent1"/>
              </a:buClr>
              <a:buFont typeface="Wingdings" panose="05000000000000000000" pitchFamily="2" charset="2"/>
              <a:buChar char="§"/>
              <a:defRPr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/>
            </a:lvl3pPr>
            <a:lvl4pPr marL="1600160" indent="-228594">
              <a:buClr>
                <a:schemeClr val="accent1"/>
              </a:buClr>
              <a:buFont typeface="Wingdings" panose="05000000000000000000" pitchFamily="2" charset="2"/>
              <a:buChar char="§"/>
              <a:defRPr/>
            </a:lvl4pPr>
            <a:lvl5pPr marL="2057349" indent="-228594">
              <a:buClr>
                <a:schemeClr val="accent1"/>
              </a:buClr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</a:t>
            </a:r>
            <a:r>
              <a:rPr lang="en-US" err="1"/>
              <a:t>lvel</a:t>
            </a:r>
            <a:endParaRPr lang="en-US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7B3FE718-2E2A-4A30-B3FD-A87361E3239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92530" y="6356351"/>
            <a:ext cx="1502191" cy="365125"/>
          </a:xfrm>
          <a:prstGeom prst="rect">
            <a:avLst/>
          </a:prstGeom>
        </p:spPr>
        <p:txBody>
          <a:bodyPr anchor="ctr"/>
          <a:lstStyle>
            <a:lvl1pPr>
              <a:defRPr sz="1200">
                <a:solidFill>
                  <a:schemeClr val="accent1"/>
                </a:solidFill>
              </a:defRPr>
            </a:lvl1pPr>
          </a:lstStyle>
          <a:p>
            <a:r>
              <a:rPr lang="en-US"/>
              <a:t>T-Mobile Confidential </a:t>
            </a:r>
          </a:p>
        </p:txBody>
      </p:sp>
      <p:pic>
        <p:nvPicPr>
          <p:cNvPr id="9" name="Picture 8" descr="A picture containing object, clock, meter, drawing&#10;&#10;Description automatically generated">
            <a:extLst>
              <a:ext uri="{FF2B5EF4-FFF2-40B4-BE49-F238E27FC236}">
                <a16:creationId xmlns:a16="http://schemas.microsoft.com/office/drawing/2014/main" id="{CD911D34-6E59-4DDC-B547-42068EE74D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4850" y="6428602"/>
            <a:ext cx="902540" cy="220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12553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One Column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200400" y="1447800"/>
            <a:ext cx="8634578" cy="4846320"/>
          </a:xfrm>
          <a:solidFill>
            <a:srgbClr val="DAE2F3"/>
          </a:solidFill>
        </p:spPr>
        <p:txBody>
          <a:bodyPr lIns="91440" tIns="91440" rIns="91440" bIns="91440"/>
          <a:lstStyle>
            <a:lvl1pPr>
              <a:spcAft>
                <a:spcPts val="300"/>
              </a:spcAft>
              <a:defRPr sz="1200">
                <a:solidFill>
                  <a:srgbClr val="12385C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spcAft>
                <a:spcPts val="300"/>
              </a:spcAft>
              <a:defRPr sz="12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spcAft>
                <a:spcPts val="300"/>
              </a:spcAft>
              <a:defRPr sz="12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spcAft>
                <a:spcPts val="300"/>
              </a:spcAft>
              <a:defRPr sz="12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spcAft>
                <a:spcPts val="300"/>
              </a:spcAft>
              <a:defRPr sz="120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CFC99C-7410-4D22-BA8D-48877FCF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258" y="237813"/>
            <a:ext cx="11475720" cy="344710"/>
          </a:xfrm>
        </p:spPr>
        <p:txBody>
          <a:bodyPr>
            <a:noAutofit/>
          </a:bodyPr>
          <a:lstStyle>
            <a:lvl1pPr>
              <a:defRPr sz="3200">
                <a:solidFill>
                  <a:srgbClr val="12385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744850-C54F-FF07-5C03-A71CDE0E1E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518534" y="6502290"/>
            <a:ext cx="1005840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b="1" kern="1200" noProof="0">
                <a:solidFill>
                  <a:srgbClr val="12385C"/>
                </a:solidFill>
                <a:latin typeface="Calibri" panose="020F0502020204030204" pitchFamily="34" charset="0"/>
                <a:ea typeface="+mn-ea"/>
                <a:cs typeface="+mn-cs"/>
              </a:rPr>
              <a:t>CONFIDENTIAL | DO NOT DISTRIBUTE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kern="1200" noProof="0">
                <a:solidFill>
                  <a:srgbClr val="12385C"/>
                </a:solidFill>
                <a:latin typeface="Calibri" panose="020F0502020204030204" pitchFamily="34" charset="0"/>
                <a:ea typeface="+mn-ea"/>
                <a:cs typeface="+mn-cs"/>
              </a:rPr>
              <a:t>© 2024 KPMG LLP, a Delaware limited liability partnership and a member firm of the KPMG global organization of independent member firms affiliated with KPMG International Limited, a private English company limited by guarantee. All rights reserved. USCS008747-1B</a:t>
            </a:r>
          </a:p>
        </p:txBody>
      </p:sp>
      <p:sp>
        <p:nvSpPr>
          <p:cNvPr id="7" name="Graphic 8">
            <a:extLst>
              <a:ext uri="{FF2B5EF4-FFF2-40B4-BE49-F238E27FC236}">
                <a16:creationId xmlns:a16="http://schemas.microsoft.com/office/drawing/2014/main" id="{12BCC0EF-FEA4-E132-D0DF-FB1DFA24D4FA}"/>
              </a:ext>
            </a:extLst>
          </p:cNvPr>
          <p:cNvSpPr/>
          <p:nvPr userDrawn="1"/>
        </p:nvSpPr>
        <p:spPr>
          <a:xfrm>
            <a:off x="359258" y="6523028"/>
            <a:ext cx="484832" cy="194706"/>
          </a:xfrm>
          <a:custGeom>
            <a:avLst/>
            <a:gdLst>
              <a:gd name="connsiteX0" fmla="*/ 480938 w 484832"/>
              <a:gd name="connsiteY0" fmla="*/ 148130 h 194706"/>
              <a:gd name="connsiteX1" fmla="*/ 455744 w 484832"/>
              <a:gd name="connsiteY1" fmla="*/ 148130 h 194706"/>
              <a:gd name="connsiteX2" fmla="*/ 459917 w 484832"/>
              <a:gd name="connsiteY2" fmla="*/ 131488 h 194706"/>
              <a:gd name="connsiteX3" fmla="*/ 409445 w 484832"/>
              <a:gd name="connsiteY3" fmla="*/ 131488 h 194706"/>
              <a:gd name="connsiteX4" fmla="*/ 405289 w 484832"/>
              <a:gd name="connsiteY4" fmla="*/ 148130 h 194706"/>
              <a:gd name="connsiteX5" fmla="*/ 380916 w 484832"/>
              <a:gd name="connsiteY5" fmla="*/ 148130 h 194706"/>
              <a:gd name="connsiteX6" fmla="*/ 380916 w 484832"/>
              <a:gd name="connsiteY6" fmla="*/ 144709 h 194706"/>
              <a:gd name="connsiteX7" fmla="*/ 382079 w 484832"/>
              <a:gd name="connsiteY7" fmla="*/ 138775 h 194706"/>
              <a:gd name="connsiteX8" fmla="*/ 418715 w 484832"/>
              <a:gd name="connsiteY8" fmla="*/ 103062 h 194706"/>
              <a:gd name="connsiteX9" fmla="*/ 433698 w 484832"/>
              <a:gd name="connsiteY9" fmla="*/ 117292 h 194706"/>
              <a:gd name="connsiteX10" fmla="*/ 463732 w 484832"/>
              <a:gd name="connsiteY10" fmla="*/ 117292 h 194706"/>
              <a:gd name="connsiteX11" fmla="*/ 461234 w 484832"/>
              <a:gd name="connsiteY11" fmla="*/ 95058 h 194706"/>
              <a:gd name="connsiteX12" fmla="*/ 425214 w 484832"/>
              <a:gd name="connsiteY12" fmla="*/ 82641 h 194706"/>
              <a:gd name="connsiteX13" fmla="*/ 380916 w 484832"/>
              <a:gd name="connsiteY13" fmla="*/ 94357 h 194706"/>
              <a:gd name="connsiteX14" fmla="*/ 380916 w 484832"/>
              <a:gd name="connsiteY14" fmla="*/ 3708 h 194706"/>
              <a:gd name="connsiteX15" fmla="*/ 480938 w 484832"/>
              <a:gd name="connsiteY15" fmla="*/ 3708 h 194706"/>
              <a:gd name="connsiteX16" fmla="*/ 421914 w 484832"/>
              <a:gd name="connsiteY16" fmla="*/ 172537 h 194706"/>
              <a:gd name="connsiteX17" fmla="*/ 405101 w 484832"/>
              <a:gd name="connsiteY17" fmla="*/ 174247 h 194706"/>
              <a:gd name="connsiteX18" fmla="*/ 380438 w 484832"/>
              <a:gd name="connsiteY18" fmla="*/ 151910 h 194706"/>
              <a:gd name="connsiteX19" fmla="*/ 427027 w 484832"/>
              <a:gd name="connsiteY19" fmla="*/ 151910 h 194706"/>
              <a:gd name="connsiteX20" fmla="*/ 364275 w 484832"/>
              <a:gd name="connsiteY20" fmla="*/ 90064 h 194706"/>
              <a:gd name="connsiteX21" fmla="*/ 364275 w 484832"/>
              <a:gd name="connsiteY21" fmla="*/ 110759 h 194706"/>
              <a:gd name="connsiteX22" fmla="*/ 350951 w 484832"/>
              <a:gd name="connsiteY22" fmla="*/ 139390 h 194706"/>
              <a:gd name="connsiteX23" fmla="*/ 349360 w 484832"/>
              <a:gd name="connsiteY23" fmla="*/ 148130 h 194706"/>
              <a:gd name="connsiteX24" fmla="*/ 334669 w 484832"/>
              <a:gd name="connsiteY24" fmla="*/ 148130 h 194706"/>
              <a:gd name="connsiteX25" fmla="*/ 347223 w 484832"/>
              <a:gd name="connsiteY25" fmla="*/ 88524 h 194706"/>
              <a:gd name="connsiteX26" fmla="*/ 304943 w 484832"/>
              <a:gd name="connsiteY26" fmla="*/ 88524 h 194706"/>
              <a:gd name="connsiteX27" fmla="*/ 267110 w 484832"/>
              <a:gd name="connsiteY27" fmla="*/ 148164 h 194706"/>
              <a:gd name="connsiteX28" fmla="*/ 264339 w 484832"/>
              <a:gd name="connsiteY28" fmla="*/ 148164 h 194706"/>
              <a:gd name="connsiteX29" fmla="*/ 264339 w 484832"/>
              <a:gd name="connsiteY29" fmla="*/ 3759 h 194706"/>
              <a:gd name="connsiteX30" fmla="*/ 364326 w 484832"/>
              <a:gd name="connsiteY30" fmla="*/ 3759 h 194706"/>
              <a:gd name="connsiteX31" fmla="*/ 308449 w 484832"/>
              <a:gd name="connsiteY31" fmla="*/ 148130 h 194706"/>
              <a:gd name="connsiteX32" fmla="*/ 293398 w 484832"/>
              <a:gd name="connsiteY32" fmla="*/ 148130 h 194706"/>
              <a:gd name="connsiteX33" fmla="*/ 316163 w 484832"/>
              <a:gd name="connsiteY33" fmla="*/ 112315 h 194706"/>
              <a:gd name="connsiteX34" fmla="*/ 247731 w 484832"/>
              <a:gd name="connsiteY34" fmla="*/ 88388 h 194706"/>
              <a:gd name="connsiteX35" fmla="*/ 222709 w 484832"/>
              <a:gd name="connsiteY35" fmla="*/ 88388 h 194706"/>
              <a:gd name="connsiteX36" fmla="*/ 205606 w 484832"/>
              <a:gd name="connsiteY36" fmla="*/ 148130 h 194706"/>
              <a:gd name="connsiteX37" fmla="*/ 179027 w 484832"/>
              <a:gd name="connsiteY37" fmla="*/ 148130 h 194706"/>
              <a:gd name="connsiteX38" fmla="*/ 203314 w 484832"/>
              <a:gd name="connsiteY38" fmla="*/ 119413 h 194706"/>
              <a:gd name="connsiteX39" fmla="*/ 199893 w 484832"/>
              <a:gd name="connsiteY39" fmla="*/ 95725 h 194706"/>
              <a:gd name="connsiteX40" fmla="*/ 167653 w 484832"/>
              <a:gd name="connsiteY40" fmla="*/ 88353 h 194706"/>
              <a:gd name="connsiteX41" fmla="*/ 147796 w 484832"/>
              <a:gd name="connsiteY41" fmla="*/ 88353 h 194706"/>
              <a:gd name="connsiteX42" fmla="*/ 147796 w 484832"/>
              <a:gd name="connsiteY42" fmla="*/ 3759 h 194706"/>
              <a:gd name="connsiteX43" fmla="*/ 247697 w 484832"/>
              <a:gd name="connsiteY43" fmla="*/ 3759 h 194706"/>
              <a:gd name="connsiteX44" fmla="*/ 231740 w 484832"/>
              <a:gd name="connsiteY44" fmla="*/ 148130 h 194706"/>
              <a:gd name="connsiteX45" fmla="*/ 242258 w 484832"/>
              <a:gd name="connsiteY45" fmla="*/ 110759 h 194706"/>
              <a:gd name="connsiteX46" fmla="*/ 242635 w 484832"/>
              <a:gd name="connsiteY46" fmla="*/ 148130 h 194706"/>
              <a:gd name="connsiteX47" fmla="*/ 158981 w 484832"/>
              <a:gd name="connsiteY47" fmla="*/ 133934 h 194706"/>
              <a:gd name="connsiteX48" fmla="*/ 158981 w 484832"/>
              <a:gd name="connsiteY48" fmla="*/ 133934 h 194706"/>
              <a:gd name="connsiteX49" fmla="*/ 155920 w 484832"/>
              <a:gd name="connsiteY49" fmla="*/ 134054 h 194706"/>
              <a:gd name="connsiteX50" fmla="*/ 152243 w 484832"/>
              <a:gd name="connsiteY50" fmla="*/ 134054 h 194706"/>
              <a:gd name="connsiteX51" fmla="*/ 145846 w 484832"/>
              <a:gd name="connsiteY51" fmla="*/ 134054 h 194706"/>
              <a:gd name="connsiteX52" fmla="*/ 148805 w 484832"/>
              <a:gd name="connsiteY52" fmla="*/ 123125 h 194706"/>
              <a:gd name="connsiteX53" fmla="*/ 150207 w 484832"/>
              <a:gd name="connsiteY53" fmla="*/ 117686 h 194706"/>
              <a:gd name="connsiteX54" fmla="*/ 153628 w 484832"/>
              <a:gd name="connsiteY54" fmla="*/ 104961 h 194706"/>
              <a:gd name="connsiteX55" fmla="*/ 157972 w 484832"/>
              <a:gd name="connsiteY55" fmla="*/ 104961 h 194706"/>
              <a:gd name="connsiteX56" fmla="*/ 162915 w 484832"/>
              <a:gd name="connsiteY56" fmla="*/ 104961 h 194706"/>
              <a:gd name="connsiteX57" fmla="*/ 178668 w 484832"/>
              <a:gd name="connsiteY57" fmla="*/ 108159 h 194706"/>
              <a:gd name="connsiteX58" fmla="*/ 178206 w 484832"/>
              <a:gd name="connsiteY58" fmla="*/ 119105 h 194706"/>
              <a:gd name="connsiteX59" fmla="*/ 159084 w 484832"/>
              <a:gd name="connsiteY59" fmla="*/ 133986 h 194706"/>
              <a:gd name="connsiteX60" fmla="*/ 131291 w 484832"/>
              <a:gd name="connsiteY60" fmla="*/ 93741 h 194706"/>
              <a:gd name="connsiteX61" fmla="*/ 129717 w 484832"/>
              <a:gd name="connsiteY61" fmla="*/ 98872 h 194706"/>
              <a:gd name="connsiteX62" fmla="*/ 115419 w 484832"/>
              <a:gd name="connsiteY62" fmla="*/ 146471 h 194706"/>
              <a:gd name="connsiteX63" fmla="*/ 114854 w 484832"/>
              <a:gd name="connsiteY63" fmla="*/ 148181 h 194706"/>
              <a:gd name="connsiteX64" fmla="*/ 67683 w 484832"/>
              <a:gd name="connsiteY64" fmla="*/ 148181 h 194706"/>
              <a:gd name="connsiteX65" fmla="*/ 64006 w 484832"/>
              <a:gd name="connsiteY65" fmla="*/ 140365 h 194706"/>
              <a:gd name="connsiteX66" fmla="*/ 114683 w 484832"/>
              <a:gd name="connsiteY66" fmla="*/ 88524 h 194706"/>
              <a:gd name="connsiteX67" fmla="*/ 82187 w 484832"/>
              <a:gd name="connsiteY67" fmla="*/ 88524 h 194706"/>
              <a:gd name="connsiteX68" fmla="*/ 42507 w 484832"/>
              <a:gd name="connsiteY68" fmla="*/ 131283 h 194706"/>
              <a:gd name="connsiteX69" fmla="*/ 55351 w 484832"/>
              <a:gd name="connsiteY69" fmla="*/ 88524 h 194706"/>
              <a:gd name="connsiteX70" fmla="*/ 31270 w 484832"/>
              <a:gd name="connsiteY70" fmla="*/ 88524 h 194706"/>
              <a:gd name="connsiteX71" fmla="*/ 31270 w 484832"/>
              <a:gd name="connsiteY71" fmla="*/ 3759 h 194706"/>
              <a:gd name="connsiteX72" fmla="*/ 131188 w 484832"/>
              <a:gd name="connsiteY72" fmla="*/ 3759 h 194706"/>
              <a:gd name="connsiteX73" fmla="*/ 377119 w 484832"/>
              <a:gd name="connsiteY73" fmla="*/ -89 h 194706"/>
              <a:gd name="connsiteX74" fmla="*/ 377119 w 484832"/>
              <a:gd name="connsiteY74" fmla="*/ 97076 h 194706"/>
              <a:gd name="connsiteX75" fmla="*/ 368140 w 484832"/>
              <a:gd name="connsiteY75" fmla="*/ 105713 h 194706"/>
              <a:gd name="connsiteX76" fmla="*/ 368140 w 484832"/>
              <a:gd name="connsiteY76" fmla="*/ -89 h 194706"/>
              <a:gd name="connsiteX77" fmla="*/ 260525 w 484832"/>
              <a:gd name="connsiteY77" fmla="*/ -89 h 194706"/>
              <a:gd name="connsiteX78" fmla="*/ 260525 w 484832"/>
              <a:gd name="connsiteY78" fmla="*/ 88388 h 194706"/>
              <a:gd name="connsiteX79" fmla="*/ 251614 w 484832"/>
              <a:gd name="connsiteY79" fmla="*/ 88388 h 194706"/>
              <a:gd name="connsiteX80" fmla="*/ 251614 w 484832"/>
              <a:gd name="connsiteY80" fmla="*/ -89 h 194706"/>
              <a:gd name="connsiteX81" fmla="*/ 143965 w 484832"/>
              <a:gd name="connsiteY81" fmla="*/ -89 h 194706"/>
              <a:gd name="connsiteX82" fmla="*/ 143965 w 484832"/>
              <a:gd name="connsiteY82" fmla="*/ 88524 h 194706"/>
              <a:gd name="connsiteX83" fmla="*/ 135071 w 484832"/>
              <a:gd name="connsiteY83" fmla="*/ 88524 h 194706"/>
              <a:gd name="connsiteX84" fmla="*/ 135071 w 484832"/>
              <a:gd name="connsiteY84" fmla="*/ -89 h 194706"/>
              <a:gd name="connsiteX85" fmla="*/ 27456 w 484832"/>
              <a:gd name="connsiteY85" fmla="*/ -89 h 194706"/>
              <a:gd name="connsiteX86" fmla="*/ 27456 w 484832"/>
              <a:gd name="connsiteY86" fmla="*/ 100907 h 194706"/>
              <a:gd name="connsiteX87" fmla="*/ -47 w 484832"/>
              <a:gd name="connsiteY87" fmla="*/ 192480 h 194706"/>
              <a:gd name="connsiteX88" fmla="*/ 24120 w 484832"/>
              <a:gd name="connsiteY88" fmla="*/ 192480 h 194706"/>
              <a:gd name="connsiteX89" fmla="*/ 36247 w 484832"/>
              <a:gd name="connsiteY89" fmla="*/ 151927 h 194706"/>
              <a:gd name="connsiteX90" fmla="*/ 39667 w 484832"/>
              <a:gd name="connsiteY90" fmla="*/ 151927 h 194706"/>
              <a:gd name="connsiteX91" fmla="*/ 59696 w 484832"/>
              <a:gd name="connsiteY91" fmla="*/ 192480 h 194706"/>
              <a:gd name="connsiteX92" fmla="*/ 89028 w 484832"/>
              <a:gd name="connsiteY92" fmla="*/ 192480 h 194706"/>
              <a:gd name="connsiteX93" fmla="*/ 69513 w 484832"/>
              <a:gd name="connsiteY93" fmla="*/ 151927 h 194706"/>
              <a:gd name="connsiteX94" fmla="*/ 113623 w 484832"/>
              <a:gd name="connsiteY94" fmla="*/ 151927 h 194706"/>
              <a:gd name="connsiteX95" fmla="*/ 101377 w 484832"/>
              <a:gd name="connsiteY95" fmla="*/ 192480 h 194706"/>
              <a:gd name="connsiteX96" fmla="*/ 127785 w 484832"/>
              <a:gd name="connsiteY96" fmla="*/ 192480 h 194706"/>
              <a:gd name="connsiteX97" fmla="*/ 139860 w 484832"/>
              <a:gd name="connsiteY97" fmla="*/ 152047 h 194706"/>
              <a:gd name="connsiteX98" fmla="*/ 145641 w 484832"/>
              <a:gd name="connsiteY98" fmla="*/ 152047 h 194706"/>
              <a:gd name="connsiteX99" fmla="*/ 145641 w 484832"/>
              <a:gd name="connsiteY99" fmla="*/ 151927 h 194706"/>
              <a:gd name="connsiteX100" fmla="*/ 204408 w 484832"/>
              <a:gd name="connsiteY100" fmla="*/ 151927 h 194706"/>
              <a:gd name="connsiteX101" fmla="*/ 192761 w 484832"/>
              <a:gd name="connsiteY101" fmla="*/ 192360 h 194706"/>
              <a:gd name="connsiteX102" fmla="*/ 219374 w 484832"/>
              <a:gd name="connsiteY102" fmla="*/ 192360 h 194706"/>
              <a:gd name="connsiteX103" fmla="*/ 230662 w 484832"/>
              <a:gd name="connsiteY103" fmla="*/ 151927 h 194706"/>
              <a:gd name="connsiteX104" fmla="*/ 242635 w 484832"/>
              <a:gd name="connsiteY104" fmla="*/ 151927 h 194706"/>
              <a:gd name="connsiteX105" fmla="*/ 242960 w 484832"/>
              <a:gd name="connsiteY105" fmla="*/ 192360 h 194706"/>
              <a:gd name="connsiteX106" fmla="*/ 265280 w 484832"/>
              <a:gd name="connsiteY106" fmla="*/ 192360 h 194706"/>
              <a:gd name="connsiteX107" fmla="*/ 290935 w 484832"/>
              <a:gd name="connsiteY107" fmla="*/ 151927 h 194706"/>
              <a:gd name="connsiteX108" fmla="*/ 307713 w 484832"/>
              <a:gd name="connsiteY108" fmla="*/ 151927 h 194706"/>
              <a:gd name="connsiteX109" fmla="*/ 299059 w 484832"/>
              <a:gd name="connsiteY109" fmla="*/ 192360 h 194706"/>
              <a:gd name="connsiteX110" fmla="*/ 325227 w 484832"/>
              <a:gd name="connsiteY110" fmla="*/ 192360 h 194706"/>
              <a:gd name="connsiteX111" fmla="*/ 333779 w 484832"/>
              <a:gd name="connsiteY111" fmla="*/ 151927 h 194706"/>
              <a:gd name="connsiteX112" fmla="*/ 348933 w 484832"/>
              <a:gd name="connsiteY112" fmla="*/ 151927 h 194706"/>
              <a:gd name="connsiteX113" fmla="*/ 359845 w 484832"/>
              <a:gd name="connsiteY113" fmla="*/ 183517 h 194706"/>
              <a:gd name="connsiteX114" fmla="*/ 397131 w 484832"/>
              <a:gd name="connsiteY114" fmla="*/ 194617 h 194706"/>
              <a:gd name="connsiteX115" fmla="*/ 445807 w 484832"/>
              <a:gd name="connsiteY115" fmla="*/ 188648 h 194706"/>
              <a:gd name="connsiteX116" fmla="*/ 454872 w 484832"/>
              <a:gd name="connsiteY116" fmla="*/ 151927 h 194706"/>
              <a:gd name="connsiteX117" fmla="*/ 484786 w 484832"/>
              <a:gd name="connsiteY117" fmla="*/ 151927 h 194706"/>
              <a:gd name="connsiteX118" fmla="*/ 484786 w 484832"/>
              <a:gd name="connsiteY118" fmla="*/ -89 h 194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484832" h="194706">
                <a:moveTo>
                  <a:pt x="480938" y="148130"/>
                </a:moveTo>
                <a:lnTo>
                  <a:pt x="455744" y="148130"/>
                </a:lnTo>
                <a:lnTo>
                  <a:pt x="459917" y="131488"/>
                </a:lnTo>
                <a:lnTo>
                  <a:pt x="409445" y="131488"/>
                </a:lnTo>
                <a:lnTo>
                  <a:pt x="405289" y="148130"/>
                </a:lnTo>
                <a:lnTo>
                  <a:pt x="380916" y="148130"/>
                </a:lnTo>
                <a:lnTo>
                  <a:pt x="380916" y="144709"/>
                </a:lnTo>
                <a:cubicBezTo>
                  <a:pt x="381293" y="142845"/>
                  <a:pt x="381618" y="140878"/>
                  <a:pt x="382079" y="138775"/>
                </a:cubicBezTo>
                <a:cubicBezTo>
                  <a:pt x="386526" y="120816"/>
                  <a:pt x="398311" y="103062"/>
                  <a:pt x="418715" y="103062"/>
                </a:cubicBezTo>
                <a:cubicBezTo>
                  <a:pt x="426771" y="103062"/>
                  <a:pt x="434792" y="106141"/>
                  <a:pt x="433698" y="117292"/>
                </a:cubicBezTo>
                <a:lnTo>
                  <a:pt x="463732" y="117292"/>
                </a:lnTo>
                <a:cubicBezTo>
                  <a:pt x="464912" y="112161"/>
                  <a:pt x="466896" y="103216"/>
                  <a:pt x="461234" y="95058"/>
                </a:cubicBezTo>
                <a:cubicBezTo>
                  <a:pt x="454821" y="86198"/>
                  <a:pt x="441942" y="82641"/>
                  <a:pt x="425214" y="82641"/>
                </a:cubicBezTo>
                <a:cubicBezTo>
                  <a:pt x="413328" y="82641"/>
                  <a:pt x="395933" y="84539"/>
                  <a:pt x="380916" y="94357"/>
                </a:cubicBezTo>
                <a:lnTo>
                  <a:pt x="380916" y="3708"/>
                </a:lnTo>
                <a:lnTo>
                  <a:pt x="480938" y="3708"/>
                </a:lnTo>
                <a:close/>
                <a:moveTo>
                  <a:pt x="421914" y="172537"/>
                </a:moveTo>
                <a:cubicBezTo>
                  <a:pt x="416372" y="173606"/>
                  <a:pt x="410745" y="174179"/>
                  <a:pt x="405101" y="174247"/>
                </a:cubicBezTo>
                <a:cubicBezTo>
                  <a:pt x="390683" y="174247"/>
                  <a:pt x="380643" y="167543"/>
                  <a:pt x="380438" y="151910"/>
                </a:cubicBezTo>
                <a:lnTo>
                  <a:pt x="427027" y="151910"/>
                </a:lnTo>
                <a:close/>
                <a:moveTo>
                  <a:pt x="364275" y="90064"/>
                </a:moveTo>
                <a:lnTo>
                  <a:pt x="364275" y="110759"/>
                </a:lnTo>
                <a:cubicBezTo>
                  <a:pt x="358044" y="119364"/>
                  <a:pt x="353522" y="129082"/>
                  <a:pt x="350951" y="139390"/>
                </a:cubicBezTo>
                <a:cubicBezTo>
                  <a:pt x="350195" y="142258"/>
                  <a:pt x="349663" y="145180"/>
                  <a:pt x="349360" y="148130"/>
                </a:cubicBezTo>
                <a:lnTo>
                  <a:pt x="334669" y="148130"/>
                </a:lnTo>
                <a:lnTo>
                  <a:pt x="347223" y="88524"/>
                </a:lnTo>
                <a:lnTo>
                  <a:pt x="304943" y="88524"/>
                </a:lnTo>
                <a:lnTo>
                  <a:pt x="267110" y="148164"/>
                </a:lnTo>
                <a:lnTo>
                  <a:pt x="264339" y="148164"/>
                </a:lnTo>
                <a:lnTo>
                  <a:pt x="264339" y="3759"/>
                </a:lnTo>
                <a:lnTo>
                  <a:pt x="364326" y="3759"/>
                </a:lnTo>
                <a:close/>
                <a:moveTo>
                  <a:pt x="308449" y="148130"/>
                </a:moveTo>
                <a:lnTo>
                  <a:pt x="293398" y="148130"/>
                </a:lnTo>
                <a:lnTo>
                  <a:pt x="316163" y="112315"/>
                </a:lnTo>
                <a:close/>
                <a:moveTo>
                  <a:pt x="247731" y="88388"/>
                </a:moveTo>
                <a:lnTo>
                  <a:pt x="222709" y="88388"/>
                </a:lnTo>
                <a:lnTo>
                  <a:pt x="205606" y="148130"/>
                </a:lnTo>
                <a:lnTo>
                  <a:pt x="179027" y="148130"/>
                </a:lnTo>
                <a:cubicBezTo>
                  <a:pt x="192538" y="143136"/>
                  <a:pt x="200765" y="133592"/>
                  <a:pt x="203314" y="119413"/>
                </a:cubicBezTo>
                <a:cubicBezTo>
                  <a:pt x="205400" y="108399"/>
                  <a:pt x="204408" y="101164"/>
                  <a:pt x="199893" y="95725"/>
                </a:cubicBezTo>
                <a:cubicBezTo>
                  <a:pt x="193154" y="87652"/>
                  <a:pt x="179642" y="88353"/>
                  <a:pt x="167653" y="88353"/>
                </a:cubicBezTo>
                <a:lnTo>
                  <a:pt x="147796" y="88353"/>
                </a:lnTo>
                <a:lnTo>
                  <a:pt x="147796" y="3759"/>
                </a:lnTo>
                <a:lnTo>
                  <a:pt x="247697" y="3759"/>
                </a:lnTo>
                <a:close/>
                <a:moveTo>
                  <a:pt x="231740" y="148130"/>
                </a:moveTo>
                <a:lnTo>
                  <a:pt x="242258" y="110759"/>
                </a:lnTo>
                <a:lnTo>
                  <a:pt x="242635" y="148130"/>
                </a:lnTo>
                <a:close/>
                <a:moveTo>
                  <a:pt x="158981" y="133934"/>
                </a:moveTo>
                <a:lnTo>
                  <a:pt x="158981" y="133934"/>
                </a:lnTo>
                <a:cubicBezTo>
                  <a:pt x="158007" y="133934"/>
                  <a:pt x="157032" y="134054"/>
                  <a:pt x="155920" y="134054"/>
                </a:cubicBezTo>
                <a:cubicBezTo>
                  <a:pt x="154466" y="134054"/>
                  <a:pt x="153320" y="134054"/>
                  <a:pt x="152243" y="134054"/>
                </a:cubicBezTo>
                <a:lnTo>
                  <a:pt x="145846" y="134054"/>
                </a:lnTo>
                <a:lnTo>
                  <a:pt x="148805" y="123125"/>
                </a:lnTo>
                <a:lnTo>
                  <a:pt x="150207" y="117686"/>
                </a:lnTo>
                <a:lnTo>
                  <a:pt x="153628" y="104961"/>
                </a:lnTo>
                <a:cubicBezTo>
                  <a:pt x="155116" y="104961"/>
                  <a:pt x="156570" y="104961"/>
                  <a:pt x="157972" y="104961"/>
                </a:cubicBezTo>
                <a:lnTo>
                  <a:pt x="162915" y="104961"/>
                </a:lnTo>
                <a:cubicBezTo>
                  <a:pt x="171467" y="104961"/>
                  <a:pt x="176718" y="105440"/>
                  <a:pt x="178668" y="108159"/>
                </a:cubicBezTo>
                <a:cubicBezTo>
                  <a:pt x="180156" y="110212"/>
                  <a:pt x="179967" y="113735"/>
                  <a:pt x="178206" y="119105"/>
                </a:cubicBezTo>
                <a:cubicBezTo>
                  <a:pt x="175196" y="128341"/>
                  <a:pt x="171364" y="133045"/>
                  <a:pt x="159084" y="133986"/>
                </a:cubicBezTo>
                <a:moveTo>
                  <a:pt x="131291" y="93741"/>
                </a:moveTo>
                <a:lnTo>
                  <a:pt x="129717" y="98872"/>
                </a:lnTo>
                <a:lnTo>
                  <a:pt x="115419" y="146471"/>
                </a:lnTo>
                <a:lnTo>
                  <a:pt x="114854" y="148181"/>
                </a:lnTo>
                <a:lnTo>
                  <a:pt x="67683" y="148181"/>
                </a:lnTo>
                <a:lnTo>
                  <a:pt x="64006" y="140365"/>
                </a:lnTo>
                <a:lnTo>
                  <a:pt x="114683" y="88524"/>
                </a:lnTo>
                <a:lnTo>
                  <a:pt x="82187" y="88524"/>
                </a:lnTo>
                <a:lnTo>
                  <a:pt x="42507" y="131283"/>
                </a:lnTo>
                <a:lnTo>
                  <a:pt x="55351" y="88524"/>
                </a:lnTo>
                <a:lnTo>
                  <a:pt x="31270" y="88524"/>
                </a:lnTo>
                <a:lnTo>
                  <a:pt x="31270" y="3759"/>
                </a:lnTo>
                <a:lnTo>
                  <a:pt x="131188" y="3759"/>
                </a:lnTo>
                <a:close/>
                <a:moveTo>
                  <a:pt x="377119" y="-89"/>
                </a:moveTo>
                <a:lnTo>
                  <a:pt x="377119" y="97076"/>
                </a:lnTo>
                <a:cubicBezTo>
                  <a:pt x="373861" y="99667"/>
                  <a:pt x="370856" y="102560"/>
                  <a:pt x="368140" y="105713"/>
                </a:cubicBezTo>
                <a:lnTo>
                  <a:pt x="368140" y="-89"/>
                </a:lnTo>
                <a:lnTo>
                  <a:pt x="260525" y="-89"/>
                </a:lnTo>
                <a:lnTo>
                  <a:pt x="260525" y="88388"/>
                </a:lnTo>
                <a:lnTo>
                  <a:pt x="251614" y="88388"/>
                </a:lnTo>
                <a:lnTo>
                  <a:pt x="251614" y="-89"/>
                </a:lnTo>
                <a:lnTo>
                  <a:pt x="143965" y="-89"/>
                </a:lnTo>
                <a:lnTo>
                  <a:pt x="143965" y="88524"/>
                </a:lnTo>
                <a:lnTo>
                  <a:pt x="135071" y="88524"/>
                </a:lnTo>
                <a:lnTo>
                  <a:pt x="135071" y="-89"/>
                </a:lnTo>
                <a:lnTo>
                  <a:pt x="27456" y="-89"/>
                </a:lnTo>
                <a:lnTo>
                  <a:pt x="27456" y="100907"/>
                </a:lnTo>
                <a:lnTo>
                  <a:pt x="-47" y="192480"/>
                </a:lnTo>
                <a:lnTo>
                  <a:pt x="24120" y="192480"/>
                </a:lnTo>
                <a:lnTo>
                  <a:pt x="36247" y="151927"/>
                </a:lnTo>
                <a:lnTo>
                  <a:pt x="39667" y="151927"/>
                </a:lnTo>
                <a:lnTo>
                  <a:pt x="59696" y="192480"/>
                </a:lnTo>
                <a:lnTo>
                  <a:pt x="89028" y="192480"/>
                </a:lnTo>
                <a:lnTo>
                  <a:pt x="69513" y="151927"/>
                </a:lnTo>
                <a:lnTo>
                  <a:pt x="113623" y="151927"/>
                </a:lnTo>
                <a:lnTo>
                  <a:pt x="101377" y="192480"/>
                </a:lnTo>
                <a:lnTo>
                  <a:pt x="127785" y="192480"/>
                </a:lnTo>
                <a:lnTo>
                  <a:pt x="139860" y="152047"/>
                </a:lnTo>
                <a:lnTo>
                  <a:pt x="145641" y="152047"/>
                </a:lnTo>
                <a:lnTo>
                  <a:pt x="145641" y="151927"/>
                </a:lnTo>
                <a:lnTo>
                  <a:pt x="204408" y="151927"/>
                </a:lnTo>
                <a:lnTo>
                  <a:pt x="192761" y="192360"/>
                </a:lnTo>
                <a:lnTo>
                  <a:pt x="219374" y="192360"/>
                </a:lnTo>
                <a:lnTo>
                  <a:pt x="230662" y="151927"/>
                </a:lnTo>
                <a:lnTo>
                  <a:pt x="242635" y="151927"/>
                </a:lnTo>
                <a:lnTo>
                  <a:pt x="242960" y="192360"/>
                </a:lnTo>
                <a:lnTo>
                  <a:pt x="265280" y="192360"/>
                </a:lnTo>
                <a:lnTo>
                  <a:pt x="290935" y="151927"/>
                </a:lnTo>
                <a:lnTo>
                  <a:pt x="307713" y="151927"/>
                </a:lnTo>
                <a:lnTo>
                  <a:pt x="299059" y="192360"/>
                </a:lnTo>
                <a:lnTo>
                  <a:pt x="325227" y="192360"/>
                </a:lnTo>
                <a:lnTo>
                  <a:pt x="333779" y="151927"/>
                </a:lnTo>
                <a:lnTo>
                  <a:pt x="348933" y="151927"/>
                </a:lnTo>
                <a:cubicBezTo>
                  <a:pt x="348334" y="164464"/>
                  <a:pt x="351533" y="175872"/>
                  <a:pt x="359845" y="183517"/>
                </a:cubicBezTo>
                <a:cubicBezTo>
                  <a:pt x="370004" y="192839"/>
                  <a:pt x="385603" y="194617"/>
                  <a:pt x="397131" y="194617"/>
                </a:cubicBezTo>
                <a:cubicBezTo>
                  <a:pt x="413526" y="194421"/>
                  <a:pt x="429850" y="192418"/>
                  <a:pt x="445807" y="188648"/>
                </a:cubicBezTo>
                <a:lnTo>
                  <a:pt x="454872" y="151927"/>
                </a:lnTo>
                <a:lnTo>
                  <a:pt x="484786" y="151927"/>
                </a:lnTo>
                <a:lnTo>
                  <a:pt x="484786" y="-89"/>
                </a:lnTo>
                <a:close/>
              </a:path>
            </a:pathLst>
          </a:custGeom>
          <a:solidFill>
            <a:srgbClr val="00338D"/>
          </a:solidFill>
          <a:ln w="1683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latin typeface="Calibri" panose="020F0502020204030204" pitchFamily="34" charset="0"/>
            </a:endParaRP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95AEB932-EC52-4E1D-6718-77C81C9EC84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9258" y="767303"/>
            <a:ext cx="11475720" cy="909097"/>
          </a:xfrm>
        </p:spPr>
        <p:txBody>
          <a:bodyPr/>
          <a:lstStyle>
            <a:lvl1pPr>
              <a:spcAft>
                <a:spcPts val="300"/>
              </a:spcAft>
              <a:defRPr sz="1200">
                <a:solidFill>
                  <a:srgbClr val="12385C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spcAft>
                <a:spcPts val="300"/>
              </a:spcAft>
              <a:defRPr sz="12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spcAft>
                <a:spcPts val="300"/>
              </a:spcAft>
              <a:defRPr sz="12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spcAft>
                <a:spcPts val="300"/>
              </a:spcAft>
              <a:defRPr sz="12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spcAft>
                <a:spcPts val="300"/>
              </a:spcAft>
              <a:defRPr sz="120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  <a:endParaRPr lang="en-GB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F71FC77A-9E1D-CD89-384E-3A3C746B484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7022" y="1447800"/>
            <a:ext cx="2843378" cy="4846320"/>
          </a:xfrm>
          <a:solidFill>
            <a:srgbClr val="12385C"/>
          </a:solidFill>
        </p:spPr>
        <p:txBody>
          <a:bodyPr lIns="91440" tIns="91440" rIns="91440" bIns="91440"/>
          <a:lstStyle>
            <a:lvl1pPr algn="ctr">
              <a:lnSpc>
                <a:spcPct val="80000"/>
              </a:lnSpc>
              <a:spcAft>
                <a:spcPts val="600"/>
              </a:spcAft>
              <a:defRPr sz="2000">
                <a:solidFill>
                  <a:srgbClr val="EBC61F"/>
                </a:solidFill>
                <a:latin typeface="+mj-lt"/>
                <a:cs typeface="Calibri" panose="020F0502020204030204" pitchFamily="34" charset="0"/>
              </a:defRPr>
            </a:lvl1pPr>
            <a:lvl2pPr>
              <a:spcAft>
                <a:spcPts val="1200"/>
              </a:spcAft>
              <a:defRPr sz="1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spcAft>
                <a:spcPts val="1200"/>
              </a:spcAft>
              <a:defRPr sz="1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spcAft>
                <a:spcPts val="1200"/>
              </a:spcAft>
              <a:defRPr sz="1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spcAft>
                <a:spcPts val="1200"/>
              </a:spcAft>
              <a:defRPr sz="1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11" name="Picture 10" descr="USAA Plans IT Hub in Suburban Dallas - Dice Insights">
            <a:extLst>
              <a:ext uri="{FF2B5EF4-FFF2-40B4-BE49-F238E27FC236}">
                <a16:creationId xmlns:a16="http://schemas.microsoft.com/office/drawing/2014/main" id="{35F0DF12-0E1E-5DC4-1490-5761A91BE9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6490488"/>
            <a:ext cx="381424" cy="293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805324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ackground pattern&#10;&#10;Description automatically generated">
            <a:extLst>
              <a:ext uri="{FF2B5EF4-FFF2-40B4-BE49-F238E27FC236}">
                <a16:creationId xmlns:a16="http://schemas.microsoft.com/office/drawing/2014/main" id="{3CB2D8C4-9A59-7C9F-1BAC-C37356F84B3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8F058E0-A916-E90D-6D99-9CA97C1706C8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/>
            <a:endParaRPr lang="en-IN" sz="1500" err="1">
              <a:solidFill>
                <a:schemeClr val="bg1"/>
              </a:solidFill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81998" y="435507"/>
            <a:ext cx="11428004" cy="518400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8477E47-E302-3B80-DB7E-1BE2571F8D99}"/>
              </a:ext>
            </a:extLst>
          </p:cNvPr>
          <p:cNvGrpSpPr/>
          <p:nvPr userDrawn="1"/>
        </p:nvGrpSpPr>
        <p:grpSpPr>
          <a:xfrm flipH="1">
            <a:off x="11513753" y="6273067"/>
            <a:ext cx="519932" cy="417054"/>
            <a:chOff x="11173691" y="6097543"/>
            <a:chExt cx="818549" cy="656585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ECD0BCE8-00B4-4E61-1AE9-BF8BDD32A934}"/>
                </a:ext>
              </a:extLst>
            </p:cNvPr>
            <p:cNvSpPr/>
            <p:nvPr userDrawn="1"/>
          </p:nvSpPr>
          <p:spPr>
            <a:xfrm>
              <a:off x="11630520" y="6358429"/>
              <a:ext cx="361720" cy="299292"/>
            </a:xfrm>
            <a:prstGeom prst="roundRect">
              <a:avLst>
                <a:gd name="adj" fmla="val 17485"/>
              </a:avLst>
            </a:prstGeom>
            <a:solidFill>
              <a:srgbClr val="031744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algn="l"/>
              <a:endParaRPr lang="en-US" sz="1500">
                <a:solidFill>
                  <a:schemeClr val="bg1"/>
                </a:solidFill>
                <a:latin typeface="Univers 45 Light" pitchFamily="2" charset="0"/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46D5FF6-6FF6-9F00-681B-2536C9720019}"/>
                </a:ext>
              </a:extLst>
            </p:cNvPr>
            <p:cNvGrpSpPr/>
            <p:nvPr userDrawn="1"/>
          </p:nvGrpSpPr>
          <p:grpSpPr>
            <a:xfrm>
              <a:off x="11173691" y="6097543"/>
              <a:ext cx="656249" cy="656585"/>
              <a:chOff x="11173691" y="6097543"/>
              <a:chExt cx="656249" cy="656585"/>
            </a:xfrm>
            <a:solidFill>
              <a:schemeClr val="tx1">
                <a:lumMod val="75000"/>
                <a:lumOff val="25000"/>
              </a:schemeClr>
            </a:solidFill>
          </p:grpSpPr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DCF1F1D4-A14E-1385-5AB2-EEBD8ED7DEBB}"/>
                  </a:ext>
                </a:extLst>
              </p:cNvPr>
              <p:cNvSpPr/>
              <p:nvPr/>
            </p:nvSpPr>
            <p:spPr>
              <a:xfrm>
                <a:off x="11173845" y="6097543"/>
                <a:ext cx="619097" cy="564300"/>
              </a:xfrm>
              <a:custGeom>
                <a:avLst/>
                <a:gdLst>
                  <a:gd name="connsiteX0" fmla="*/ 380741 w 619097"/>
                  <a:gd name="connsiteY0" fmla="*/ 552609 h 564300"/>
                  <a:gd name="connsiteX1" fmla="*/ 380741 w 619097"/>
                  <a:gd name="connsiteY1" fmla="*/ 531397 h 564300"/>
                  <a:gd name="connsiteX2" fmla="*/ 349432 w 619097"/>
                  <a:gd name="connsiteY2" fmla="*/ 543164 h 564300"/>
                  <a:gd name="connsiteX3" fmla="*/ 345388 w 619097"/>
                  <a:gd name="connsiteY3" fmla="*/ 543529 h 564300"/>
                  <a:gd name="connsiteX4" fmla="*/ 345388 w 619097"/>
                  <a:gd name="connsiteY4" fmla="*/ 466169 h 564300"/>
                  <a:gd name="connsiteX5" fmla="*/ 355302 w 619097"/>
                  <a:gd name="connsiteY5" fmla="*/ 464421 h 564300"/>
                  <a:gd name="connsiteX6" fmla="*/ 377349 w 619097"/>
                  <a:gd name="connsiteY6" fmla="*/ 437964 h 564300"/>
                  <a:gd name="connsiteX7" fmla="*/ 377349 w 619097"/>
                  <a:gd name="connsiteY7" fmla="*/ 405298 h 564300"/>
                  <a:gd name="connsiteX8" fmla="*/ 362660 w 619097"/>
                  <a:gd name="connsiteY8" fmla="*/ 382077 h 564300"/>
                  <a:gd name="connsiteX9" fmla="*/ 358433 w 619097"/>
                  <a:gd name="connsiteY9" fmla="*/ 374563 h 564300"/>
                  <a:gd name="connsiteX10" fmla="*/ 358433 w 619097"/>
                  <a:gd name="connsiteY10" fmla="*/ 373911 h 564300"/>
                  <a:gd name="connsiteX11" fmla="*/ 359607 w 619097"/>
                  <a:gd name="connsiteY11" fmla="*/ 339705 h 564300"/>
                  <a:gd name="connsiteX12" fmla="*/ 382750 w 619097"/>
                  <a:gd name="connsiteY12" fmla="*/ 314579 h 564300"/>
                  <a:gd name="connsiteX13" fmla="*/ 593854 w 619097"/>
                  <a:gd name="connsiteY13" fmla="*/ 103371 h 564300"/>
                  <a:gd name="connsiteX14" fmla="*/ 597950 w 619097"/>
                  <a:gd name="connsiteY14" fmla="*/ 97709 h 564300"/>
                  <a:gd name="connsiteX15" fmla="*/ 599568 w 619097"/>
                  <a:gd name="connsiteY15" fmla="*/ 98857 h 564300"/>
                  <a:gd name="connsiteX16" fmla="*/ 619397 w 619097"/>
                  <a:gd name="connsiteY16" fmla="*/ 79471 h 564300"/>
                  <a:gd name="connsiteX17" fmla="*/ 609352 w 619097"/>
                  <a:gd name="connsiteY17" fmla="*/ 63060 h 564300"/>
                  <a:gd name="connsiteX18" fmla="*/ 561527 w 619097"/>
                  <a:gd name="connsiteY18" fmla="*/ 39995 h 564300"/>
                  <a:gd name="connsiteX19" fmla="*/ 515580 w 619097"/>
                  <a:gd name="connsiteY19" fmla="*/ 47640 h 564300"/>
                  <a:gd name="connsiteX20" fmla="*/ 474382 w 619097"/>
                  <a:gd name="connsiteY20" fmla="*/ 88890 h 564300"/>
                  <a:gd name="connsiteX21" fmla="*/ 470886 w 619097"/>
                  <a:gd name="connsiteY21" fmla="*/ 92621 h 564300"/>
                  <a:gd name="connsiteX22" fmla="*/ 471669 w 619097"/>
                  <a:gd name="connsiteY22" fmla="*/ 104884 h 564300"/>
                  <a:gd name="connsiteX23" fmla="*/ 483853 w 619097"/>
                  <a:gd name="connsiteY23" fmla="*/ 106111 h 564300"/>
                  <a:gd name="connsiteX24" fmla="*/ 491681 w 619097"/>
                  <a:gd name="connsiteY24" fmla="*/ 99118 h 564300"/>
                  <a:gd name="connsiteX25" fmla="*/ 504726 w 619097"/>
                  <a:gd name="connsiteY25" fmla="*/ 152396 h 564300"/>
                  <a:gd name="connsiteX26" fmla="*/ 451240 w 619097"/>
                  <a:gd name="connsiteY26" fmla="*/ 139351 h 564300"/>
                  <a:gd name="connsiteX27" fmla="*/ 457162 w 619097"/>
                  <a:gd name="connsiteY27" fmla="*/ 133141 h 564300"/>
                  <a:gd name="connsiteX28" fmla="*/ 458284 w 619097"/>
                  <a:gd name="connsiteY28" fmla="*/ 118426 h 564300"/>
                  <a:gd name="connsiteX29" fmla="*/ 443621 w 619097"/>
                  <a:gd name="connsiteY29" fmla="*/ 119547 h 564300"/>
                  <a:gd name="connsiteX30" fmla="*/ 384029 w 619097"/>
                  <a:gd name="connsiteY30" fmla="*/ 179557 h 564300"/>
                  <a:gd name="connsiteX31" fmla="*/ 295319 w 619097"/>
                  <a:gd name="connsiteY31" fmla="*/ 267615 h 564300"/>
                  <a:gd name="connsiteX32" fmla="*/ 285404 w 619097"/>
                  <a:gd name="connsiteY32" fmla="*/ 271659 h 564300"/>
                  <a:gd name="connsiteX33" fmla="*/ 211096 w 619097"/>
                  <a:gd name="connsiteY33" fmla="*/ 271842 h 564300"/>
                  <a:gd name="connsiteX34" fmla="*/ 204678 w 619097"/>
                  <a:gd name="connsiteY34" fmla="*/ 271842 h 564300"/>
                  <a:gd name="connsiteX35" fmla="*/ 204678 w 619097"/>
                  <a:gd name="connsiteY35" fmla="*/ 202387 h 564300"/>
                  <a:gd name="connsiteX36" fmla="*/ 223490 w 619097"/>
                  <a:gd name="connsiteY36" fmla="*/ 178540 h 564300"/>
                  <a:gd name="connsiteX37" fmla="*/ 223490 w 619097"/>
                  <a:gd name="connsiteY37" fmla="*/ 165729 h 564300"/>
                  <a:gd name="connsiteX38" fmla="*/ 203217 w 619097"/>
                  <a:gd name="connsiteY38" fmla="*/ 143369 h 564300"/>
                  <a:gd name="connsiteX39" fmla="*/ 191763 w 619097"/>
                  <a:gd name="connsiteY39" fmla="*/ 46570 h 564300"/>
                  <a:gd name="connsiteX40" fmla="*/ 211514 w 619097"/>
                  <a:gd name="connsiteY40" fmla="*/ 60634 h 564300"/>
                  <a:gd name="connsiteX41" fmla="*/ 217802 w 619097"/>
                  <a:gd name="connsiteY41" fmla="*/ 65043 h 564300"/>
                  <a:gd name="connsiteX42" fmla="*/ 231917 w 619097"/>
                  <a:gd name="connsiteY42" fmla="*/ 63008 h 564300"/>
                  <a:gd name="connsiteX43" fmla="*/ 228995 w 619097"/>
                  <a:gd name="connsiteY43" fmla="*/ 49545 h 564300"/>
                  <a:gd name="connsiteX44" fmla="*/ 205069 w 619097"/>
                  <a:gd name="connsiteY44" fmla="*/ 32377 h 564300"/>
                  <a:gd name="connsiteX45" fmla="*/ 160453 w 619097"/>
                  <a:gd name="connsiteY45" fmla="*/ 259 h 564300"/>
                  <a:gd name="connsiteX46" fmla="*/ 154061 w 619097"/>
                  <a:gd name="connsiteY46" fmla="*/ 259 h 564300"/>
                  <a:gd name="connsiteX47" fmla="*/ 98774 w 619097"/>
                  <a:gd name="connsiteY47" fmla="*/ 39604 h 564300"/>
                  <a:gd name="connsiteX48" fmla="*/ 83771 w 619097"/>
                  <a:gd name="connsiteY48" fmla="*/ 50536 h 564300"/>
                  <a:gd name="connsiteX49" fmla="*/ 81827 w 619097"/>
                  <a:gd name="connsiteY49" fmla="*/ 62744 h 564300"/>
                  <a:gd name="connsiteX50" fmla="*/ 82154 w 619097"/>
                  <a:gd name="connsiteY50" fmla="*/ 63164 h 564300"/>
                  <a:gd name="connsiteX51" fmla="*/ 94599 w 619097"/>
                  <a:gd name="connsiteY51" fmla="*/ 65904 h 564300"/>
                  <a:gd name="connsiteX52" fmla="*/ 100313 w 619097"/>
                  <a:gd name="connsiteY52" fmla="*/ 62016 h 564300"/>
                  <a:gd name="connsiteX53" fmla="*/ 122517 w 619097"/>
                  <a:gd name="connsiteY53" fmla="*/ 46153 h 564300"/>
                  <a:gd name="connsiteX54" fmla="*/ 110749 w 619097"/>
                  <a:gd name="connsiteY54" fmla="*/ 143291 h 564300"/>
                  <a:gd name="connsiteX55" fmla="*/ 90242 w 619097"/>
                  <a:gd name="connsiteY55" fmla="*/ 166277 h 564300"/>
                  <a:gd name="connsiteX56" fmla="*/ 90242 w 619097"/>
                  <a:gd name="connsiteY56" fmla="*/ 178435 h 564300"/>
                  <a:gd name="connsiteX57" fmla="*/ 109027 w 619097"/>
                  <a:gd name="connsiteY57" fmla="*/ 202491 h 564300"/>
                  <a:gd name="connsiteX58" fmla="*/ 109027 w 619097"/>
                  <a:gd name="connsiteY58" fmla="*/ 271816 h 564300"/>
                  <a:gd name="connsiteX59" fmla="*/ 70282 w 619097"/>
                  <a:gd name="connsiteY59" fmla="*/ 271816 h 564300"/>
                  <a:gd name="connsiteX60" fmla="*/ 38764 w 619097"/>
                  <a:gd name="connsiteY60" fmla="*/ 303125 h 564300"/>
                  <a:gd name="connsiteX61" fmla="*/ 38764 w 619097"/>
                  <a:gd name="connsiteY61" fmla="*/ 374224 h 564300"/>
                  <a:gd name="connsiteX62" fmla="*/ 34772 w 619097"/>
                  <a:gd name="connsiteY62" fmla="*/ 381816 h 564300"/>
                  <a:gd name="connsiteX63" fmla="*/ 19535 w 619097"/>
                  <a:gd name="connsiteY63" fmla="*/ 407386 h 564300"/>
                  <a:gd name="connsiteX64" fmla="*/ 19535 w 619097"/>
                  <a:gd name="connsiteY64" fmla="*/ 436869 h 564300"/>
                  <a:gd name="connsiteX65" fmla="*/ 40616 w 619097"/>
                  <a:gd name="connsiteY65" fmla="*/ 464290 h 564300"/>
                  <a:gd name="connsiteX66" fmla="*/ 51340 w 619097"/>
                  <a:gd name="connsiteY66" fmla="*/ 466143 h 564300"/>
                  <a:gd name="connsiteX67" fmla="*/ 51340 w 619097"/>
                  <a:gd name="connsiteY67" fmla="*/ 525735 h 564300"/>
                  <a:gd name="connsiteX68" fmla="*/ 44791 w 619097"/>
                  <a:gd name="connsiteY68" fmla="*/ 524013 h 564300"/>
                  <a:gd name="connsiteX69" fmla="*/ 10037 w 619097"/>
                  <a:gd name="connsiteY69" fmla="*/ 519447 h 564300"/>
                  <a:gd name="connsiteX70" fmla="*/ 329 w 619097"/>
                  <a:gd name="connsiteY70" fmla="*/ 527851 h 564300"/>
                  <a:gd name="connsiteX71" fmla="*/ 305 w 619097"/>
                  <a:gd name="connsiteY71" fmla="*/ 528423 h 564300"/>
                  <a:gd name="connsiteX72" fmla="*/ 9664 w 619097"/>
                  <a:gd name="connsiteY72" fmla="*/ 538464 h 564300"/>
                  <a:gd name="connsiteX73" fmla="*/ 9777 w 619097"/>
                  <a:gd name="connsiteY73" fmla="*/ 538468 h 564300"/>
                  <a:gd name="connsiteX74" fmla="*/ 11681 w 619097"/>
                  <a:gd name="connsiteY74" fmla="*/ 538468 h 564300"/>
                  <a:gd name="connsiteX75" fmla="*/ 56715 w 619097"/>
                  <a:gd name="connsiteY75" fmla="*/ 549243 h 564300"/>
                  <a:gd name="connsiteX76" fmla="*/ 76048 w 619097"/>
                  <a:gd name="connsiteY76" fmla="*/ 557645 h 564300"/>
                  <a:gd name="connsiteX77" fmla="*/ 171751 w 619097"/>
                  <a:gd name="connsiteY77" fmla="*/ 550991 h 564300"/>
                  <a:gd name="connsiteX78" fmla="*/ 271941 w 619097"/>
                  <a:gd name="connsiteY78" fmla="*/ 550626 h 564300"/>
                  <a:gd name="connsiteX79" fmla="*/ 380741 w 619097"/>
                  <a:gd name="connsiteY79" fmla="*/ 552609 h 564300"/>
                  <a:gd name="connsiteX80" fmla="*/ 577312 w 619097"/>
                  <a:gd name="connsiteY80" fmla="*/ 89699 h 564300"/>
                  <a:gd name="connsiteX81" fmla="*/ 517929 w 619097"/>
                  <a:gd name="connsiteY81" fmla="*/ 74853 h 564300"/>
                  <a:gd name="connsiteX82" fmla="*/ 516572 w 619097"/>
                  <a:gd name="connsiteY82" fmla="*/ 73653 h 564300"/>
                  <a:gd name="connsiteX83" fmla="*/ 533009 w 619097"/>
                  <a:gd name="connsiteY83" fmla="*/ 57685 h 564300"/>
                  <a:gd name="connsiteX84" fmla="*/ 549760 w 619097"/>
                  <a:gd name="connsiteY84" fmla="*/ 55676 h 564300"/>
                  <a:gd name="connsiteX85" fmla="*/ 593254 w 619097"/>
                  <a:gd name="connsiteY85" fmla="*/ 76784 h 564300"/>
                  <a:gd name="connsiteX86" fmla="*/ 580834 w 619097"/>
                  <a:gd name="connsiteY86" fmla="*/ 89047 h 564300"/>
                  <a:gd name="connsiteX87" fmla="*/ 577312 w 619097"/>
                  <a:gd name="connsiteY87" fmla="*/ 89699 h 564300"/>
                  <a:gd name="connsiteX88" fmla="*/ 509945 w 619097"/>
                  <a:gd name="connsiteY88" fmla="*/ 93065 h 564300"/>
                  <a:gd name="connsiteX89" fmla="*/ 562832 w 619097"/>
                  <a:gd name="connsiteY89" fmla="*/ 106111 h 564300"/>
                  <a:gd name="connsiteX90" fmla="*/ 522990 w 619097"/>
                  <a:gd name="connsiteY90" fmla="*/ 145769 h 564300"/>
                  <a:gd name="connsiteX91" fmla="*/ 509945 w 619097"/>
                  <a:gd name="connsiteY91" fmla="*/ 93065 h 564300"/>
                  <a:gd name="connsiteX92" fmla="*/ 445317 w 619097"/>
                  <a:gd name="connsiteY92" fmla="*/ 157719 h 564300"/>
                  <a:gd name="connsiteX93" fmla="*/ 497003 w 619097"/>
                  <a:gd name="connsiteY93" fmla="*/ 170373 h 564300"/>
                  <a:gd name="connsiteX94" fmla="*/ 458075 w 619097"/>
                  <a:gd name="connsiteY94" fmla="*/ 209510 h 564300"/>
                  <a:gd name="connsiteX95" fmla="*/ 445421 w 619097"/>
                  <a:gd name="connsiteY95" fmla="*/ 157667 h 564300"/>
                  <a:gd name="connsiteX96" fmla="*/ 263148 w 619097"/>
                  <a:gd name="connsiteY96" fmla="*/ 465778 h 564300"/>
                  <a:gd name="connsiteX97" fmla="*/ 325532 w 619097"/>
                  <a:gd name="connsiteY97" fmla="*/ 465778 h 564300"/>
                  <a:gd name="connsiteX98" fmla="*/ 325532 w 619097"/>
                  <a:gd name="connsiteY98" fmla="*/ 544782 h 564300"/>
                  <a:gd name="connsiteX99" fmla="*/ 289892 w 619097"/>
                  <a:gd name="connsiteY99" fmla="*/ 537868 h 564300"/>
                  <a:gd name="connsiteX100" fmla="*/ 266644 w 619097"/>
                  <a:gd name="connsiteY100" fmla="*/ 527248 h 564300"/>
                  <a:gd name="connsiteX101" fmla="*/ 263279 w 619097"/>
                  <a:gd name="connsiteY101" fmla="*/ 522787 h 564300"/>
                  <a:gd name="connsiteX102" fmla="*/ 263148 w 619097"/>
                  <a:gd name="connsiteY102" fmla="*/ 465778 h 564300"/>
                  <a:gd name="connsiteX103" fmla="*/ 153174 w 619097"/>
                  <a:gd name="connsiteY103" fmla="*/ 465934 h 564300"/>
                  <a:gd name="connsiteX104" fmla="*/ 243554 w 619097"/>
                  <a:gd name="connsiteY104" fmla="*/ 465934 h 564300"/>
                  <a:gd name="connsiteX105" fmla="*/ 243554 w 619097"/>
                  <a:gd name="connsiteY105" fmla="*/ 520960 h 564300"/>
                  <a:gd name="connsiteX106" fmla="*/ 153174 w 619097"/>
                  <a:gd name="connsiteY106" fmla="*/ 539224 h 564300"/>
                  <a:gd name="connsiteX107" fmla="*/ 70882 w 619097"/>
                  <a:gd name="connsiteY107" fmla="*/ 465673 h 564300"/>
                  <a:gd name="connsiteX108" fmla="*/ 133136 w 619097"/>
                  <a:gd name="connsiteY108" fmla="*/ 465673 h 564300"/>
                  <a:gd name="connsiteX109" fmla="*/ 133136 w 619097"/>
                  <a:gd name="connsiteY109" fmla="*/ 543660 h 564300"/>
                  <a:gd name="connsiteX110" fmla="*/ 74457 w 619097"/>
                  <a:gd name="connsiteY110" fmla="*/ 536433 h 564300"/>
                  <a:gd name="connsiteX111" fmla="*/ 71039 w 619097"/>
                  <a:gd name="connsiteY111" fmla="*/ 531971 h 564300"/>
                  <a:gd name="connsiteX112" fmla="*/ 70882 w 619097"/>
                  <a:gd name="connsiteY112" fmla="*/ 465673 h 564300"/>
                  <a:gd name="connsiteX113" fmla="*/ 183309 w 619097"/>
                  <a:gd name="connsiteY113" fmla="*/ 143551 h 564300"/>
                  <a:gd name="connsiteX114" fmla="*/ 130031 w 619097"/>
                  <a:gd name="connsiteY114" fmla="*/ 143551 h 564300"/>
                  <a:gd name="connsiteX115" fmla="*/ 139137 w 619097"/>
                  <a:gd name="connsiteY115" fmla="*/ 69009 h 564300"/>
                  <a:gd name="connsiteX116" fmla="*/ 143442 w 619097"/>
                  <a:gd name="connsiteY116" fmla="*/ 34777 h 564300"/>
                  <a:gd name="connsiteX117" fmla="*/ 155757 w 619097"/>
                  <a:gd name="connsiteY117" fmla="*/ 23010 h 564300"/>
                  <a:gd name="connsiteX118" fmla="*/ 163141 w 619097"/>
                  <a:gd name="connsiteY118" fmla="*/ 26167 h 564300"/>
                  <a:gd name="connsiteX119" fmla="*/ 171568 w 619097"/>
                  <a:gd name="connsiteY119" fmla="*/ 38456 h 564300"/>
                  <a:gd name="connsiteX120" fmla="*/ 183283 w 619097"/>
                  <a:gd name="connsiteY120" fmla="*/ 138777 h 564300"/>
                  <a:gd name="connsiteX121" fmla="*/ 183309 w 619097"/>
                  <a:gd name="connsiteY121" fmla="*/ 143551 h 564300"/>
                  <a:gd name="connsiteX122" fmla="*/ 203608 w 619097"/>
                  <a:gd name="connsiteY122" fmla="*/ 181958 h 564300"/>
                  <a:gd name="connsiteX123" fmla="*/ 109680 w 619097"/>
                  <a:gd name="connsiteY123" fmla="*/ 181958 h 564300"/>
                  <a:gd name="connsiteX124" fmla="*/ 109680 w 619097"/>
                  <a:gd name="connsiteY124" fmla="*/ 163694 h 564300"/>
                  <a:gd name="connsiteX125" fmla="*/ 203608 w 619097"/>
                  <a:gd name="connsiteY125" fmla="*/ 163694 h 564300"/>
                  <a:gd name="connsiteX126" fmla="*/ 157140 w 619097"/>
                  <a:gd name="connsiteY126" fmla="*/ 270302 h 564300"/>
                  <a:gd name="connsiteX127" fmla="*/ 156540 w 619097"/>
                  <a:gd name="connsiteY127" fmla="*/ 271450 h 564300"/>
                  <a:gd name="connsiteX128" fmla="*/ 129013 w 619097"/>
                  <a:gd name="connsiteY128" fmla="*/ 271450 h 564300"/>
                  <a:gd name="connsiteX129" fmla="*/ 129013 w 619097"/>
                  <a:gd name="connsiteY129" fmla="*/ 253708 h 564300"/>
                  <a:gd name="connsiteX130" fmla="*/ 138041 w 619097"/>
                  <a:gd name="connsiteY130" fmla="*/ 236697 h 564300"/>
                  <a:gd name="connsiteX131" fmla="*/ 184561 w 619097"/>
                  <a:gd name="connsiteY131" fmla="*/ 209249 h 564300"/>
                  <a:gd name="connsiteX132" fmla="*/ 184561 w 619097"/>
                  <a:gd name="connsiteY132" fmla="*/ 264041 h 564300"/>
                  <a:gd name="connsiteX133" fmla="*/ 128857 w 619097"/>
                  <a:gd name="connsiteY133" fmla="*/ 219738 h 564300"/>
                  <a:gd name="connsiteX134" fmla="*/ 128857 w 619097"/>
                  <a:gd name="connsiteY134" fmla="*/ 202048 h 564300"/>
                  <a:gd name="connsiteX135" fmla="*/ 156644 w 619097"/>
                  <a:gd name="connsiteY135" fmla="*/ 202048 h 564300"/>
                  <a:gd name="connsiteX136" fmla="*/ 157244 w 619097"/>
                  <a:gd name="connsiteY136" fmla="*/ 203013 h 564300"/>
                  <a:gd name="connsiteX137" fmla="*/ 440229 w 619097"/>
                  <a:gd name="connsiteY137" fmla="*/ 217129 h 564300"/>
                  <a:gd name="connsiteX138" fmla="*/ 387655 w 619097"/>
                  <a:gd name="connsiteY138" fmla="*/ 204083 h 564300"/>
                  <a:gd name="connsiteX139" fmla="*/ 427262 w 619097"/>
                  <a:gd name="connsiteY139" fmla="*/ 164581 h 564300"/>
                  <a:gd name="connsiteX140" fmla="*/ 440229 w 619097"/>
                  <a:gd name="connsiteY140" fmla="*/ 217076 h 564300"/>
                  <a:gd name="connsiteX141" fmla="*/ 380741 w 619097"/>
                  <a:gd name="connsiteY141" fmla="*/ 222347 h 564300"/>
                  <a:gd name="connsiteX142" fmla="*/ 431645 w 619097"/>
                  <a:gd name="connsiteY142" fmla="*/ 234818 h 564300"/>
                  <a:gd name="connsiteX143" fmla="*/ 393395 w 619097"/>
                  <a:gd name="connsiteY143" fmla="*/ 273538 h 564300"/>
                  <a:gd name="connsiteX144" fmla="*/ 380741 w 619097"/>
                  <a:gd name="connsiteY144" fmla="*/ 222295 h 564300"/>
                  <a:gd name="connsiteX145" fmla="*/ 320992 w 619097"/>
                  <a:gd name="connsiteY145" fmla="*/ 271920 h 564300"/>
                  <a:gd name="connsiteX146" fmla="*/ 362738 w 619097"/>
                  <a:gd name="connsiteY146" fmla="*/ 229861 h 564300"/>
                  <a:gd name="connsiteX147" fmla="*/ 377245 w 619097"/>
                  <a:gd name="connsiteY147" fmla="*/ 289427 h 564300"/>
                  <a:gd name="connsiteX148" fmla="*/ 375706 w 619097"/>
                  <a:gd name="connsiteY148" fmla="*/ 294332 h 564300"/>
                  <a:gd name="connsiteX149" fmla="*/ 358590 w 619097"/>
                  <a:gd name="connsiteY149" fmla="*/ 311866 h 564300"/>
                  <a:gd name="connsiteX150" fmla="*/ 320992 w 619097"/>
                  <a:gd name="connsiteY150" fmla="*/ 271764 h 564300"/>
                  <a:gd name="connsiteX151" fmla="*/ 343874 w 619097"/>
                  <a:gd name="connsiteY151" fmla="*/ 446444 h 564300"/>
                  <a:gd name="connsiteX152" fmla="*/ 70308 w 619097"/>
                  <a:gd name="connsiteY152" fmla="*/ 446444 h 564300"/>
                  <a:gd name="connsiteX153" fmla="*/ 50453 w 619097"/>
                  <a:gd name="connsiteY153" fmla="*/ 446444 h 564300"/>
                  <a:gd name="connsiteX154" fmla="*/ 38633 w 619097"/>
                  <a:gd name="connsiteY154" fmla="*/ 434833 h 564300"/>
                  <a:gd name="connsiteX155" fmla="*/ 38633 w 619097"/>
                  <a:gd name="connsiteY155" fmla="*/ 409212 h 564300"/>
                  <a:gd name="connsiteX156" fmla="*/ 50453 w 619097"/>
                  <a:gd name="connsiteY156" fmla="*/ 397680 h 564300"/>
                  <a:gd name="connsiteX157" fmla="*/ 139502 w 619097"/>
                  <a:gd name="connsiteY157" fmla="*/ 397680 h 564300"/>
                  <a:gd name="connsiteX158" fmla="*/ 146494 w 619097"/>
                  <a:gd name="connsiteY158" fmla="*/ 397158 h 564300"/>
                  <a:gd name="connsiteX159" fmla="*/ 153513 w 619097"/>
                  <a:gd name="connsiteY159" fmla="*/ 387687 h 564300"/>
                  <a:gd name="connsiteX160" fmla="*/ 145190 w 619097"/>
                  <a:gd name="connsiteY160" fmla="*/ 378659 h 564300"/>
                  <a:gd name="connsiteX161" fmla="*/ 133658 w 619097"/>
                  <a:gd name="connsiteY161" fmla="*/ 378477 h 564300"/>
                  <a:gd name="connsiteX162" fmla="*/ 57837 w 619097"/>
                  <a:gd name="connsiteY162" fmla="*/ 378477 h 564300"/>
                  <a:gd name="connsiteX163" fmla="*/ 57837 w 619097"/>
                  <a:gd name="connsiteY163" fmla="*/ 324598 h 564300"/>
                  <a:gd name="connsiteX164" fmla="*/ 57837 w 619097"/>
                  <a:gd name="connsiteY164" fmla="*/ 302812 h 564300"/>
                  <a:gd name="connsiteX165" fmla="*/ 69604 w 619097"/>
                  <a:gd name="connsiteY165" fmla="*/ 291254 h 564300"/>
                  <a:gd name="connsiteX166" fmla="*/ 324697 w 619097"/>
                  <a:gd name="connsiteY166" fmla="*/ 291254 h 564300"/>
                  <a:gd name="connsiteX167" fmla="*/ 339256 w 619097"/>
                  <a:gd name="connsiteY167" fmla="*/ 305839 h 564300"/>
                  <a:gd name="connsiteX168" fmla="*/ 339256 w 619097"/>
                  <a:gd name="connsiteY168" fmla="*/ 378477 h 564300"/>
                  <a:gd name="connsiteX169" fmla="*/ 188423 w 619097"/>
                  <a:gd name="connsiteY169" fmla="*/ 378477 h 564300"/>
                  <a:gd name="connsiteX170" fmla="*/ 182031 w 619097"/>
                  <a:gd name="connsiteY170" fmla="*/ 378477 h 564300"/>
                  <a:gd name="connsiteX171" fmla="*/ 173183 w 619097"/>
                  <a:gd name="connsiteY171" fmla="*/ 387421 h 564300"/>
                  <a:gd name="connsiteX172" fmla="*/ 173186 w 619097"/>
                  <a:gd name="connsiteY172" fmla="*/ 387635 h 564300"/>
                  <a:gd name="connsiteX173" fmla="*/ 181404 w 619097"/>
                  <a:gd name="connsiteY173" fmla="*/ 397419 h 564300"/>
                  <a:gd name="connsiteX174" fmla="*/ 187771 w 619097"/>
                  <a:gd name="connsiteY174" fmla="*/ 397601 h 564300"/>
                  <a:gd name="connsiteX175" fmla="*/ 344109 w 619097"/>
                  <a:gd name="connsiteY175" fmla="*/ 397601 h 564300"/>
                  <a:gd name="connsiteX176" fmla="*/ 358459 w 619097"/>
                  <a:gd name="connsiteY176" fmla="*/ 411795 h 564300"/>
                  <a:gd name="connsiteX177" fmla="*/ 358459 w 619097"/>
                  <a:gd name="connsiteY177" fmla="*/ 431650 h 564300"/>
                  <a:gd name="connsiteX178" fmla="*/ 343874 w 619097"/>
                  <a:gd name="connsiteY178" fmla="*/ 446287 h 56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</a:cxnLst>
                <a:rect l="l" t="t" r="r" b="b"/>
                <a:pathLst>
                  <a:path w="619097" h="564300">
                    <a:moveTo>
                      <a:pt x="380741" y="552609"/>
                    </a:moveTo>
                    <a:lnTo>
                      <a:pt x="380741" y="531397"/>
                    </a:lnTo>
                    <a:cubicBezTo>
                      <a:pt x="370539" y="535859"/>
                      <a:pt x="359868" y="539224"/>
                      <a:pt x="349432" y="543164"/>
                    </a:cubicBezTo>
                    <a:cubicBezTo>
                      <a:pt x="348104" y="543449"/>
                      <a:pt x="346744" y="543571"/>
                      <a:pt x="345388" y="543529"/>
                    </a:cubicBezTo>
                    <a:lnTo>
                      <a:pt x="345388" y="466169"/>
                    </a:lnTo>
                    <a:cubicBezTo>
                      <a:pt x="348727" y="465595"/>
                      <a:pt x="352067" y="465230"/>
                      <a:pt x="355302" y="464421"/>
                    </a:cubicBezTo>
                    <a:cubicBezTo>
                      <a:pt x="368348" y="461107"/>
                      <a:pt x="376801" y="451375"/>
                      <a:pt x="377349" y="437964"/>
                    </a:cubicBezTo>
                    <a:cubicBezTo>
                      <a:pt x="377793" y="427110"/>
                      <a:pt x="377636" y="416178"/>
                      <a:pt x="377349" y="405298"/>
                    </a:cubicBezTo>
                    <a:cubicBezTo>
                      <a:pt x="377206" y="395412"/>
                      <a:pt x="371531" y="386442"/>
                      <a:pt x="362660" y="382077"/>
                    </a:cubicBezTo>
                    <a:cubicBezTo>
                      <a:pt x="359620" y="380921"/>
                      <a:pt x="357843" y="377759"/>
                      <a:pt x="358433" y="374563"/>
                    </a:cubicBezTo>
                    <a:cubicBezTo>
                      <a:pt x="358446" y="374346"/>
                      <a:pt x="358446" y="374127"/>
                      <a:pt x="358433" y="373911"/>
                    </a:cubicBezTo>
                    <a:cubicBezTo>
                      <a:pt x="358433" y="362378"/>
                      <a:pt x="355537" y="349594"/>
                      <a:pt x="359607" y="339705"/>
                    </a:cubicBezTo>
                    <a:cubicBezTo>
                      <a:pt x="363677" y="329816"/>
                      <a:pt x="374636" y="322720"/>
                      <a:pt x="382750" y="314579"/>
                    </a:cubicBezTo>
                    <a:cubicBezTo>
                      <a:pt x="453110" y="244151"/>
                      <a:pt x="523477" y="173747"/>
                      <a:pt x="593854" y="103371"/>
                    </a:cubicBezTo>
                    <a:cubicBezTo>
                      <a:pt x="595371" y="101599"/>
                      <a:pt x="596741" y="99705"/>
                      <a:pt x="597950" y="97709"/>
                    </a:cubicBezTo>
                    <a:lnTo>
                      <a:pt x="599568" y="98857"/>
                    </a:lnTo>
                    <a:lnTo>
                      <a:pt x="619397" y="79471"/>
                    </a:lnTo>
                    <a:cubicBezTo>
                      <a:pt x="619397" y="71357"/>
                      <a:pt x="616919" y="66426"/>
                      <a:pt x="609352" y="63060"/>
                    </a:cubicBezTo>
                    <a:cubicBezTo>
                      <a:pt x="593228" y="55781"/>
                      <a:pt x="577469" y="47666"/>
                      <a:pt x="561527" y="39995"/>
                    </a:cubicBezTo>
                    <a:cubicBezTo>
                      <a:pt x="543524" y="31307"/>
                      <a:pt x="529617" y="33629"/>
                      <a:pt x="515580" y="47640"/>
                    </a:cubicBezTo>
                    <a:cubicBezTo>
                      <a:pt x="501543" y="61651"/>
                      <a:pt x="488106" y="75114"/>
                      <a:pt x="474382" y="88890"/>
                    </a:cubicBezTo>
                    <a:cubicBezTo>
                      <a:pt x="473104" y="90023"/>
                      <a:pt x="471935" y="91273"/>
                      <a:pt x="470886" y="92621"/>
                    </a:cubicBezTo>
                    <a:cubicBezTo>
                      <a:pt x="467909" y="96287"/>
                      <a:pt x="468248" y="101625"/>
                      <a:pt x="471669" y="104884"/>
                    </a:cubicBezTo>
                    <a:cubicBezTo>
                      <a:pt x="474695" y="108587"/>
                      <a:pt x="480149" y="109135"/>
                      <a:pt x="483853" y="106111"/>
                    </a:cubicBezTo>
                    <a:cubicBezTo>
                      <a:pt x="486588" y="103924"/>
                      <a:pt x="489200" y="101589"/>
                      <a:pt x="491681" y="99118"/>
                    </a:cubicBezTo>
                    <a:cubicBezTo>
                      <a:pt x="496038" y="116834"/>
                      <a:pt x="500239" y="133819"/>
                      <a:pt x="504726" y="152396"/>
                    </a:cubicBezTo>
                    <a:lnTo>
                      <a:pt x="451240" y="139351"/>
                    </a:lnTo>
                    <a:cubicBezTo>
                      <a:pt x="453562" y="136924"/>
                      <a:pt x="455388" y="135046"/>
                      <a:pt x="457162" y="133141"/>
                    </a:cubicBezTo>
                    <a:cubicBezTo>
                      <a:pt x="462067" y="127923"/>
                      <a:pt x="462380" y="122705"/>
                      <a:pt x="458284" y="118426"/>
                    </a:cubicBezTo>
                    <a:cubicBezTo>
                      <a:pt x="454188" y="114147"/>
                      <a:pt x="448526" y="114616"/>
                      <a:pt x="443621" y="119547"/>
                    </a:cubicBezTo>
                    <a:cubicBezTo>
                      <a:pt x="423713" y="139507"/>
                      <a:pt x="403962" y="159624"/>
                      <a:pt x="384029" y="179557"/>
                    </a:cubicBezTo>
                    <a:cubicBezTo>
                      <a:pt x="354598" y="208988"/>
                      <a:pt x="325029" y="238341"/>
                      <a:pt x="295319" y="267615"/>
                    </a:cubicBezTo>
                    <a:cubicBezTo>
                      <a:pt x="292592" y="270086"/>
                      <a:pt x="289080" y="271518"/>
                      <a:pt x="285404" y="271659"/>
                    </a:cubicBezTo>
                    <a:cubicBezTo>
                      <a:pt x="260643" y="271998"/>
                      <a:pt x="235831" y="271842"/>
                      <a:pt x="211096" y="271842"/>
                    </a:cubicBezTo>
                    <a:lnTo>
                      <a:pt x="204678" y="271842"/>
                    </a:lnTo>
                    <a:lnTo>
                      <a:pt x="204678" y="202387"/>
                    </a:lnTo>
                    <a:cubicBezTo>
                      <a:pt x="220541" y="198395"/>
                      <a:pt x="223463" y="194560"/>
                      <a:pt x="223490" y="178540"/>
                    </a:cubicBezTo>
                    <a:lnTo>
                      <a:pt x="223490" y="165729"/>
                    </a:lnTo>
                    <a:cubicBezTo>
                      <a:pt x="223490" y="150961"/>
                      <a:pt x="218663" y="145482"/>
                      <a:pt x="203217" y="143369"/>
                    </a:cubicBezTo>
                    <a:cubicBezTo>
                      <a:pt x="199486" y="111825"/>
                      <a:pt x="195728" y="80124"/>
                      <a:pt x="191763" y="46570"/>
                    </a:cubicBezTo>
                    <a:lnTo>
                      <a:pt x="211514" y="60634"/>
                    </a:lnTo>
                    <a:cubicBezTo>
                      <a:pt x="213601" y="62121"/>
                      <a:pt x="215636" y="63686"/>
                      <a:pt x="217802" y="65043"/>
                    </a:cubicBezTo>
                    <a:cubicBezTo>
                      <a:pt x="223150" y="68461"/>
                      <a:pt x="228786" y="67652"/>
                      <a:pt x="231917" y="63008"/>
                    </a:cubicBezTo>
                    <a:cubicBezTo>
                      <a:pt x="235048" y="58364"/>
                      <a:pt x="233926" y="53198"/>
                      <a:pt x="228995" y="49545"/>
                    </a:cubicBezTo>
                    <a:cubicBezTo>
                      <a:pt x="221167" y="43700"/>
                      <a:pt x="213027" y="38117"/>
                      <a:pt x="205069" y="32377"/>
                    </a:cubicBezTo>
                    <a:cubicBezTo>
                      <a:pt x="190179" y="21713"/>
                      <a:pt x="175307" y="11008"/>
                      <a:pt x="160453" y="259"/>
                    </a:cubicBezTo>
                    <a:lnTo>
                      <a:pt x="154061" y="259"/>
                    </a:lnTo>
                    <a:lnTo>
                      <a:pt x="98774" y="39604"/>
                    </a:lnTo>
                    <a:cubicBezTo>
                      <a:pt x="93738" y="43205"/>
                      <a:pt x="88546" y="46597"/>
                      <a:pt x="83771" y="50536"/>
                    </a:cubicBezTo>
                    <a:cubicBezTo>
                      <a:pt x="79863" y="53370"/>
                      <a:pt x="78994" y="58836"/>
                      <a:pt x="81827" y="62744"/>
                    </a:cubicBezTo>
                    <a:cubicBezTo>
                      <a:pt x="81932" y="62888"/>
                      <a:pt x="82041" y="63029"/>
                      <a:pt x="82154" y="63164"/>
                    </a:cubicBezTo>
                    <a:cubicBezTo>
                      <a:pt x="85284" y="67678"/>
                      <a:pt x="89824" y="68383"/>
                      <a:pt x="94599" y="65904"/>
                    </a:cubicBezTo>
                    <a:cubicBezTo>
                      <a:pt x="96595" y="64748"/>
                      <a:pt x="98505" y="63449"/>
                      <a:pt x="100313" y="62016"/>
                    </a:cubicBezTo>
                    <a:lnTo>
                      <a:pt x="122517" y="46153"/>
                    </a:lnTo>
                    <a:cubicBezTo>
                      <a:pt x="118577" y="80019"/>
                      <a:pt x="114533" y="111694"/>
                      <a:pt x="110749" y="143291"/>
                    </a:cubicBezTo>
                    <a:cubicBezTo>
                      <a:pt x="95095" y="145456"/>
                      <a:pt x="90242" y="151118"/>
                      <a:pt x="90242" y="166277"/>
                    </a:cubicBezTo>
                    <a:lnTo>
                      <a:pt x="90242" y="178435"/>
                    </a:lnTo>
                    <a:cubicBezTo>
                      <a:pt x="90242" y="194090"/>
                      <a:pt x="94077" y="198969"/>
                      <a:pt x="109027" y="202491"/>
                    </a:cubicBezTo>
                    <a:lnTo>
                      <a:pt x="109027" y="271816"/>
                    </a:lnTo>
                    <a:lnTo>
                      <a:pt x="70282" y="271816"/>
                    </a:lnTo>
                    <a:cubicBezTo>
                      <a:pt x="50427" y="271816"/>
                      <a:pt x="38790" y="283400"/>
                      <a:pt x="38764" y="303125"/>
                    </a:cubicBezTo>
                    <a:cubicBezTo>
                      <a:pt x="38764" y="326816"/>
                      <a:pt x="38764" y="350515"/>
                      <a:pt x="38764" y="374224"/>
                    </a:cubicBezTo>
                    <a:cubicBezTo>
                      <a:pt x="39314" y="377368"/>
                      <a:pt x="37673" y="380488"/>
                      <a:pt x="34772" y="381816"/>
                    </a:cubicBezTo>
                    <a:cubicBezTo>
                      <a:pt x="25129" y="386627"/>
                      <a:pt x="19177" y="396615"/>
                      <a:pt x="19535" y="407386"/>
                    </a:cubicBezTo>
                    <a:cubicBezTo>
                      <a:pt x="19404" y="417222"/>
                      <a:pt x="19378" y="427032"/>
                      <a:pt x="19535" y="436869"/>
                    </a:cubicBezTo>
                    <a:cubicBezTo>
                      <a:pt x="19647" y="449693"/>
                      <a:pt x="28252" y="460887"/>
                      <a:pt x="40616" y="464290"/>
                    </a:cubicBezTo>
                    <a:cubicBezTo>
                      <a:pt x="44154" y="465109"/>
                      <a:pt x="47734" y="465728"/>
                      <a:pt x="51340" y="466143"/>
                    </a:cubicBezTo>
                    <a:lnTo>
                      <a:pt x="51340" y="525735"/>
                    </a:lnTo>
                    <a:cubicBezTo>
                      <a:pt x="49193" y="525030"/>
                      <a:pt x="47006" y="524455"/>
                      <a:pt x="44791" y="524013"/>
                    </a:cubicBezTo>
                    <a:cubicBezTo>
                      <a:pt x="33233" y="522369"/>
                      <a:pt x="21674" y="520491"/>
                      <a:pt x="10037" y="519447"/>
                    </a:cubicBezTo>
                    <a:cubicBezTo>
                      <a:pt x="5036" y="519087"/>
                      <a:pt x="689" y="522849"/>
                      <a:pt x="329" y="527851"/>
                    </a:cubicBezTo>
                    <a:cubicBezTo>
                      <a:pt x="316" y="528041"/>
                      <a:pt x="308" y="528232"/>
                      <a:pt x="305" y="528423"/>
                    </a:cubicBezTo>
                    <a:cubicBezTo>
                      <a:pt x="118" y="533780"/>
                      <a:pt x="4305" y="538276"/>
                      <a:pt x="9664" y="538464"/>
                    </a:cubicBezTo>
                    <a:cubicBezTo>
                      <a:pt x="9701" y="538466"/>
                      <a:pt x="9740" y="538467"/>
                      <a:pt x="9777" y="538468"/>
                    </a:cubicBezTo>
                    <a:cubicBezTo>
                      <a:pt x="10403" y="538468"/>
                      <a:pt x="11055" y="538468"/>
                      <a:pt x="11681" y="538468"/>
                    </a:cubicBezTo>
                    <a:cubicBezTo>
                      <a:pt x="27331" y="538465"/>
                      <a:pt x="42761" y="542157"/>
                      <a:pt x="56715" y="549243"/>
                    </a:cubicBezTo>
                    <a:cubicBezTo>
                      <a:pt x="62937" y="552528"/>
                      <a:pt x="69400" y="555337"/>
                      <a:pt x="76048" y="557645"/>
                    </a:cubicBezTo>
                    <a:cubicBezTo>
                      <a:pt x="108766" y="568081"/>
                      <a:pt x="140859" y="566542"/>
                      <a:pt x="171751" y="550991"/>
                    </a:cubicBezTo>
                    <a:cubicBezTo>
                      <a:pt x="205173" y="534215"/>
                      <a:pt x="238335" y="534058"/>
                      <a:pt x="271941" y="550626"/>
                    </a:cubicBezTo>
                    <a:cubicBezTo>
                      <a:pt x="308051" y="568603"/>
                      <a:pt x="344500" y="569099"/>
                      <a:pt x="380741" y="552609"/>
                    </a:cubicBezTo>
                    <a:close/>
                    <a:moveTo>
                      <a:pt x="577312" y="89699"/>
                    </a:moveTo>
                    <a:cubicBezTo>
                      <a:pt x="557518" y="84812"/>
                      <a:pt x="537723" y="79863"/>
                      <a:pt x="517929" y="74853"/>
                    </a:cubicBezTo>
                    <a:cubicBezTo>
                      <a:pt x="517589" y="74853"/>
                      <a:pt x="517355" y="74332"/>
                      <a:pt x="516572" y="73653"/>
                    </a:cubicBezTo>
                    <a:cubicBezTo>
                      <a:pt x="522051" y="68278"/>
                      <a:pt x="527295" y="62721"/>
                      <a:pt x="533009" y="57685"/>
                    </a:cubicBezTo>
                    <a:cubicBezTo>
                      <a:pt x="537596" y="53519"/>
                      <a:pt x="544318" y="52712"/>
                      <a:pt x="549760" y="55676"/>
                    </a:cubicBezTo>
                    <a:cubicBezTo>
                      <a:pt x="563980" y="62434"/>
                      <a:pt x="578069" y="69400"/>
                      <a:pt x="593254" y="76784"/>
                    </a:cubicBezTo>
                    <a:cubicBezTo>
                      <a:pt x="588844" y="81167"/>
                      <a:pt x="584931" y="85212"/>
                      <a:pt x="580834" y="89047"/>
                    </a:cubicBezTo>
                    <a:cubicBezTo>
                      <a:pt x="579811" y="89764"/>
                      <a:pt x="578525" y="90004"/>
                      <a:pt x="577312" y="89699"/>
                    </a:cubicBezTo>
                    <a:close/>
                    <a:moveTo>
                      <a:pt x="509945" y="93065"/>
                    </a:moveTo>
                    <a:lnTo>
                      <a:pt x="562832" y="106111"/>
                    </a:lnTo>
                    <a:lnTo>
                      <a:pt x="522990" y="145769"/>
                    </a:lnTo>
                    <a:cubicBezTo>
                      <a:pt x="518868" y="128653"/>
                      <a:pt x="514589" y="111459"/>
                      <a:pt x="509945" y="93065"/>
                    </a:cubicBezTo>
                    <a:close/>
                    <a:moveTo>
                      <a:pt x="445317" y="157719"/>
                    </a:moveTo>
                    <a:lnTo>
                      <a:pt x="497003" y="170373"/>
                    </a:lnTo>
                    <a:cubicBezTo>
                      <a:pt x="484167" y="183262"/>
                      <a:pt x="471278" y="196256"/>
                      <a:pt x="458075" y="209510"/>
                    </a:cubicBezTo>
                    <a:cubicBezTo>
                      <a:pt x="454110" y="192994"/>
                      <a:pt x="449935" y="175957"/>
                      <a:pt x="445421" y="157667"/>
                    </a:cubicBezTo>
                    <a:close/>
                    <a:moveTo>
                      <a:pt x="263148" y="465778"/>
                    </a:moveTo>
                    <a:lnTo>
                      <a:pt x="325532" y="465778"/>
                    </a:lnTo>
                    <a:lnTo>
                      <a:pt x="325532" y="544782"/>
                    </a:lnTo>
                    <a:cubicBezTo>
                      <a:pt x="313301" y="544975"/>
                      <a:pt x="301163" y="542621"/>
                      <a:pt x="289892" y="537868"/>
                    </a:cubicBezTo>
                    <a:cubicBezTo>
                      <a:pt x="282046" y="534563"/>
                      <a:pt x="274297" y="531023"/>
                      <a:pt x="266644" y="527248"/>
                    </a:cubicBezTo>
                    <a:cubicBezTo>
                      <a:pt x="264907" y="526344"/>
                      <a:pt x="263670" y="524705"/>
                      <a:pt x="263279" y="522787"/>
                    </a:cubicBezTo>
                    <a:cubicBezTo>
                      <a:pt x="263070" y="504053"/>
                      <a:pt x="263148" y="485294"/>
                      <a:pt x="263148" y="465778"/>
                    </a:cubicBezTo>
                    <a:close/>
                    <a:moveTo>
                      <a:pt x="153174" y="465934"/>
                    </a:moveTo>
                    <a:lnTo>
                      <a:pt x="243554" y="465934"/>
                    </a:lnTo>
                    <a:lnTo>
                      <a:pt x="243554" y="520960"/>
                    </a:lnTo>
                    <a:cubicBezTo>
                      <a:pt x="211435" y="515742"/>
                      <a:pt x="181822" y="522317"/>
                      <a:pt x="153174" y="539224"/>
                    </a:cubicBezTo>
                    <a:close/>
                    <a:moveTo>
                      <a:pt x="70882" y="465673"/>
                    </a:moveTo>
                    <a:lnTo>
                      <a:pt x="133136" y="465673"/>
                    </a:lnTo>
                    <a:lnTo>
                      <a:pt x="133136" y="543660"/>
                    </a:lnTo>
                    <a:cubicBezTo>
                      <a:pt x="112863" y="546504"/>
                      <a:pt x="93190" y="545225"/>
                      <a:pt x="74457" y="536433"/>
                    </a:cubicBezTo>
                    <a:cubicBezTo>
                      <a:pt x="72698" y="535544"/>
                      <a:pt x="71438" y="533901"/>
                      <a:pt x="71039" y="531971"/>
                    </a:cubicBezTo>
                    <a:cubicBezTo>
                      <a:pt x="70830" y="510080"/>
                      <a:pt x="70882" y="488164"/>
                      <a:pt x="70882" y="465673"/>
                    </a:cubicBezTo>
                    <a:close/>
                    <a:moveTo>
                      <a:pt x="183309" y="143551"/>
                    </a:moveTo>
                    <a:lnTo>
                      <a:pt x="130031" y="143551"/>
                    </a:lnTo>
                    <a:cubicBezTo>
                      <a:pt x="133084" y="118452"/>
                      <a:pt x="136110" y="93717"/>
                      <a:pt x="139137" y="69009"/>
                    </a:cubicBezTo>
                    <a:cubicBezTo>
                      <a:pt x="140546" y="57607"/>
                      <a:pt x="142137" y="46205"/>
                      <a:pt x="143442" y="34777"/>
                    </a:cubicBezTo>
                    <a:cubicBezTo>
                      <a:pt x="144303" y="27420"/>
                      <a:pt x="151269" y="26454"/>
                      <a:pt x="155757" y="23010"/>
                    </a:cubicBezTo>
                    <a:cubicBezTo>
                      <a:pt x="156800" y="22201"/>
                      <a:pt x="160740" y="24810"/>
                      <a:pt x="163141" y="26167"/>
                    </a:cubicBezTo>
                    <a:cubicBezTo>
                      <a:pt x="167934" y="28476"/>
                      <a:pt x="171140" y="33154"/>
                      <a:pt x="171568" y="38456"/>
                    </a:cubicBezTo>
                    <a:cubicBezTo>
                      <a:pt x="175142" y="71931"/>
                      <a:pt x="179395" y="105328"/>
                      <a:pt x="183283" y="138777"/>
                    </a:cubicBezTo>
                    <a:cubicBezTo>
                      <a:pt x="183372" y="140366"/>
                      <a:pt x="183380" y="141960"/>
                      <a:pt x="183309" y="143551"/>
                    </a:cubicBezTo>
                    <a:close/>
                    <a:moveTo>
                      <a:pt x="203608" y="181958"/>
                    </a:moveTo>
                    <a:lnTo>
                      <a:pt x="109680" y="181958"/>
                    </a:lnTo>
                    <a:lnTo>
                      <a:pt x="109680" y="163694"/>
                    </a:lnTo>
                    <a:lnTo>
                      <a:pt x="203608" y="163694"/>
                    </a:lnTo>
                    <a:close/>
                    <a:moveTo>
                      <a:pt x="157140" y="270302"/>
                    </a:moveTo>
                    <a:lnTo>
                      <a:pt x="156540" y="271450"/>
                    </a:lnTo>
                    <a:lnTo>
                      <a:pt x="129013" y="271450"/>
                    </a:lnTo>
                    <a:lnTo>
                      <a:pt x="129013" y="253708"/>
                    </a:lnTo>
                    <a:close/>
                    <a:moveTo>
                      <a:pt x="138041" y="236697"/>
                    </a:moveTo>
                    <a:lnTo>
                      <a:pt x="184561" y="209249"/>
                    </a:lnTo>
                    <a:lnTo>
                      <a:pt x="184561" y="264041"/>
                    </a:lnTo>
                    <a:close/>
                    <a:moveTo>
                      <a:pt x="128857" y="219738"/>
                    </a:moveTo>
                    <a:lnTo>
                      <a:pt x="128857" y="202048"/>
                    </a:lnTo>
                    <a:lnTo>
                      <a:pt x="156644" y="202048"/>
                    </a:lnTo>
                    <a:lnTo>
                      <a:pt x="157244" y="203013"/>
                    </a:lnTo>
                    <a:close/>
                    <a:moveTo>
                      <a:pt x="440229" y="217129"/>
                    </a:moveTo>
                    <a:lnTo>
                      <a:pt x="387655" y="204083"/>
                    </a:lnTo>
                    <a:lnTo>
                      <a:pt x="427262" y="164581"/>
                    </a:lnTo>
                    <a:cubicBezTo>
                      <a:pt x="431462" y="181775"/>
                      <a:pt x="435715" y="198839"/>
                      <a:pt x="440229" y="217076"/>
                    </a:cubicBezTo>
                    <a:close/>
                    <a:moveTo>
                      <a:pt x="380741" y="222347"/>
                    </a:moveTo>
                    <a:lnTo>
                      <a:pt x="431645" y="234818"/>
                    </a:lnTo>
                    <a:cubicBezTo>
                      <a:pt x="419043" y="247577"/>
                      <a:pt x="406050" y="260701"/>
                      <a:pt x="393395" y="273538"/>
                    </a:cubicBezTo>
                    <a:cubicBezTo>
                      <a:pt x="389534" y="257953"/>
                      <a:pt x="385315" y="240872"/>
                      <a:pt x="380741" y="222295"/>
                    </a:cubicBezTo>
                    <a:close/>
                    <a:moveTo>
                      <a:pt x="320992" y="271920"/>
                    </a:moveTo>
                    <a:lnTo>
                      <a:pt x="362738" y="229861"/>
                    </a:lnTo>
                    <a:cubicBezTo>
                      <a:pt x="367539" y="249377"/>
                      <a:pt x="372496" y="269363"/>
                      <a:pt x="377245" y="289427"/>
                    </a:cubicBezTo>
                    <a:cubicBezTo>
                      <a:pt x="377438" y="291204"/>
                      <a:pt x="376880" y="292984"/>
                      <a:pt x="375706" y="294332"/>
                    </a:cubicBezTo>
                    <a:cubicBezTo>
                      <a:pt x="370670" y="299812"/>
                      <a:pt x="365269" y="305004"/>
                      <a:pt x="358590" y="311866"/>
                    </a:cubicBezTo>
                    <a:cubicBezTo>
                      <a:pt x="359973" y="283531"/>
                      <a:pt x="347814" y="269572"/>
                      <a:pt x="320992" y="271764"/>
                    </a:cubicBezTo>
                    <a:close/>
                    <a:moveTo>
                      <a:pt x="343874" y="446444"/>
                    </a:moveTo>
                    <a:lnTo>
                      <a:pt x="70308" y="446444"/>
                    </a:lnTo>
                    <a:cubicBezTo>
                      <a:pt x="63681" y="446444"/>
                      <a:pt x="57054" y="446444"/>
                      <a:pt x="50453" y="446444"/>
                    </a:cubicBezTo>
                    <a:cubicBezTo>
                      <a:pt x="42156" y="446444"/>
                      <a:pt x="38738" y="443000"/>
                      <a:pt x="38633" y="434833"/>
                    </a:cubicBezTo>
                    <a:cubicBezTo>
                      <a:pt x="38633" y="426276"/>
                      <a:pt x="38633" y="417735"/>
                      <a:pt x="38633" y="409212"/>
                    </a:cubicBezTo>
                    <a:cubicBezTo>
                      <a:pt x="38633" y="401019"/>
                      <a:pt x="42077" y="397680"/>
                      <a:pt x="50453" y="397680"/>
                    </a:cubicBezTo>
                    <a:cubicBezTo>
                      <a:pt x="80144" y="397680"/>
                      <a:pt x="109828" y="397680"/>
                      <a:pt x="139502" y="397680"/>
                    </a:cubicBezTo>
                    <a:cubicBezTo>
                      <a:pt x="141845" y="397821"/>
                      <a:pt x="144198" y="397646"/>
                      <a:pt x="146494" y="397158"/>
                    </a:cubicBezTo>
                    <a:cubicBezTo>
                      <a:pt x="150896" y="396237"/>
                      <a:pt x="153912" y="392167"/>
                      <a:pt x="153513" y="387687"/>
                    </a:cubicBezTo>
                    <a:cubicBezTo>
                      <a:pt x="153633" y="382922"/>
                      <a:pt x="149946" y="378925"/>
                      <a:pt x="145190" y="378659"/>
                    </a:cubicBezTo>
                    <a:cubicBezTo>
                      <a:pt x="141352" y="378390"/>
                      <a:pt x="137503" y="378328"/>
                      <a:pt x="133658" y="378477"/>
                    </a:cubicBezTo>
                    <a:lnTo>
                      <a:pt x="57837" y="378477"/>
                    </a:lnTo>
                    <a:lnTo>
                      <a:pt x="57837" y="324598"/>
                    </a:lnTo>
                    <a:cubicBezTo>
                      <a:pt x="57837" y="317345"/>
                      <a:pt x="57837" y="310091"/>
                      <a:pt x="57837" y="302812"/>
                    </a:cubicBezTo>
                    <a:cubicBezTo>
                      <a:pt x="57837" y="294567"/>
                      <a:pt x="61228" y="291384"/>
                      <a:pt x="69604" y="291254"/>
                    </a:cubicBezTo>
                    <a:lnTo>
                      <a:pt x="324697" y="291254"/>
                    </a:lnTo>
                    <a:cubicBezTo>
                      <a:pt x="336934" y="291254"/>
                      <a:pt x="339230" y="293550"/>
                      <a:pt x="339256" y="305839"/>
                    </a:cubicBezTo>
                    <a:lnTo>
                      <a:pt x="339256" y="378477"/>
                    </a:lnTo>
                    <a:lnTo>
                      <a:pt x="188423" y="378477"/>
                    </a:lnTo>
                    <a:cubicBezTo>
                      <a:pt x="186294" y="378359"/>
                      <a:pt x="184160" y="378359"/>
                      <a:pt x="182031" y="378477"/>
                    </a:cubicBezTo>
                    <a:cubicBezTo>
                      <a:pt x="177118" y="378503"/>
                      <a:pt x="173154" y="382508"/>
                      <a:pt x="173183" y="387421"/>
                    </a:cubicBezTo>
                    <a:cubicBezTo>
                      <a:pt x="173183" y="387494"/>
                      <a:pt x="173183" y="387564"/>
                      <a:pt x="173186" y="387635"/>
                    </a:cubicBezTo>
                    <a:cubicBezTo>
                      <a:pt x="172977" y="393218"/>
                      <a:pt x="176186" y="396349"/>
                      <a:pt x="181404" y="397419"/>
                    </a:cubicBezTo>
                    <a:cubicBezTo>
                      <a:pt x="183515" y="397690"/>
                      <a:pt x="185647" y="397750"/>
                      <a:pt x="187771" y="397601"/>
                    </a:cubicBezTo>
                    <a:lnTo>
                      <a:pt x="344109" y="397601"/>
                    </a:lnTo>
                    <a:cubicBezTo>
                      <a:pt x="355876" y="397601"/>
                      <a:pt x="358433" y="400210"/>
                      <a:pt x="358459" y="411795"/>
                    </a:cubicBezTo>
                    <a:cubicBezTo>
                      <a:pt x="358459" y="418422"/>
                      <a:pt x="358459" y="425041"/>
                      <a:pt x="358459" y="431650"/>
                    </a:cubicBezTo>
                    <a:cubicBezTo>
                      <a:pt x="358355" y="443757"/>
                      <a:pt x="356007" y="446287"/>
                      <a:pt x="343874" y="446287"/>
                    </a:cubicBezTo>
                    <a:close/>
                  </a:path>
                </a:pathLst>
              </a:custGeom>
              <a:grpFill/>
              <a:ln w="26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Univers 45 Light" pitchFamily="2" charset="0"/>
                </a:endParaRPr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E46636F8-4D73-0DA9-F487-33110E96E94A}"/>
                  </a:ext>
                </a:extLst>
              </p:cNvPr>
              <p:cNvSpPr/>
              <p:nvPr/>
            </p:nvSpPr>
            <p:spPr>
              <a:xfrm>
                <a:off x="11173691" y="6708558"/>
                <a:ext cx="656249" cy="45570"/>
              </a:xfrm>
              <a:custGeom>
                <a:avLst/>
                <a:gdLst>
                  <a:gd name="connsiteX0" fmla="*/ 11601 w 656249"/>
                  <a:gd name="connsiteY0" fmla="*/ 665 h 45570"/>
                  <a:gd name="connsiteX1" fmla="*/ 63940 w 656249"/>
                  <a:gd name="connsiteY1" fmla="*/ 12980 h 45570"/>
                  <a:gd name="connsiteX2" fmla="*/ 118001 w 656249"/>
                  <a:gd name="connsiteY2" fmla="*/ 26287 h 45570"/>
                  <a:gd name="connsiteX3" fmla="*/ 160060 w 656249"/>
                  <a:gd name="connsiteY3" fmla="*/ 16581 h 45570"/>
                  <a:gd name="connsiteX4" fmla="*/ 223253 w 656249"/>
                  <a:gd name="connsiteY4" fmla="*/ 561 h 45570"/>
                  <a:gd name="connsiteX5" fmla="*/ 278670 w 656249"/>
                  <a:gd name="connsiteY5" fmla="*/ 14050 h 45570"/>
                  <a:gd name="connsiteX6" fmla="*/ 357570 w 656249"/>
                  <a:gd name="connsiteY6" fmla="*/ 22268 h 45570"/>
                  <a:gd name="connsiteX7" fmla="*/ 381757 w 656249"/>
                  <a:gd name="connsiteY7" fmla="*/ 12249 h 45570"/>
                  <a:gd name="connsiteX8" fmla="*/ 488730 w 656249"/>
                  <a:gd name="connsiteY8" fmla="*/ 13084 h 45570"/>
                  <a:gd name="connsiteX9" fmla="*/ 541565 w 656249"/>
                  <a:gd name="connsiteY9" fmla="*/ 26313 h 45570"/>
                  <a:gd name="connsiteX10" fmla="*/ 584981 w 656249"/>
                  <a:gd name="connsiteY10" fmla="*/ 16528 h 45570"/>
                  <a:gd name="connsiteX11" fmla="*/ 643060 w 656249"/>
                  <a:gd name="connsiteY11" fmla="*/ 561 h 45570"/>
                  <a:gd name="connsiteX12" fmla="*/ 656549 w 656249"/>
                  <a:gd name="connsiteY12" fmla="*/ 7031 h 45570"/>
                  <a:gd name="connsiteX13" fmla="*/ 656549 w 656249"/>
                  <a:gd name="connsiteY13" fmla="*/ 13424 h 45570"/>
                  <a:gd name="connsiteX14" fmla="*/ 643686 w 656249"/>
                  <a:gd name="connsiteY14" fmla="*/ 19972 h 45570"/>
                  <a:gd name="connsiteX15" fmla="*/ 597661 w 656249"/>
                  <a:gd name="connsiteY15" fmla="*/ 31818 h 45570"/>
                  <a:gd name="connsiteX16" fmla="*/ 483747 w 656249"/>
                  <a:gd name="connsiteY16" fmla="*/ 31818 h 45570"/>
                  <a:gd name="connsiteX17" fmla="*/ 385253 w 656249"/>
                  <a:gd name="connsiteY17" fmla="*/ 31818 h 45570"/>
                  <a:gd name="connsiteX18" fmla="*/ 271913 w 656249"/>
                  <a:gd name="connsiteY18" fmla="*/ 31818 h 45570"/>
                  <a:gd name="connsiteX19" fmla="*/ 172297 w 656249"/>
                  <a:gd name="connsiteY19" fmla="*/ 32053 h 45570"/>
                  <a:gd name="connsiteX20" fmla="*/ 75968 w 656249"/>
                  <a:gd name="connsiteY20" fmla="*/ 38810 h 45570"/>
                  <a:gd name="connsiteX21" fmla="*/ 57208 w 656249"/>
                  <a:gd name="connsiteY21" fmla="*/ 30696 h 45570"/>
                  <a:gd name="connsiteX22" fmla="*/ 11601 w 656249"/>
                  <a:gd name="connsiteY22" fmla="*/ 19712 h 45570"/>
                  <a:gd name="connsiteX23" fmla="*/ 590 w 656249"/>
                  <a:gd name="connsiteY23" fmla="*/ 11884 h 45570"/>
                  <a:gd name="connsiteX24" fmla="*/ 11601 w 656249"/>
                  <a:gd name="connsiteY24" fmla="*/ 665 h 45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56249" h="45570">
                    <a:moveTo>
                      <a:pt x="11601" y="665"/>
                    </a:moveTo>
                    <a:cubicBezTo>
                      <a:pt x="29789" y="460"/>
                      <a:pt x="47753" y="4686"/>
                      <a:pt x="63940" y="12980"/>
                    </a:cubicBezTo>
                    <a:cubicBezTo>
                      <a:pt x="80500" y="22029"/>
                      <a:pt x="99132" y="26615"/>
                      <a:pt x="118001" y="26287"/>
                    </a:cubicBezTo>
                    <a:cubicBezTo>
                      <a:pt x="132575" y="26287"/>
                      <a:pt x="146959" y="22968"/>
                      <a:pt x="160060" y="16581"/>
                    </a:cubicBezTo>
                    <a:cubicBezTo>
                      <a:pt x="179915" y="6353"/>
                      <a:pt x="200658" y="195"/>
                      <a:pt x="223253" y="561"/>
                    </a:cubicBezTo>
                    <a:cubicBezTo>
                      <a:pt x="242537" y="581"/>
                      <a:pt x="261536" y="5206"/>
                      <a:pt x="278670" y="14050"/>
                    </a:cubicBezTo>
                    <a:cubicBezTo>
                      <a:pt x="302878" y="27021"/>
                      <a:pt x="331210" y="29972"/>
                      <a:pt x="357570" y="22268"/>
                    </a:cubicBezTo>
                    <a:cubicBezTo>
                      <a:pt x="365880" y="19560"/>
                      <a:pt x="373966" y="16210"/>
                      <a:pt x="381757" y="12249"/>
                    </a:cubicBezTo>
                    <a:cubicBezTo>
                      <a:pt x="417554" y="-3875"/>
                      <a:pt x="453325" y="-3875"/>
                      <a:pt x="488730" y="13084"/>
                    </a:cubicBezTo>
                    <a:cubicBezTo>
                      <a:pt x="505559" y="21173"/>
                      <a:pt x="522649" y="26652"/>
                      <a:pt x="541565" y="26313"/>
                    </a:cubicBezTo>
                    <a:cubicBezTo>
                      <a:pt x="556595" y="26417"/>
                      <a:pt x="571449" y="23070"/>
                      <a:pt x="584981" y="16528"/>
                    </a:cubicBezTo>
                    <a:cubicBezTo>
                      <a:pt x="603245" y="7240"/>
                      <a:pt x="622239" y="874"/>
                      <a:pt x="643060" y="561"/>
                    </a:cubicBezTo>
                    <a:cubicBezTo>
                      <a:pt x="648956" y="561"/>
                      <a:pt x="653496" y="1943"/>
                      <a:pt x="656549" y="7031"/>
                    </a:cubicBezTo>
                    <a:lnTo>
                      <a:pt x="656549" y="13424"/>
                    </a:lnTo>
                    <a:cubicBezTo>
                      <a:pt x="653870" y="17891"/>
                      <a:pt x="648874" y="20434"/>
                      <a:pt x="643686" y="19972"/>
                    </a:cubicBezTo>
                    <a:cubicBezTo>
                      <a:pt x="627301" y="19712"/>
                      <a:pt x="612194" y="24617"/>
                      <a:pt x="597661" y="31818"/>
                    </a:cubicBezTo>
                    <a:cubicBezTo>
                      <a:pt x="559699" y="50551"/>
                      <a:pt x="521658" y="50395"/>
                      <a:pt x="483747" y="31818"/>
                    </a:cubicBezTo>
                    <a:cubicBezTo>
                      <a:pt x="450846" y="15641"/>
                      <a:pt x="418128" y="15667"/>
                      <a:pt x="385253" y="31818"/>
                    </a:cubicBezTo>
                    <a:cubicBezTo>
                      <a:pt x="347551" y="50473"/>
                      <a:pt x="309588" y="50525"/>
                      <a:pt x="271913" y="31818"/>
                    </a:cubicBezTo>
                    <a:cubicBezTo>
                      <a:pt x="238542" y="15380"/>
                      <a:pt x="205511" y="15354"/>
                      <a:pt x="172297" y="32053"/>
                    </a:cubicBezTo>
                    <a:cubicBezTo>
                      <a:pt x="141170" y="47707"/>
                      <a:pt x="108921" y="49377"/>
                      <a:pt x="75968" y="38810"/>
                    </a:cubicBezTo>
                    <a:cubicBezTo>
                      <a:pt x="69508" y="36610"/>
                      <a:pt x="63235" y="33896"/>
                      <a:pt x="57208" y="30696"/>
                    </a:cubicBezTo>
                    <a:cubicBezTo>
                      <a:pt x="43109" y="23426"/>
                      <a:pt x="27464" y="19659"/>
                      <a:pt x="11601" y="19712"/>
                    </a:cubicBezTo>
                    <a:cubicBezTo>
                      <a:pt x="6017" y="19712"/>
                      <a:pt x="1973" y="17546"/>
                      <a:pt x="590" y="11884"/>
                    </a:cubicBezTo>
                    <a:cubicBezTo>
                      <a:pt x="-975" y="5831"/>
                      <a:pt x="3930" y="665"/>
                      <a:pt x="11601" y="665"/>
                    </a:cubicBezTo>
                    <a:close/>
                  </a:path>
                </a:pathLst>
              </a:custGeom>
              <a:grpFill/>
              <a:ln w="26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Univers 45 Light" pitchFamily="2" charset="0"/>
                </a:endParaRPr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882AC9BB-0A75-783F-5286-229E8ADA449E}"/>
                  </a:ext>
                </a:extLst>
              </p:cNvPr>
              <p:cNvSpPr/>
              <p:nvPr/>
            </p:nvSpPr>
            <p:spPr>
              <a:xfrm>
                <a:off x="11766799" y="6176000"/>
                <a:ext cx="21603" cy="177028"/>
              </a:xfrm>
              <a:custGeom>
                <a:avLst/>
                <a:gdLst>
                  <a:gd name="connsiteX0" fmla="*/ 0 w 21603"/>
                  <a:gd name="connsiteY0" fmla="*/ 177029 h 177028"/>
                  <a:gd name="connsiteX1" fmla="*/ 21604 w 21603"/>
                  <a:gd name="connsiteY1" fmla="*/ 177029 h 177028"/>
                  <a:gd name="connsiteX2" fmla="*/ 21604 w 21603"/>
                  <a:gd name="connsiteY2" fmla="*/ 0 h 177028"/>
                  <a:gd name="connsiteX3" fmla="*/ 0 w 21603"/>
                  <a:gd name="connsiteY3" fmla="*/ 6523 h 177028"/>
                  <a:gd name="connsiteX4" fmla="*/ 0 w 21603"/>
                  <a:gd name="connsiteY4" fmla="*/ 177029 h 1770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603" h="177028">
                    <a:moveTo>
                      <a:pt x="0" y="177029"/>
                    </a:moveTo>
                    <a:lnTo>
                      <a:pt x="21604" y="177029"/>
                    </a:lnTo>
                    <a:lnTo>
                      <a:pt x="21604" y="0"/>
                    </a:lnTo>
                    <a:lnTo>
                      <a:pt x="0" y="6523"/>
                    </a:lnTo>
                    <a:lnTo>
                      <a:pt x="0" y="177029"/>
                    </a:lnTo>
                    <a:close/>
                  </a:path>
                </a:pathLst>
              </a:custGeom>
              <a:grpFill/>
              <a:ln w="26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Univers 45 Light" pitchFamily="2" charset="0"/>
                </a:endParaRPr>
              </a:p>
            </p:txBody>
          </p:sp>
        </p:grp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7CE7EB7-220E-25DD-5FD3-2FAC1DDA8C70}"/>
                </a:ext>
              </a:extLst>
            </p:cNvPr>
            <p:cNvSpPr/>
            <p:nvPr/>
          </p:nvSpPr>
          <p:spPr>
            <a:xfrm>
              <a:off x="11303576" y="6120143"/>
              <a:ext cx="53312" cy="120693"/>
            </a:xfrm>
            <a:custGeom>
              <a:avLst/>
              <a:gdLst>
                <a:gd name="connsiteX0" fmla="*/ 299 w 53312"/>
                <a:gd name="connsiteY0" fmla="*/ 120952 h 120693"/>
                <a:gd name="connsiteX1" fmla="*/ 9405 w 53312"/>
                <a:gd name="connsiteY1" fmla="*/ 46410 h 120693"/>
                <a:gd name="connsiteX2" fmla="*/ 13710 w 53312"/>
                <a:gd name="connsiteY2" fmla="*/ 12178 h 120693"/>
                <a:gd name="connsiteX3" fmla="*/ 26025 w 53312"/>
                <a:gd name="connsiteY3" fmla="*/ 411 h 120693"/>
                <a:gd name="connsiteX4" fmla="*/ 33409 w 53312"/>
                <a:gd name="connsiteY4" fmla="*/ 3568 h 120693"/>
                <a:gd name="connsiteX5" fmla="*/ 41837 w 53312"/>
                <a:gd name="connsiteY5" fmla="*/ 15857 h 120693"/>
                <a:gd name="connsiteX6" fmla="*/ 53552 w 53312"/>
                <a:gd name="connsiteY6" fmla="*/ 116178 h 120693"/>
                <a:gd name="connsiteX7" fmla="*/ 53552 w 53312"/>
                <a:gd name="connsiteY7" fmla="*/ 120952 h 120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312" h="120693">
                  <a:moveTo>
                    <a:pt x="299" y="120952"/>
                  </a:moveTo>
                  <a:cubicBezTo>
                    <a:pt x="3352" y="95853"/>
                    <a:pt x="6379" y="71118"/>
                    <a:pt x="9405" y="46410"/>
                  </a:cubicBezTo>
                  <a:cubicBezTo>
                    <a:pt x="10814" y="35008"/>
                    <a:pt x="12406" y="23606"/>
                    <a:pt x="13710" y="12178"/>
                  </a:cubicBezTo>
                  <a:cubicBezTo>
                    <a:pt x="14571" y="4820"/>
                    <a:pt x="21538" y="3855"/>
                    <a:pt x="26025" y="411"/>
                  </a:cubicBezTo>
                  <a:cubicBezTo>
                    <a:pt x="27069" y="-398"/>
                    <a:pt x="31009" y="2211"/>
                    <a:pt x="33409" y="3568"/>
                  </a:cubicBezTo>
                  <a:cubicBezTo>
                    <a:pt x="38202" y="5877"/>
                    <a:pt x="41409" y="10555"/>
                    <a:pt x="41837" y="15857"/>
                  </a:cubicBezTo>
                  <a:cubicBezTo>
                    <a:pt x="45411" y="49332"/>
                    <a:pt x="49664" y="82729"/>
                    <a:pt x="53552" y="116178"/>
                  </a:cubicBezTo>
                  <a:cubicBezTo>
                    <a:pt x="53632" y="117769"/>
                    <a:pt x="53632" y="119361"/>
                    <a:pt x="53552" y="120952"/>
                  </a:cubicBezTo>
                  <a:close/>
                </a:path>
              </a:pathLst>
            </a:custGeom>
            <a:noFill/>
            <a:ln w="26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Univers 45 Light" pitchFamily="2" charset="0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60348598-5E61-95B1-7FE3-B937BB8A560E}"/>
                </a:ext>
              </a:extLst>
            </p:cNvPr>
            <p:cNvSpPr/>
            <p:nvPr/>
          </p:nvSpPr>
          <p:spPr>
            <a:xfrm>
              <a:off x="11283225" y="6260796"/>
              <a:ext cx="93928" cy="18263"/>
            </a:xfrm>
            <a:custGeom>
              <a:avLst/>
              <a:gdLst>
                <a:gd name="connsiteX0" fmla="*/ 299 w 93928"/>
                <a:gd name="connsiteY0" fmla="*/ 259 h 18263"/>
                <a:gd name="connsiteX1" fmla="*/ 94228 w 93928"/>
                <a:gd name="connsiteY1" fmla="*/ 259 h 18263"/>
                <a:gd name="connsiteX2" fmla="*/ 94228 w 93928"/>
                <a:gd name="connsiteY2" fmla="*/ 18522 h 18263"/>
                <a:gd name="connsiteX3" fmla="*/ 299 w 93928"/>
                <a:gd name="connsiteY3" fmla="*/ 18522 h 18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928" h="18263">
                  <a:moveTo>
                    <a:pt x="299" y="259"/>
                  </a:moveTo>
                  <a:lnTo>
                    <a:pt x="94228" y="259"/>
                  </a:lnTo>
                  <a:lnTo>
                    <a:pt x="94228" y="18522"/>
                  </a:lnTo>
                  <a:lnTo>
                    <a:pt x="299" y="18522"/>
                  </a:lnTo>
                  <a:close/>
                </a:path>
              </a:pathLst>
            </a:custGeom>
            <a:noFill/>
            <a:ln w="26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Univers 45 Light" pitchFamily="2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0069936-D3FC-F2A1-AAC3-7FDCE0D4441C}"/>
                </a:ext>
              </a:extLst>
            </p:cNvPr>
            <p:cNvSpPr/>
            <p:nvPr/>
          </p:nvSpPr>
          <p:spPr>
            <a:xfrm>
              <a:off x="11311586" y="6306534"/>
              <a:ext cx="46520" cy="54869"/>
            </a:xfrm>
            <a:custGeom>
              <a:avLst/>
              <a:gdLst>
                <a:gd name="connsiteX0" fmla="*/ 46820 w 46520"/>
                <a:gd name="connsiteY0" fmla="*/ 55128 h 54869"/>
                <a:gd name="connsiteX1" fmla="*/ 299 w 46520"/>
                <a:gd name="connsiteY1" fmla="*/ 27707 h 54869"/>
                <a:gd name="connsiteX2" fmla="*/ 46820 w 46520"/>
                <a:gd name="connsiteY2" fmla="*/ 259 h 54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6520" h="54869">
                  <a:moveTo>
                    <a:pt x="46820" y="55128"/>
                  </a:moveTo>
                  <a:lnTo>
                    <a:pt x="299" y="27707"/>
                  </a:lnTo>
                  <a:lnTo>
                    <a:pt x="46820" y="259"/>
                  </a:lnTo>
                  <a:close/>
                </a:path>
              </a:pathLst>
            </a:custGeom>
            <a:noFill/>
            <a:ln w="26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Univers 45 Light" pitchFamily="2" charset="0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AA0FC81-DDB1-7E6C-F178-4C92F7772D9D}"/>
                </a:ext>
              </a:extLst>
            </p:cNvPr>
            <p:cNvSpPr/>
            <p:nvPr/>
          </p:nvSpPr>
          <p:spPr>
            <a:xfrm>
              <a:off x="11302559" y="6350993"/>
              <a:ext cx="28204" cy="17741"/>
            </a:xfrm>
            <a:custGeom>
              <a:avLst/>
              <a:gdLst>
                <a:gd name="connsiteX0" fmla="*/ 299 w 28204"/>
                <a:gd name="connsiteY0" fmla="*/ 18001 h 17741"/>
                <a:gd name="connsiteX1" fmla="*/ 299 w 28204"/>
                <a:gd name="connsiteY1" fmla="*/ 259 h 17741"/>
                <a:gd name="connsiteX2" fmla="*/ 28504 w 28204"/>
                <a:gd name="connsiteY2" fmla="*/ 16853 h 17741"/>
                <a:gd name="connsiteX3" fmla="*/ 27904 w 28204"/>
                <a:gd name="connsiteY3" fmla="*/ 18001 h 17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04" h="17741">
                  <a:moveTo>
                    <a:pt x="299" y="18001"/>
                  </a:moveTo>
                  <a:lnTo>
                    <a:pt x="299" y="259"/>
                  </a:lnTo>
                  <a:lnTo>
                    <a:pt x="28504" y="16853"/>
                  </a:lnTo>
                  <a:lnTo>
                    <a:pt x="27904" y="18001"/>
                  </a:lnTo>
                  <a:close/>
                </a:path>
              </a:pathLst>
            </a:custGeom>
            <a:noFill/>
            <a:ln w="26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Univers 45 Light" pitchFamily="2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6BC5162-CB4F-DD5A-96AF-9F7112E49B16}"/>
                </a:ext>
              </a:extLst>
            </p:cNvPr>
            <p:cNvSpPr/>
            <p:nvPr/>
          </p:nvSpPr>
          <p:spPr>
            <a:xfrm>
              <a:off x="11244422" y="6562958"/>
              <a:ext cx="62259" cy="79342"/>
            </a:xfrm>
            <a:custGeom>
              <a:avLst/>
              <a:gdLst>
                <a:gd name="connsiteX0" fmla="*/ 62559 w 62259"/>
                <a:gd name="connsiteY0" fmla="*/ 259 h 79342"/>
                <a:gd name="connsiteX1" fmla="*/ 62559 w 62259"/>
                <a:gd name="connsiteY1" fmla="*/ 78245 h 79342"/>
                <a:gd name="connsiteX2" fmla="*/ 3880 w 62259"/>
                <a:gd name="connsiteY2" fmla="*/ 71018 h 79342"/>
                <a:gd name="connsiteX3" fmla="*/ 462 w 62259"/>
                <a:gd name="connsiteY3" fmla="*/ 66556 h 79342"/>
                <a:gd name="connsiteX4" fmla="*/ 305 w 62259"/>
                <a:gd name="connsiteY4" fmla="*/ 259 h 79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259" h="79342">
                  <a:moveTo>
                    <a:pt x="62559" y="259"/>
                  </a:moveTo>
                  <a:lnTo>
                    <a:pt x="62559" y="78245"/>
                  </a:lnTo>
                  <a:cubicBezTo>
                    <a:pt x="42286" y="81089"/>
                    <a:pt x="22613" y="79811"/>
                    <a:pt x="3880" y="71018"/>
                  </a:cubicBezTo>
                  <a:cubicBezTo>
                    <a:pt x="2121" y="70129"/>
                    <a:pt x="861" y="68487"/>
                    <a:pt x="462" y="66556"/>
                  </a:cubicBezTo>
                  <a:cubicBezTo>
                    <a:pt x="253" y="44666"/>
                    <a:pt x="305" y="22749"/>
                    <a:pt x="305" y="259"/>
                  </a:cubicBezTo>
                  <a:close/>
                </a:path>
              </a:pathLst>
            </a:custGeom>
            <a:noFill/>
            <a:ln w="26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Univers 45 Light" pitchFamily="2" charset="0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43CC6FD-03F7-5E0B-2A59-6224B19D2F34}"/>
                </a:ext>
              </a:extLst>
            </p:cNvPr>
            <p:cNvSpPr/>
            <p:nvPr/>
          </p:nvSpPr>
          <p:spPr>
            <a:xfrm>
              <a:off x="11436679" y="6563063"/>
              <a:ext cx="62398" cy="79015"/>
            </a:xfrm>
            <a:custGeom>
              <a:avLst/>
              <a:gdLst>
                <a:gd name="connsiteX0" fmla="*/ 62698 w 62398"/>
                <a:gd name="connsiteY0" fmla="*/ 259 h 79015"/>
                <a:gd name="connsiteX1" fmla="*/ 62698 w 62398"/>
                <a:gd name="connsiteY1" fmla="*/ 79263 h 79015"/>
                <a:gd name="connsiteX2" fmla="*/ 27057 w 62398"/>
                <a:gd name="connsiteY2" fmla="*/ 72349 h 79015"/>
                <a:gd name="connsiteX3" fmla="*/ 3810 w 62398"/>
                <a:gd name="connsiteY3" fmla="*/ 61729 h 79015"/>
                <a:gd name="connsiteX4" fmla="*/ 444 w 62398"/>
                <a:gd name="connsiteY4" fmla="*/ 57268 h 79015"/>
                <a:gd name="connsiteX5" fmla="*/ 314 w 62398"/>
                <a:gd name="connsiteY5" fmla="*/ 259 h 79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2398" h="79015">
                  <a:moveTo>
                    <a:pt x="62698" y="259"/>
                  </a:moveTo>
                  <a:lnTo>
                    <a:pt x="62698" y="79263"/>
                  </a:lnTo>
                  <a:cubicBezTo>
                    <a:pt x="50466" y="79456"/>
                    <a:pt x="38329" y="77102"/>
                    <a:pt x="27057" y="72349"/>
                  </a:cubicBezTo>
                  <a:cubicBezTo>
                    <a:pt x="19212" y="69044"/>
                    <a:pt x="11463" y="65504"/>
                    <a:pt x="3810" y="61729"/>
                  </a:cubicBezTo>
                  <a:cubicBezTo>
                    <a:pt x="2072" y="60825"/>
                    <a:pt x="836" y="59186"/>
                    <a:pt x="444" y="57268"/>
                  </a:cubicBezTo>
                  <a:cubicBezTo>
                    <a:pt x="235" y="38534"/>
                    <a:pt x="314" y="19775"/>
                    <a:pt x="314" y="259"/>
                  </a:cubicBezTo>
                  <a:close/>
                </a:path>
              </a:pathLst>
            </a:custGeom>
            <a:noFill/>
            <a:ln w="26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Univers 45 Light" pitchFamily="2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B5410F6-3541-9A6A-6FA5-A62EE0186762}"/>
                </a:ext>
              </a:extLst>
            </p:cNvPr>
            <p:cNvSpPr/>
            <p:nvPr/>
          </p:nvSpPr>
          <p:spPr>
            <a:xfrm>
              <a:off x="11618967" y="6254952"/>
              <a:ext cx="51686" cy="51843"/>
            </a:xfrm>
            <a:custGeom>
              <a:avLst/>
              <a:gdLst>
                <a:gd name="connsiteX0" fmla="*/ 13058 w 51686"/>
                <a:gd name="connsiteY0" fmla="*/ 52102 h 51843"/>
                <a:gd name="connsiteX1" fmla="*/ 299 w 51686"/>
                <a:gd name="connsiteY1" fmla="*/ 259 h 51843"/>
                <a:gd name="connsiteX2" fmla="*/ 51986 w 51686"/>
                <a:gd name="connsiteY2" fmla="*/ 12913 h 51843"/>
                <a:gd name="connsiteX3" fmla="*/ 13058 w 51686"/>
                <a:gd name="connsiteY3" fmla="*/ 52102 h 51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686" h="51843">
                  <a:moveTo>
                    <a:pt x="13058" y="52102"/>
                  </a:moveTo>
                  <a:cubicBezTo>
                    <a:pt x="8988" y="35586"/>
                    <a:pt x="4813" y="18549"/>
                    <a:pt x="299" y="259"/>
                  </a:cubicBezTo>
                  <a:lnTo>
                    <a:pt x="51986" y="12913"/>
                  </a:lnTo>
                  <a:cubicBezTo>
                    <a:pt x="39149" y="25802"/>
                    <a:pt x="26260" y="38795"/>
                    <a:pt x="13058" y="52102"/>
                  </a:cubicBezTo>
                  <a:close/>
                </a:path>
              </a:pathLst>
            </a:custGeom>
            <a:noFill/>
            <a:ln w="26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Univers 45 Light" pitchFamily="2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F649D74-D15A-5886-5FBD-A63A1A2FCA2C}"/>
                </a:ext>
              </a:extLst>
            </p:cNvPr>
            <p:cNvSpPr/>
            <p:nvPr/>
          </p:nvSpPr>
          <p:spPr>
            <a:xfrm>
              <a:off x="11302402" y="6299333"/>
              <a:ext cx="28387" cy="17689"/>
            </a:xfrm>
            <a:custGeom>
              <a:avLst/>
              <a:gdLst>
                <a:gd name="connsiteX0" fmla="*/ 299 w 28387"/>
                <a:gd name="connsiteY0" fmla="*/ 259 h 17689"/>
                <a:gd name="connsiteX1" fmla="*/ 28086 w 28387"/>
                <a:gd name="connsiteY1" fmla="*/ 259 h 17689"/>
                <a:gd name="connsiteX2" fmla="*/ 28687 w 28387"/>
                <a:gd name="connsiteY2" fmla="*/ 1224 h 17689"/>
                <a:gd name="connsiteX3" fmla="*/ 299 w 28387"/>
                <a:gd name="connsiteY3" fmla="*/ 17948 h 17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387" h="17689">
                  <a:moveTo>
                    <a:pt x="299" y="259"/>
                  </a:moveTo>
                  <a:lnTo>
                    <a:pt x="28086" y="259"/>
                  </a:lnTo>
                  <a:lnTo>
                    <a:pt x="28687" y="1224"/>
                  </a:lnTo>
                  <a:lnTo>
                    <a:pt x="299" y="17948"/>
                  </a:lnTo>
                  <a:close/>
                </a:path>
              </a:pathLst>
            </a:custGeom>
            <a:noFill/>
            <a:ln w="26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Univers 45 Light" pitchFamily="2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A7D8A41-E32D-885E-608C-C0BEB9ED9668}"/>
                </a:ext>
              </a:extLst>
            </p:cNvPr>
            <p:cNvSpPr/>
            <p:nvPr/>
          </p:nvSpPr>
          <p:spPr>
            <a:xfrm>
              <a:off x="11326719" y="6563219"/>
              <a:ext cx="90379" cy="73290"/>
            </a:xfrm>
            <a:custGeom>
              <a:avLst/>
              <a:gdLst>
                <a:gd name="connsiteX0" fmla="*/ 90679 w 90379"/>
                <a:gd name="connsiteY0" fmla="*/ 55285 h 73290"/>
                <a:gd name="connsiteX1" fmla="*/ 299 w 90379"/>
                <a:gd name="connsiteY1" fmla="*/ 73549 h 73290"/>
                <a:gd name="connsiteX2" fmla="*/ 299 w 90379"/>
                <a:gd name="connsiteY2" fmla="*/ 259 h 73290"/>
                <a:gd name="connsiteX3" fmla="*/ 90679 w 90379"/>
                <a:gd name="connsiteY3" fmla="*/ 259 h 73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379" h="73290">
                  <a:moveTo>
                    <a:pt x="90679" y="55285"/>
                  </a:moveTo>
                  <a:cubicBezTo>
                    <a:pt x="58561" y="50067"/>
                    <a:pt x="28948" y="56642"/>
                    <a:pt x="299" y="73549"/>
                  </a:cubicBezTo>
                  <a:lnTo>
                    <a:pt x="299" y="259"/>
                  </a:lnTo>
                  <a:lnTo>
                    <a:pt x="90679" y="259"/>
                  </a:lnTo>
                  <a:close/>
                </a:path>
              </a:pathLst>
            </a:custGeom>
            <a:noFill/>
            <a:ln w="26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Univers 45 Light" pitchFamily="2" charset="0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90CEEB7-884B-2464-9281-EE6CB6359DCE}"/>
                </a:ext>
              </a:extLst>
            </p:cNvPr>
            <p:cNvSpPr/>
            <p:nvPr/>
          </p:nvSpPr>
          <p:spPr>
            <a:xfrm>
              <a:off x="11494538" y="6326989"/>
              <a:ext cx="56290" cy="82004"/>
            </a:xfrm>
            <a:custGeom>
              <a:avLst/>
              <a:gdLst>
                <a:gd name="connsiteX0" fmla="*/ 299 w 56290"/>
                <a:gd name="connsiteY0" fmla="*/ 42318 h 82004"/>
                <a:gd name="connsiteX1" fmla="*/ 42045 w 56290"/>
                <a:gd name="connsiteY1" fmla="*/ 259 h 82004"/>
                <a:gd name="connsiteX2" fmla="*/ 56552 w 56290"/>
                <a:gd name="connsiteY2" fmla="*/ 59825 h 82004"/>
                <a:gd name="connsiteX3" fmla="*/ 55013 w 56290"/>
                <a:gd name="connsiteY3" fmla="*/ 64730 h 82004"/>
                <a:gd name="connsiteX4" fmla="*/ 37897 w 56290"/>
                <a:gd name="connsiteY4" fmla="*/ 82263 h 82004"/>
                <a:gd name="connsiteX5" fmla="*/ 299 w 56290"/>
                <a:gd name="connsiteY5" fmla="*/ 42318 h 82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290" h="82004">
                  <a:moveTo>
                    <a:pt x="299" y="42318"/>
                  </a:moveTo>
                  <a:lnTo>
                    <a:pt x="42045" y="259"/>
                  </a:lnTo>
                  <a:cubicBezTo>
                    <a:pt x="46846" y="19775"/>
                    <a:pt x="51803" y="39761"/>
                    <a:pt x="56552" y="59825"/>
                  </a:cubicBezTo>
                  <a:cubicBezTo>
                    <a:pt x="56745" y="61604"/>
                    <a:pt x="56187" y="63381"/>
                    <a:pt x="55013" y="64730"/>
                  </a:cubicBezTo>
                  <a:cubicBezTo>
                    <a:pt x="49977" y="70209"/>
                    <a:pt x="44576" y="75401"/>
                    <a:pt x="37897" y="82263"/>
                  </a:cubicBezTo>
                  <a:cubicBezTo>
                    <a:pt x="39280" y="54085"/>
                    <a:pt x="27121" y="40126"/>
                    <a:pt x="299" y="42318"/>
                  </a:cubicBezTo>
                  <a:close/>
                </a:path>
              </a:pathLst>
            </a:custGeom>
            <a:noFill/>
            <a:ln w="26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Univers 45 Light" pitchFamily="2" charset="0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060F59A-878E-3080-760A-EE2183F04004}"/>
                </a:ext>
              </a:extLst>
            </p:cNvPr>
            <p:cNvSpPr/>
            <p:nvPr/>
          </p:nvSpPr>
          <p:spPr>
            <a:xfrm>
              <a:off x="11690117" y="6151188"/>
              <a:ext cx="76682" cy="35925"/>
            </a:xfrm>
            <a:custGeom>
              <a:avLst/>
              <a:gdLst>
                <a:gd name="connsiteX0" fmla="*/ 299 w 76682"/>
                <a:gd name="connsiteY0" fmla="*/ 20009 h 35925"/>
                <a:gd name="connsiteX1" fmla="*/ 16737 w 76682"/>
                <a:gd name="connsiteY1" fmla="*/ 4041 h 35925"/>
                <a:gd name="connsiteX2" fmla="*/ 33487 w 76682"/>
                <a:gd name="connsiteY2" fmla="*/ 2032 h 35925"/>
                <a:gd name="connsiteX3" fmla="*/ 76981 w 76682"/>
                <a:gd name="connsiteY3" fmla="*/ 23140 h 35925"/>
                <a:gd name="connsiteX4" fmla="*/ 64562 w 76682"/>
                <a:gd name="connsiteY4" fmla="*/ 35403 h 35925"/>
                <a:gd name="connsiteX5" fmla="*/ 61040 w 76682"/>
                <a:gd name="connsiteY5" fmla="*/ 36055 h 35925"/>
                <a:gd name="connsiteX6" fmla="*/ 1656 w 76682"/>
                <a:gd name="connsiteY6" fmla="*/ 21209 h 35925"/>
                <a:gd name="connsiteX7" fmla="*/ 299 w 76682"/>
                <a:gd name="connsiteY7" fmla="*/ 20009 h 35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6682" h="35925">
                  <a:moveTo>
                    <a:pt x="299" y="20009"/>
                  </a:moveTo>
                  <a:cubicBezTo>
                    <a:pt x="5779" y="14634"/>
                    <a:pt x="11023" y="9077"/>
                    <a:pt x="16737" y="4041"/>
                  </a:cubicBezTo>
                  <a:cubicBezTo>
                    <a:pt x="21324" y="-126"/>
                    <a:pt x="28045" y="-932"/>
                    <a:pt x="33487" y="2032"/>
                  </a:cubicBezTo>
                  <a:cubicBezTo>
                    <a:pt x="47707" y="8789"/>
                    <a:pt x="61796" y="15756"/>
                    <a:pt x="76981" y="23140"/>
                  </a:cubicBezTo>
                  <a:cubicBezTo>
                    <a:pt x="72572" y="27523"/>
                    <a:pt x="68658" y="31567"/>
                    <a:pt x="64562" y="35403"/>
                  </a:cubicBezTo>
                  <a:cubicBezTo>
                    <a:pt x="63538" y="36120"/>
                    <a:pt x="62253" y="36360"/>
                    <a:pt x="61040" y="36055"/>
                  </a:cubicBezTo>
                  <a:cubicBezTo>
                    <a:pt x="41245" y="31168"/>
                    <a:pt x="21451" y="26218"/>
                    <a:pt x="1656" y="21209"/>
                  </a:cubicBezTo>
                  <a:cubicBezTo>
                    <a:pt x="1317" y="21157"/>
                    <a:pt x="1082" y="20687"/>
                    <a:pt x="299" y="20009"/>
                  </a:cubicBezTo>
                  <a:close/>
                </a:path>
              </a:pathLst>
            </a:custGeom>
            <a:noFill/>
            <a:ln w="26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Univers 45 Light" pitchFamily="2" charset="0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459C5A6-440E-0D80-3BCE-6CA6CF834DC8}"/>
                </a:ext>
              </a:extLst>
            </p:cNvPr>
            <p:cNvSpPr/>
            <p:nvPr/>
          </p:nvSpPr>
          <p:spPr>
            <a:xfrm>
              <a:off x="11561279" y="6261892"/>
              <a:ext cx="52573" cy="52469"/>
            </a:xfrm>
            <a:custGeom>
              <a:avLst/>
              <a:gdLst>
                <a:gd name="connsiteX0" fmla="*/ 39828 w 52573"/>
                <a:gd name="connsiteY0" fmla="*/ 259 h 52469"/>
                <a:gd name="connsiteX1" fmla="*/ 52873 w 52573"/>
                <a:gd name="connsiteY1" fmla="*/ 52728 h 52469"/>
                <a:gd name="connsiteX2" fmla="*/ 299 w 52573"/>
                <a:gd name="connsiteY2" fmla="*/ 39682 h 52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573" h="52469">
                  <a:moveTo>
                    <a:pt x="39828" y="259"/>
                  </a:moveTo>
                  <a:cubicBezTo>
                    <a:pt x="44028" y="17296"/>
                    <a:pt x="48281" y="34490"/>
                    <a:pt x="52873" y="52728"/>
                  </a:cubicBezTo>
                  <a:lnTo>
                    <a:pt x="299" y="39682"/>
                  </a:lnTo>
                  <a:close/>
                </a:path>
              </a:pathLst>
            </a:custGeom>
            <a:noFill/>
            <a:ln w="26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Univers 45 Light" pitchFamily="2" charset="0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8CBD35-0A5A-E21A-1DEA-334567D234D1}"/>
                </a:ext>
              </a:extLst>
            </p:cNvPr>
            <p:cNvSpPr/>
            <p:nvPr/>
          </p:nvSpPr>
          <p:spPr>
            <a:xfrm>
              <a:off x="11683490" y="6190298"/>
              <a:ext cx="52886" cy="52756"/>
            </a:xfrm>
            <a:custGeom>
              <a:avLst/>
              <a:gdLst>
                <a:gd name="connsiteX0" fmla="*/ 13345 w 52886"/>
                <a:gd name="connsiteY0" fmla="*/ 53015 h 52756"/>
                <a:gd name="connsiteX1" fmla="*/ 299 w 52886"/>
                <a:gd name="connsiteY1" fmla="*/ 259 h 52756"/>
                <a:gd name="connsiteX2" fmla="*/ 53186 w 52886"/>
                <a:gd name="connsiteY2" fmla="*/ 13304 h 52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886" h="52756">
                  <a:moveTo>
                    <a:pt x="13345" y="53015"/>
                  </a:moveTo>
                  <a:cubicBezTo>
                    <a:pt x="9118" y="35899"/>
                    <a:pt x="4839" y="18705"/>
                    <a:pt x="299" y="259"/>
                  </a:cubicBezTo>
                  <a:lnTo>
                    <a:pt x="53186" y="13304"/>
                  </a:lnTo>
                  <a:close/>
                </a:path>
              </a:pathLst>
            </a:custGeom>
            <a:noFill/>
            <a:ln w="26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Univers 45 Light" pitchFamily="2" charset="0"/>
              </a:endParaRPr>
            </a:p>
          </p:txBody>
        </p:sp>
      </p:grpSp>
      <p:sp>
        <p:nvSpPr>
          <p:cNvPr id="25" name="Shape 36">
            <a:extLst>
              <a:ext uri="{FF2B5EF4-FFF2-40B4-BE49-F238E27FC236}">
                <a16:creationId xmlns:a16="http://schemas.microsoft.com/office/drawing/2014/main" id="{08E6E9ED-5FA9-EA6F-CC56-BB0BD6CF0197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1062071" y="6486754"/>
            <a:ext cx="10314384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>
            <a:lvl1pPr defTabSz="914400">
              <a:defRPr sz="800">
                <a:solidFill>
                  <a:srgbClr val="004C97"/>
                </a:solidFill>
                <a:latin typeface="Univers for KPMG"/>
                <a:ea typeface="Univers for KPMG"/>
                <a:cs typeface="Univers for KPMG"/>
                <a:sym typeface="Univers for KPMG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600">
                <a:solidFill>
                  <a:schemeClr val="bg1"/>
                </a:solidFill>
                <a:latin typeface="Univers 45 Light" pitchFamily="2" charset="0"/>
                <a:ea typeface="Univers for KPMG Light"/>
                <a:cs typeface="Arial" panose="020B0604020202020204" pitchFamily="34" charset="0"/>
              </a:rPr>
              <a:t>© 2024 KPMG professional Services, a professional closed joint stock company registered in the Kingdom of Saudi Arabia. With paid-up capital of SAR40,000,000. (Previously known as “KPMG Al </a:t>
            </a:r>
            <a:r>
              <a:rPr lang="en-US" sz="600" err="1">
                <a:solidFill>
                  <a:schemeClr val="bg1"/>
                </a:solidFill>
                <a:latin typeface="Univers 45 Light" pitchFamily="2" charset="0"/>
                <a:ea typeface="Univers for KPMG Light"/>
                <a:cs typeface="Arial" panose="020B0604020202020204" pitchFamily="34" charset="0"/>
              </a:rPr>
              <a:t>Fozan</a:t>
            </a:r>
            <a:r>
              <a:rPr lang="en-US" sz="600">
                <a:solidFill>
                  <a:schemeClr val="bg1"/>
                </a:solidFill>
                <a:latin typeface="Univers 45 Light" pitchFamily="2" charset="0"/>
                <a:ea typeface="Univers for KPMG Light"/>
                <a:cs typeface="Arial" panose="020B0604020202020204" pitchFamily="34" charset="0"/>
              </a:rPr>
              <a:t> &amp; Partners Certified Public Accountants.”) A non-partner member firm of the KPMG global organization of independent member firms affiliated with KPMG International Limited, a private English company limited by guarantee. All rights reserved.</a:t>
            </a:r>
          </a:p>
        </p:txBody>
      </p:sp>
      <p:sp>
        <p:nvSpPr>
          <p:cNvPr id="26" name="Freeform 19">
            <a:extLst>
              <a:ext uri="{FF2B5EF4-FFF2-40B4-BE49-F238E27FC236}">
                <a16:creationId xmlns:a16="http://schemas.microsoft.com/office/drawing/2014/main" id="{1AD9AA9C-2417-6DE2-B823-B37E62B9309D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381998" y="6446520"/>
            <a:ext cx="424800" cy="172800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latin typeface="Univers 45 Light" pitchFamily="2" charset="0"/>
            </a:endParaRPr>
          </a:p>
        </p:txBody>
      </p:sp>
      <p:sp>
        <p:nvSpPr>
          <p:cNvPr id="27" name="Shape 8">
            <a:extLst>
              <a:ext uri="{FF2B5EF4-FFF2-40B4-BE49-F238E27FC236}">
                <a16:creationId xmlns:a16="http://schemas.microsoft.com/office/drawing/2014/main" id="{793738E3-CEF4-C284-27C4-2370D2E987FB}"/>
              </a:ext>
            </a:extLst>
          </p:cNvPr>
          <p:cNvSpPr txBox="1">
            <a:spLocks/>
          </p:cNvSpPr>
          <p:nvPr userDrawn="1"/>
        </p:nvSpPr>
        <p:spPr>
          <a:xfrm>
            <a:off x="11513756" y="6474311"/>
            <a:ext cx="229759" cy="123111"/>
          </a:xfrm>
          <a:prstGeom prst="round2SameRect">
            <a:avLst>
              <a:gd name="adj1" fmla="val 0"/>
              <a:gd name="adj2" fmla="val 0"/>
            </a:avLst>
          </a:prstGeom>
          <a:noFill/>
        </p:spPr>
        <p:txBody>
          <a:bodyPr wrap="square" lIns="0" tIns="0" rIns="0" bIns="0" anchor="t" anchorCtr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Univers for KPMG"/>
                <a:ea typeface="Univers for KPMG"/>
                <a:cs typeface="Univers for KPMG"/>
                <a:sym typeface="Univers for KPMG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86CB4B4D-7CA3-9044-876B-883B54F8677D}" type="slidenum">
              <a:rPr lang="en-US" sz="800" b="1" smtClean="0">
                <a:solidFill>
                  <a:schemeClr val="accent1"/>
                </a:solidFill>
                <a:latin typeface="Univers 45 Light" pitchFamily="2" charset="0"/>
                <a:ea typeface="Univers for KPMG"/>
                <a:cs typeface="Arial" panose="020B0604020202020204" pitchFamily="34" charset="0"/>
              </a:rPr>
              <a:pPr algn="ctr"/>
              <a:t>‹#›</a:t>
            </a:fld>
            <a:endParaRPr lang="en-US" sz="800" b="1">
              <a:solidFill>
                <a:schemeClr val="accent1"/>
              </a:solidFill>
              <a:latin typeface="Univers 45 Light" pitchFamily="2" charset="0"/>
              <a:ea typeface="Univers for KPMG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3185548"/>
      </p:ext>
    </p:extLst>
  </p:cSld>
  <p:clrMapOvr>
    <a:masterClrMapping/>
  </p:clrMapOvr>
  <p:transition spd="med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4E1ABE42-0323-7D76-3A97-99BE7B48BE2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0"/>
            <a:ext cx="12191999" cy="2307768"/>
          </a:xfrm>
          <a:solidFill>
            <a:schemeClr val="bg2">
              <a:lumMod val="7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7251D1-27BF-F8B0-546D-01B403D1E823}"/>
              </a:ext>
            </a:extLst>
          </p:cNvPr>
          <p:cNvSpPr/>
          <p:nvPr userDrawn="1"/>
        </p:nvSpPr>
        <p:spPr>
          <a:xfrm>
            <a:off x="0" y="2307769"/>
            <a:ext cx="12192000" cy="360752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/>
            <a:endParaRPr lang="en-GB" sz="1500" err="1">
              <a:solidFill>
                <a:schemeClr val="bg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4177462-63CB-F7B8-02A3-4A019F40D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441590"/>
            <a:ext cx="6509971" cy="88873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884077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483345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99F4025-D6D1-3FCA-5131-3FE2BFC2B5A4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" y="0"/>
            <a:ext cx="6509442" cy="6029325"/>
          </a:xfr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t"/>
          <a:lstStyle>
            <a:lvl1pPr algn="ctr">
              <a:defRPr lang="en-US" sz="15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33821-7F6E-47FF-89CD-D057DAFB6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4" y="2296814"/>
            <a:ext cx="4020256" cy="533400"/>
          </a:xfrm>
        </p:spPr>
        <p:txBody>
          <a:bodyPr anchor="ctr"/>
          <a:lstStyle>
            <a:lvl1pPr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2">
            <a:extLst>
              <a:ext uri="{FF2B5EF4-FFF2-40B4-BE49-F238E27FC236}">
                <a16:creationId xmlns:a16="http://schemas.microsoft.com/office/drawing/2014/main" id="{B27649C9-300B-0A43-CF29-9A706DD5F41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826313" y="517524"/>
            <a:ext cx="4362488" cy="5231425"/>
          </a:xfrm>
        </p:spPr>
        <p:txBody>
          <a:bodyPr anchor="ctr"/>
          <a:lstStyle>
            <a:lvl1pPr>
              <a:spcAft>
                <a:spcPts val="0"/>
              </a:spcAft>
              <a:defRPr sz="1800" b="1">
                <a:solidFill>
                  <a:schemeClr val="tx2"/>
                </a:solidFill>
              </a:defRPr>
            </a:lvl1pPr>
            <a:lvl2pPr>
              <a:spcAft>
                <a:spcPts val="0"/>
              </a:spcAft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72410966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33821-7F6E-47FF-89CD-D057DAFB6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8437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ags" Target="../tags/tag1.xml"/><Relationship Id="rId3" Type="http://schemas.openxmlformats.org/officeDocument/2006/relationships/slideLayout" Target="../slideLayouts/slideLayout4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5.xml"/><Relationship Id="rId9" Type="http://schemas.openxmlformats.org/officeDocument/2006/relationships/oleObject" Target="../embeddings/oleObject1.bin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8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9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0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slideLayout" Target="../slideLayouts/slideLayout13.xml"/><Relationship Id="rId7" Type="http://schemas.openxmlformats.org/officeDocument/2006/relationships/tags" Target="../tags/tag4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theme" Target="../theme/theme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9" Type="http://schemas.openxmlformats.org/officeDocument/2006/relationships/image" Target="../media/image5.emf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8.sv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theme" Target="../theme/theme8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8.svg"/></Relationships>
</file>

<file path=ppt/slideMasters/_rels/slideMaster10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2.xml"/><Relationship Id="rId18" Type="http://schemas.openxmlformats.org/officeDocument/2006/relationships/slideLayout" Target="../slideLayouts/slideLayout37.xml"/><Relationship Id="rId26" Type="http://schemas.openxmlformats.org/officeDocument/2006/relationships/slideLayout" Target="../slideLayouts/slideLayout45.xml"/><Relationship Id="rId39" Type="http://schemas.openxmlformats.org/officeDocument/2006/relationships/slideLayout" Target="../slideLayouts/slideLayout58.xml"/><Relationship Id="rId21" Type="http://schemas.openxmlformats.org/officeDocument/2006/relationships/slideLayout" Target="../slideLayouts/slideLayout40.xml"/><Relationship Id="rId34" Type="http://schemas.openxmlformats.org/officeDocument/2006/relationships/slideLayout" Target="../slideLayouts/slideLayout53.xml"/><Relationship Id="rId42" Type="http://schemas.openxmlformats.org/officeDocument/2006/relationships/slideLayout" Target="../slideLayouts/slideLayout61.xml"/><Relationship Id="rId47" Type="http://schemas.openxmlformats.org/officeDocument/2006/relationships/slideLayout" Target="../slideLayouts/slideLayout66.xml"/><Relationship Id="rId50" Type="http://schemas.openxmlformats.org/officeDocument/2006/relationships/oleObject" Target="../embeddings/oleObject3.bin"/><Relationship Id="rId7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35.xml"/><Relationship Id="rId29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30.xml"/><Relationship Id="rId24" Type="http://schemas.openxmlformats.org/officeDocument/2006/relationships/slideLayout" Target="../slideLayouts/slideLayout43.xml"/><Relationship Id="rId32" Type="http://schemas.openxmlformats.org/officeDocument/2006/relationships/slideLayout" Target="../slideLayouts/slideLayout51.xml"/><Relationship Id="rId37" Type="http://schemas.openxmlformats.org/officeDocument/2006/relationships/slideLayout" Target="../slideLayouts/slideLayout56.xml"/><Relationship Id="rId40" Type="http://schemas.openxmlformats.org/officeDocument/2006/relationships/slideLayout" Target="../slideLayouts/slideLayout59.xml"/><Relationship Id="rId45" Type="http://schemas.openxmlformats.org/officeDocument/2006/relationships/slideLayout" Target="../slideLayouts/slideLayout64.xml"/><Relationship Id="rId5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4.xml"/><Relationship Id="rId23" Type="http://schemas.openxmlformats.org/officeDocument/2006/relationships/slideLayout" Target="../slideLayouts/slideLayout42.xml"/><Relationship Id="rId28" Type="http://schemas.openxmlformats.org/officeDocument/2006/relationships/slideLayout" Target="../slideLayouts/slideLayout47.xml"/><Relationship Id="rId36" Type="http://schemas.openxmlformats.org/officeDocument/2006/relationships/slideLayout" Target="../slideLayouts/slideLayout55.xml"/><Relationship Id="rId49" Type="http://schemas.openxmlformats.org/officeDocument/2006/relationships/tags" Target="../tags/tag5.xml"/><Relationship Id="rId10" Type="http://schemas.openxmlformats.org/officeDocument/2006/relationships/slideLayout" Target="../slideLayouts/slideLayout29.xml"/><Relationship Id="rId19" Type="http://schemas.openxmlformats.org/officeDocument/2006/relationships/slideLayout" Target="../slideLayouts/slideLayout38.xml"/><Relationship Id="rId31" Type="http://schemas.openxmlformats.org/officeDocument/2006/relationships/slideLayout" Target="../slideLayouts/slideLayout50.xml"/><Relationship Id="rId44" Type="http://schemas.openxmlformats.org/officeDocument/2006/relationships/slideLayout" Target="../slideLayouts/slideLayout63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Relationship Id="rId22" Type="http://schemas.openxmlformats.org/officeDocument/2006/relationships/slideLayout" Target="../slideLayouts/slideLayout41.xml"/><Relationship Id="rId27" Type="http://schemas.openxmlformats.org/officeDocument/2006/relationships/slideLayout" Target="../slideLayouts/slideLayout46.xml"/><Relationship Id="rId30" Type="http://schemas.openxmlformats.org/officeDocument/2006/relationships/slideLayout" Target="../slideLayouts/slideLayout49.xml"/><Relationship Id="rId35" Type="http://schemas.openxmlformats.org/officeDocument/2006/relationships/slideLayout" Target="../slideLayouts/slideLayout54.xml"/><Relationship Id="rId43" Type="http://schemas.openxmlformats.org/officeDocument/2006/relationships/slideLayout" Target="../slideLayouts/slideLayout62.xml"/><Relationship Id="rId48" Type="http://schemas.openxmlformats.org/officeDocument/2006/relationships/theme" Target="../theme/theme10.xml"/><Relationship Id="rId8" Type="http://schemas.openxmlformats.org/officeDocument/2006/relationships/slideLayout" Target="../slideLayouts/slideLayout27.xml"/><Relationship Id="rId51" Type="http://schemas.openxmlformats.org/officeDocument/2006/relationships/image" Target="../media/image1.emf"/><Relationship Id="rId3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6.xml"/><Relationship Id="rId25" Type="http://schemas.openxmlformats.org/officeDocument/2006/relationships/slideLayout" Target="../slideLayouts/slideLayout44.xml"/><Relationship Id="rId33" Type="http://schemas.openxmlformats.org/officeDocument/2006/relationships/slideLayout" Target="../slideLayouts/slideLayout52.xml"/><Relationship Id="rId38" Type="http://schemas.openxmlformats.org/officeDocument/2006/relationships/slideLayout" Target="../slideLayouts/slideLayout57.xml"/><Relationship Id="rId46" Type="http://schemas.openxmlformats.org/officeDocument/2006/relationships/slideLayout" Target="../slideLayouts/slideLayout65.xml"/><Relationship Id="rId20" Type="http://schemas.openxmlformats.org/officeDocument/2006/relationships/slideLayout" Target="../slideLayouts/slideLayout39.xml"/><Relationship Id="rId41" Type="http://schemas.openxmlformats.org/officeDocument/2006/relationships/slideLayout" Target="../slideLayouts/slideLayout60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1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image" Target="../media/image18.emf"/><Relationship Id="rId5" Type="http://schemas.openxmlformats.org/officeDocument/2006/relationships/oleObject" Target="../embeddings/oleObject4.bin"/><Relationship Id="rId4" Type="http://schemas.openxmlformats.org/officeDocument/2006/relationships/tags" Target="../tags/tag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64F766F-1D4E-E71D-6A1F-C3CD40507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8258"/>
            <a:ext cx="12192000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Graphic 8" descr="KPMG logo">
            <a:extLst>
              <a:ext uri="{FF2B5EF4-FFF2-40B4-BE49-F238E27FC236}">
                <a16:creationId xmlns:a16="http://schemas.microsoft.com/office/drawing/2014/main" id="{5484F04D-91A5-B520-87AC-4F7A6DF5300C}"/>
              </a:ext>
            </a:extLst>
          </p:cNvPr>
          <p:cNvSpPr/>
          <p:nvPr userDrawn="1"/>
        </p:nvSpPr>
        <p:spPr>
          <a:xfrm>
            <a:off x="501048" y="6539505"/>
            <a:ext cx="484832" cy="194706"/>
          </a:xfrm>
          <a:custGeom>
            <a:avLst/>
            <a:gdLst>
              <a:gd name="connsiteX0" fmla="*/ 480938 w 484832"/>
              <a:gd name="connsiteY0" fmla="*/ 148130 h 194706"/>
              <a:gd name="connsiteX1" fmla="*/ 455744 w 484832"/>
              <a:gd name="connsiteY1" fmla="*/ 148130 h 194706"/>
              <a:gd name="connsiteX2" fmla="*/ 459917 w 484832"/>
              <a:gd name="connsiteY2" fmla="*/ 131488 h 194706"/>
              <a:gd name="connsiteX3" fmla="*/ 409445 w 484832"/>
              <a:gd name="connsiteY3" fmla="*/ 131488 h 194706"/>
              <a:gd name="connsiteX4" fmla="*/ 405289 w 484832"/>
              <a:gd name="connsiteY4" fmla="*/ 148130 h 194706"/>
              <a:gd name="connsiteX5" fmla="*/ 380916 w 484832"/>
              <a:gd name="connsiteY5" fmla="*/ 148130 h 194706"/>
              <a:gd name="connsiteX6" fmla="*/ 380916 w 484832"/>
              <a:gd name="connsiteY6" fmla="*/ 144709 h 194706"/>
              <a:gd name="connsiteX7" fmla="*/ 382079 w 484832"/>
              <a:gd name="connsiteY7" fmla="*/ 138775 h 194706"/>
              <a:gd name="connsiteX8" fmla="*/ 418715 w 484832"/>
              <a:gd name="connsiteY8" fmla="*/ 103062 h 194706"/>
              <a:gd name="connsiteX9" fmla="*/ 433698 w 484832"/>
              <a:gd name="connsiteY9" fmla="*/ 117292 h 194706"/>
              <a:gd name="connsiteX10" fmla="*/ 463732 w 484832"/>
              <a:gd name="connsiteY10" fmla="*/ 117292 h 194706"/>
              <a:gd name="connsiteX11" fmla="*/ 461234 w 484832"/>
              <a:gd name="connsiteY11" fmla="*/ 95058 h 194706"/>
              <a:gd name="connsiteX12" fmla="*/ 425214 w 484832"/>
              <a:gd name="connsiteY12" fmla="*/ 82641 h 194706"/>
              <a:gd name="connsiteX13" fmla="*/ 380916 w 484832"/>
              <a:gd name="connsiteY13" fmla="*/ 94357 h 194706"/>
              <a:gd name="connsiteX14" fmla="*/ 380916 w 484832"/>
              <a:gd name="connsiteY14" fmla="*/ 3708 h 194706"/>
              <a:gd name="connsiteX15" fmla="*/ 480938 w 484832"/>
              <a:gd name="connsiteY15" fmla="*/ 3708 h 194706"/>
              <a:gd name="connsiteX16" fmla="*/ 421914 w 484832"/>
              <a:gd name="connsiteY16" fmla="*/ 172537 h 194706"/>
              <a:gd name="connsiteX17" fmla="*/ 405101 w 484832"/>
              <a:gd name="connsiteY17" fmla="*/ 174247 h 194706"/>
              <a:gd name="connsiteX18" fmla="*/ 380438 w 484832"/>
              <a:gd name="connsiteY18" fmla="*/ 151910 h 194706"/>
              <a:gd name="connsiteX19" fmla="*/ 427027 w 484832"/>
              <a:gd name="connsiteY19" fmla="*/ 151910 h 194706"/>
              <a:gd name="connsiteX20" fmla="*/ 364275 w 484832"/>
              <a:gd name="connsiteY20" fmla="*/ 90064 h 194706"/>
              <a:gd name="connsiteX21" fmla="*/ 364275 w 484832"/>
              <a:gd name="connsiteY21" fmla="*/ 110759 h 194706"/>
              <a:gd name="connsiteX22" fmla="*/ 350951 w 484832"/>
              <a:gd name="connsiteY22" fmla="*/ 139390 h 194706"/>
              <a:gd name="connsiteX23" fmla="*/ 349360 w 484832"/>
              <a:gd name="connsiteY23" fmla="*/ 148130 h 194706"/>
              <a:gd name="connsiteX24" fmla="*/ 334669 w 484832"/>
              <a:gd name="connsiteY24" fmla="*/ 148130 h 194706"/>
              <a:gd name="connsiteX25" fmla="*/ 347223 w 484832"/>
              <a:gd name="connsiteY25" fmla="*/ 88524 h 194706"/>
              <a:gd name="connsiteX26" fmla="*/ 304943 w 484832"/>
              <a:gd name="connsiteY26" fmla="*/ 88524 h 194706"/>
              <a:gd name="connsiteX27" fmla="*/ 267110 w 484832"/>
              <a:gd name="connsiteY27" fmla="*/ 148164 h 194706"/>
              <a:gd name="connsiteX28" fmla="*/ 264339 w 484832"/>
              <a:gd name="connsiteY28" fmla="*/ 148164 h 194706"/>
              <a:gd name="connsiteX29" fmla="*/ 264339 w 484832"/>
              <a:gd name="connsiteY29" fmla="*/ 3759 h 194706"/>
              <a:gd name="connsiteX30" fmla="*/ 364326 w 484832"/>
              <a:gd name="connsiteY30" fmla="*/ 3759 h 194706"/>
              <a:gd name="connsiteX31" fmla="*/ 308449 w 484832"/>
              <a:gd name="connsiteY31" fmla="*/ 148130 h 194706"/>
              <a:gd name="connsiteX32" fmla="*/ 293398 w 484832"/>
              <a:gd name="connsiteY32" fmla="*/ 148130 h 194706"/>
              <a:gd name="connsiteX33" fmla="*/ 316163 w 484832"/>
              <a:gd name="connsiteY33" fmla="*/ 112315 h 194706"/>
              <a:gd name="connsiteX34" fmla="*/ 247731 w 484832"/>
              <a:gd name="connsiteY34" fmla="*/ 88388 h 194706"/>
              <a:gd name="connsiteX35" fmla="*/ 222709 w 484832"/>
              <a:gd name="connsiteY35" fmla="*/ 88388 h 194706"/>
              <a:gd name="connsiteX36" fmla="*/ 205606 w 484832"/>
              <a:gd name="connsiteY36" fmla="*/ 148130 h 194706"/>
              <a:gd name="connsiteX37" fmla="*/ 179027 w 484832"/>
              <a:gd name="connsiteY37" fmla="*/ 148130 h 194706"/>
              <a:gd name="connsiteX38" fmla="*/ 203314 w 484832"/>
              <a:gd name="connsiteY38" fmla="*/ 119413 h 194706"/>
              <a:gd name="connsiteX39" fmla="*/ 199893 w 484832"/>
              <a:gd name="connsiteY39" fmla="*/ 95725 h 194706"/>
              <a:gd name="connsiteX40" fmla="*/ 167653 w 484832"/>
              <a:gd name="connsiteY40" fmla="*/ 88353 h 194706"/>
              <a:gd name="connsiteX41" fmla="*/ 147796 w 484832"/>
              <a:gd name="connsiteY41" fmla="*/ 88353 h 194706"/>
              <a:gd name="connsiteX42" fmla="*/ 147796 w 484832"/>
              <a:gd name="connsiteY42" fmla="*/ 3759 h 194706"/>
              <a:gd name="connsiteX43" fmla="*/ 247697 w 484832"/>
              <a:gd name="connsiteY43" fmla="*/ 3759 h 194706"/>
              <a:gd name="connsiteX44" fmla="*/ 231740 w 484832"/>
              <a:gd name="connsiteY44" fmla="*/ 148130 h 194706"/>
              <a:gd name="connsiteX45" fmla="*/ 242258 w 484832"/>
              <a:gd name="connsiteY45" fmla="*/ 110759 h 194706"/>
              <a:gd name="connsiteX46" fmla="*/ 242635 w 484832"/>
              <a:gd name="connsiteY46" fmla="*/ 148130 h 194706"/>
              <a:gd name="connsiteX47" fmla="*/ 158981 w 484832"/>
              <a:gd name="connsiteY47" fmla="*/ 133934 h 194706"/>
              <a:gd name="connsiteX48" fmla="*/ 158981 w 484832"/>
              <a:gd name="connsiteY48" fmla="*/ 133934 h 194706"/>
              <a:gd name="connsiteX49" fmla="*/ 155920 w 484832"/>
              <a:gd name="connsiteY49" fmla="*/ 134054 h 194706"/>
              <a:gd name="connsiteX50" fmla="*/ 152243 w 484832"/>
              <a:gd name="connsiteY50" fmla="*/ 134054 h 194706"/>
              <a:gd name="connsiteX51" fmla="*/ 145846 w 484832"/>
              <a:gd name="connsiteY51" fmla="*/ 134054 h 194706"/>
              <a:gd name="connsiteX52" fmla="*/ 148805 w 484832"/>
              <a:gd name="connsiteY52" fmla="*/ 123125 h 194706"/>
              <a:gd name="connsiteX53" fmla="*/ 150207 w 484832"/>
              <a:gd name="connsiteY53" fmla="*/ 117686 h 194706"/>
              <a:gd name="connsiteX54" fmla="*/ 153628 w 484832"/>
              <a:gd name="connsiteY54" fmla="*/ 104961 h 194706"/>
              <a:gd name="connsiteX55" fmla="*/ 157972 w 484832"/>
              <a:gd name="connsiteY55" fmla="*/ 104961 h 194706"/>
              <a:gd name="connsiteX56" fmla="*/ 162915 w 484832"/>
              <a:gd name="connsiteY56" fmla="*/ 104961 h 194706"/>
              <a:gd name="connsiteX57" fmla="*/ 178668 w 484832"/>
              <a:gd name="connsiteY57" fmla="*/ 108159 h 194706"/>
              <a:gd name="connsiteX58" fmla="*/ 178206 w 484832"/>
              <a:gd name="connsiteY58" fmla="*/ 119105 h 194706"/>
              <a:gd name="connsiteX59" fmla="*/ 159084 w 484832"/>
              <a:gd name="connsiteY59" fmla="*/ 133986 h 194706"/>
              <a:gd name="connsiteX60" fmla="*/ 131291 w 484832"/>
              <a:gd name="connsiteY60" fmla="*/ 93741 h 194706"/>
              <a:gd name="connsiteX61" fmla="*/ 129717 w 484832"/>
              <a:gd name="connsiteY61" fmla="*/ 98872 h 194706"/>
              <a:gd name="connsiteX62" fmla="*/ 115419 w 484832"/>
              <a:gd name="connsiteY62" fmla="*/ 146471 h 194706"/>
              <a:gd name="connsiteX63" fmla="*/ 114854 w 484832"/>
              <a:gd name="connsiteY63" fmla="*/ 148181 h 194706"/>
              <a:gd name="connsiteX64" fmla="*/ 67683 w 484832"/>
              <a:gd name="connsiteY64" fmla="*/ 148181 h 194706"/>
              <a:gd name="connsiteX65" fmla="*/ 64006 w 484832"/>
              <a:gd name="connsiteY65" fmla="*/ 140365 h 194706"/>
              <a:gd name="connsiteX66" fmla="*/ 114683 w 484832"/>
              <a:gd name="connsiteY66" fmla="*/ 88524 h 194706"/>
              <a:gd name="connsiteX67" fmla="*/ 82187 w 484832"/>
              <a:gd name="connsiteY67" fmla="*/ 88524 h 194706"/>
              <a:gd name="connsiteX68" fmla="*/ 42507 w 484832"/>
              <a:gd name="connsiteY68" fmla="*/ 131283 h 194706"/>
              <a:gd name="connsiteX69" fmla="*/ 55351 w 484832"/>
              <a:gd name="connsiteY69" fmla="*/ 88524 h 194706"/>
              <a:gd name="connsiteX70" fmla="*/ 31270 w 484832"/>
              <a:gd name="connsiteY70" fmla="*/ 88524 h 194706"/>
              <a:gd name="connsiteX71" fmla="*/ 31270 w 484832"/>
              <a:gd name="connsiteY71" fmla="*/ 3759 h 194706"/>
              <a:gd name="connsiteX72" fmla="*/ 131188 w 484832"/>
              <a:gd name="connsiteY72" fmla="*/ 3759 h 194706"/>
              <a:gd name="connsiteX73" fmla="*/ 377119 w 484832"/>
              <a:gd name="connsiteY73" fmla="*/ -89 h 194706"/>
              <a:gd name="connsiteX74" fmla="*/ 377119 w 484832"/>
              <a:gd name="connsiteY74" fmla="*/ 97076 h 194706"/>
              <a:gd name="connsiteX75" fmla="*/ 368140 w 484832"/>
              <a:gd name="connsiteY75" fmla="*/ 105713 h 194706"/>
              <a:gd name="connsiteX76" fmla="*/ 368140 w 484832"/>
              <a:gd name="connsiteY76" fmla="*/ -89 h 194706"/>
              <a:gd name="connsiteX77" fmla="*/ 260525 w 484832"/>
              <a:gd name="connsiteY77" fmla="*/ -89 h 194706"/>
              <a:gd name="connsiteX78" fmla="*/ 260525 w 484832"/>
              <a:gd name="connsiteY78" fmla="*/ 88388 h 194706"/>
              <a:gd name="connsiteX79" fmla="*/ 251614 w 484832"/>
              <a:gd name="connsiteY79" fmla="*/ 88388 h 194706"/>
              <a:gd name="connsiteX80" fmla="*/ 251614 w 484832"/>
              <a:gd name="connsiteY80" fmla="*/ -89 h 194706"/>
              <a:gd name="connsiteX81" fmla="*/ 143965 w 484832"/>
              <a:gd name="connsiteY81" fmla="*/ -89 h 194706"/>
              <a:gd name="connsiteX82" fmla="*/ 143965 w 484832"/>
              <a:gd name="connsiteY82" fmla="*/ 88524 h 194706"/>
              <a:gd name="connsiteX83" fmla="*/ 135071 w 484832"/>
              <a:gd name="connsiteY83" fmla="*/ 88524 h 194706"/>
              <a:gd name="connsiteX84" fmla="*/ 135071 w 484832"/>
              <a:gd name="connsiteY84" fmla="*/ -89 h 194706"/>
              <a:gd name="connsiteX85" fmla="*/ 27456 w 484832"/>
              <a:gd name="connsiteY85" fmla="*/ -89 h 194706"/>
              <a:gd name="connsiteX86" fmla="*/ 27456 w 484832"/>
              <a:gd name="connsiteY86" fmla="*/ 100907 h 194706"/>
              <a:gd name="connsiteX87" fmla="*/ -47 w 484832"/>
              <a:gd name="connsiteY87" fmla="*/ 192480 h 194706"/>
              <a:gd name="connsiteX88" fmla="*/ 24120 w 484832"/>
              <a:gd name="connsiteY88" fmla="*/ 192480 h 194706"/>
              <a:gd name="connsiteX89" fmla="*/ 36247 w 484832"/>
              <a:gd name="connsiteY89" fmla="*/ 151927 h 194706"/>
              <a:gd name="connsiteX90" fmla="*/ 39667 w 484832"/>
              <a:gd name="connsiteY90" fmla="*/ 151927 h 194706"/>
              <a:gd name="connsiteX91" fmla="*/ 59696 w 484832"/>
              <a:gd name="connsiteY91" fmla="*/ 192480 h 194706"/>
              <a:gd name="connsiteX92" fmla="*/ 89028 w 484832"/>
              <a:gd name="connsiteY92" fmla="*/ 192480 h 194706"/>
              <a:gd name="connsiteX93" fmla="*/ 69513 w 484832"/>
              <a:gd name="connsiteY93" fmla="*/ 151927 h 194706"/>
              <a:gd name="connsiteX94" fmla="*/ 113623 w 484832"/>
              <a:gd name="connsiteY94" fmla="*/ 151927 h 194706"/>
              <a:gd name="connsiteX95" fmla="*/ 101377 w 484832"/>
              <a:gd name="connsiteY95" fmla="*/ 192480 h 194706"/>
              <a:gd name="connsiteX96" fmla="*/ 127785 w 484832"/>
              <a:gd name="connsiteY96" fmla="*/ 192480 h 194706"/>
              <a:gd name="connsiteX97" fmla="*/ 139860 w 484832"/>
              <a:gd name="connsiteY97" fmla="*/ 152047 h 194706"/>
              <a:gd name="connsiteX98" fmla="*/ 145641 w 484832"/>
              <a:gd name="connsiteY98" fmla="*/ 152047 h 194706"/>
              <a:gd name="connsiteX99" fmla="*/ 145641 w 484832"/>
              <a:gd name="connsiteY99" fmla="*/ 151927 h 194706"/>
              <a:gd name="connsiteX100" fmla="*/ 204408 w 484832"/>
              <a:gd name="connsiteY100" fmla="*/ 151927 h 194706"/>
              <a:gd name="connsiteX101" fmla="*/ 192761 w 484832"/>
              <a:gd name="connsiteY101" fmla="*/ 192360 h 194706"/>
              <a:gd name="connsiteX102" fmla="*/ 219374 w 484832"/>
              <a:gd name="connsiteY102" fmla="*/ 192360 h 194706"/>
              <a:gd name="connsiteX103" fmla="*/ 230662 w 484832"/>
              <a:gd name="connsiteY103" fmla="*/ 151927 h 194706"/>
              <a:gd name="connsiteX104" fmla="*/ 242635 w 484832"/>
              <a:gd name="connsiteY104" fmla="*/ 151927 h 194706"/>
              <a:gd name="connsiteX105" fmla="*/ 242960 w 484832"/>
              <a:gd name="connsiteY105" fmla="*/ 192360 h 194706"/>
              <a:gd name="connsiteX106" fmla="*/ 265280 w 484832"/>
              <a:gd name="connsiteY106" fmla="*/ 192360 h 194706"/>
              <a:gd name="connsiteX107" fmla="*/ 290935 w 484832"/>
              <a:gd name="connsiteY107" fmla="*/ 151927 h 194706"/>
              <a:gd name="connsiteX108" fmla="*/ 307713 w 484832"/>
              <a:gd name="connsiteY108" fmla="*/ 151927 h 194706"/>
              <a:gd name="connsiteX109" fmla="*/ 299059 w 484832"/>
              <a:gd name="connsiteY109" fmla="*/ 192360 h 194706"/>
              <a:gd name="connsiteX110" fmla="*/ 325227 w 484832"/>
              <a:gd name="connsiteY110" fmla="*/ 192360 h 194706"/>
              <a:gd name="connsiteX111" fmla="*/ 333779 w 484832"/>
              <a:gd name="connsiteY111" fmla="*/ 151927 h 194706"/>
              <a:gd name="connsiteX112" fmla="*/ 348933 w 484832"/>
              <a:gd name="connsiteY112" fmla="*/ 151927 h 194706"/>
              <a:gd name="connsiteX113" fmla="*/ 359845 w 484832"/>
              <a:gd name="connsiteY113" fmla="*/ 183517 h 194706"/>
              <a:gd name="connsiteX114" fmla="*/ 397131 w 484832"/>
              <a:gd name="connsiteY114" fmla="*/ 194617 h 194706"/>
              <a:gd name="connsiteX115" fmla="*/ 445807 w 484832"/>
              <a:gd name="connsiteY115" fmla="*/ 188648 h 194706"/>
              <a:gd name="connsiteX116" fmla="*/ 454872 w 484832"/>
              <a:gd name="connsiteY116" fmla="*/ 151927 h 194706"/>
              <a:gd name="connsiteX117" fmla="*/ 484786 w 484832"/>
              <a:gd name="connsiteY117" fmla="*/ 151927 h 194706"/>
              <a:gd name="connsiteX118" fmla="*/ 484786 w 484832"/>
              <a:gd name="connsiteY118" fmla="*/ -89 h 194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484832" h="194706">
                <a:moveTo>
                  <a:pt x="480938" y="148130"/>
                </a:moveTo>
                <a:lnTo>
                  <a:pt x="455744" y="148130"/>
                </a:lnTo>
                <a:lnTo>
                  <a:pt x="459917" y="131488"/>
                </a:lnTo>
                <a:lnTo>
                  <a:pt x="409445" y="131488"/>
                </a:lnTo>
                <a:lnTo>
                  <a:pt x="405289" y="148130"/>
                </a:lnTo>
                <a:lnTo>
                  <a:pt x="380916" y="148130"/>
                </a:lnTo>
                <a:lnTo>
                  <a:pt x="380916" y="144709"/>
                </a:lnTo>
                <a:cubicBezTo>
                  <a:pt x="381293" y="142845"/>
                  <a:pt x="381618" y="140878"/>
                  <a:pt x="382079" y="138775"/>
                </a:cubicBezTo>
                <a:cubicBezTo>
                  <a:pt x="386526" y="120816"/>
                  <a:pt x="398311" y="103062"/>
                  <a:pt x="418715" y="103062"/>
                </a:cubicBezTo>
                <a:cubicBezTo>
                  <a:pt x="426771" y="103062"/>
                  <a:pt x="434792" y="106141"/>
                  <a:pt x="433698" y="117292"/>
                </a:cubicBezTo>
                <a:lnTo>
                  <a:pt x="463732" y="117292"/>
                </a:lnTo>
                <a:cubicBezTo>
                  <a:pt x="464912" y="112161"/>
                  <a:pt x="466896" y="103216"/>
                  <a:pt x="461234" y="95058"/>
                </a:cubicBezTo>
                <a:cubicBezTo>
                  <a:pt x="454821" y="86198"/>
                  <a:pt x="441942" y="82641"/>
                  <a:pt x="425214" y="82641"/>
                </a:cubicBezTo>
                <a:cubicBezTo>
                  <a:pt x="413328" y="82641"/>
                  <a:pt x="395933" y="84539"/>
                  <a:pt x="380916" y="94357"/>
                </a:cubicBezTo>
                <a:lnTo>
                  <a:pt x="380916" y="3708"/>
                </a:lnTo>
                <a:lnTo>
                  <a:pt x="480938" y="3708"/>
                </a:lnTo>
                <a:close/>
                <a:moveTo>
                  <a:pt x="421914" y="172537"/>
                </a:moveTo>
                <a:cubicBezTo>
                  <a:pt x="416372" y="173606"/>
                  <a:pt x="410745" y="174179"/>
                  <a:pt x="405101" y="174247"/>
                </a:cubicBezTo>
                <a:cubicBezTo>
                  <a:pt x="390683" y="174247"/>
                  <a:pt x="380643" y="167543"/>
                  <a:pt x="380438" y="151910"/>
                </a:cubicBezTo>
                <a:lnTo>
                  <a:pt x="427027" y="151910"/>
                </a:lnTo>
                <a:close/>
                <a:moveTo>
                  <a:pt x="364275" y="90064"/>
                </a:moveTo>
                <a:lnTo>
                  <a:pt x="364275" y="110759"/>
                </a:lnTo>
                <a:cubicBezTo>
                  <a:pt x="358044" y="119364"/>
                  <a:pt x="353522" y="129082"/>
                  <a:pt x="350951" y="139390"/>
                </a:cubicBezTo>
                <a:cubicBezTo>
                  <a:pt x="350195" y="142258"/>
                  <a:pt x="349663" y="145180"/>
                  <a:pt x="349360" y="148130"/>
                </a:cubicBezTo>
                <a:lnTo>
                  <a:pt x="334669" y="148130"/>
                </a:lnTo>
                <a:lnTo>
                  <a:pt x="347223" y="88524"/>
                </a:lnTo>
                <a:lnTo>
                  <a:pt x="304943" y="88524"/>
                </a:lnTo>
                <a:lnTo>
                  <a:pt x="267110" y="148164"/>
                </a:lnTo>
                <a:lnTo>
                  <a:pt x="264339" y="148164"/>
                </a:lnTo>
                <a:lnTo>
                  <a:pt x="264339" y="3759"/>
                </a:lnTo>
                <a:lnTo>
                  <a:pt x="364326" y="3759"/>
                </a:lnTo>
                <a:close/>
                <a:moveTo>
                  <a:pt x="308449" y="148130"/>
                </a:moveTo>
                <a:lnTo>
                  <a:pt x="293398" y="148130"/>
                </a:lnTo>
                <a:lnTo>
                  <a:pt x="316163" y="112315"/>
                </a:lnTo>
                <a:close/>
                <a:moveTo>
                  <a:pt x="247731" y="88388"/>
                </a:moveTo>
                <a:lnTo>
                  <a:pt x="222709" y="88388"/>
                </a:lnTo>
                <a:lnTo>
                  <a:pt x="205606" y="148130"/>
                </a:lnTo>
                <a:lnTo>
                  <a:pt x="179027" y="148130"/>
                </a:lnTo>
                <a:cubicBezTo>
                  <a:pt x="192538" y="143136"/>
                  <a:pt x="200765" y="133592"/>
                  <a:pt x="203314" y="119413"/>
                </a:cubicBezTo>
                <a:cubicBezTo>
                  <a:pt x="205400" y="108399"/>
                  <a:pt x="204408" y="101164"/>
                  <a:pt x="199893" y="95725"/>
                </a:cubicBezTo>
                <a:cubicBezTo>
                  <a:pt x="193154" y="87652"/>
                  <a:pt x="179642" y="88353"/>
                  <a:pt x="167653" y="88353"/>
                </a:cubicBezTo>
                <a:lnTo>
                  <a:pt x="147796" y="88353"/>
                </a:lnTo>
                <a:lnTo>
                  <a:pt x="147796" y="3759"/>
                </a:lnTo>
                <a:lnTo>
                  <a:pt x="247697" y="3759"/>
                </a:lnTo>
                <a:close/>
                <a:moveTo>
                  <a:pt x="231740" y="148130"/>
                </a:moveTo>
                <a:lnTo>
                  <a:pt x="242258" y="110759"/>
                </a:lnTo>
                <a:lnTo>
                  <a:pt x="242635" y="148130"/>
                </a:lnTo>
                <a:close/>
                <a:moveTo>
                  <a:pt x="158981" y="133934"/>
                </a:moveTo>
                <a:lnTo>
                  <a:pt x="158981" y="133934"/>
                </a:lnTo>
                <a:cubicBezTo>
                  <a:pt x="158007" y="133934"/>
                  <a:pt x="157032" y="134054"/>
                  <a:pt x="155920" y="134054"/>
                </a:cubicBezTo>
                <a:cubicBezTo>
                  <a:pt x="154466" y="134054"/>
                  <a:pt x="153320" y="134054"/>
                  <a:pt x="152243" y="134054"/>
                </a:cubicBezTo>
                <a:lnTo>
                  <a:pt x="145846" y="134054"/>
                </a:lnTo>
                <a:lnTo>
                  <a:pt x="148805" y="123125"/>
                </a:lnTo>
                <a:lnTo>
                  <a:pt x="150207" y="117686"/>
                </a:lnTo>
                <a:lnTo>
                  <a:pt x="153628" y="104961"/>
                </a:lnTo>
                <a:cubicBezTo>
                  <a:pt x="155116" y="104961"/>
                  <a:pt x="156570" y="104961"/>
                  <a:pt x="157972" y="104961"/>
                </a:cubicBezTo>
                <a:lnTo>
                  <a:pt x="162915" y="104961"/>
                </a:lnTo>
                <a:cubicBezTo>
                  <a:pt x="171467" y="104961"/>
                  <a:pt x="176718" y="105440"/>
                  <a:pt x="178668" y="108159"/>
                </a:cubicBezTo>
                <a:cubicBezTo>
                  <a:pt x="180156" y="110212"/>
                  <a:pt x="179967" y="113735"/>
                  <a:pt x="178206" y="119105"/>
                </a:cubicBezTo>
                <a:cubicBezTo>
                  <a:pt x="175196" y="128341"/>
                  <a:pt x="171364" y="133045"/>
                  <a:pt x="159084" y="133986"/>
                </a:cubicBezTo>
                <a:moveTo>
                  <a:pt x="131291" y="93741"/>
                </a:moveTo>
                <a:lnTo>
                  <a:pt x="129717" y="98872"/>
                </a:lnTo>
                <a:lnTo>
                  <a:pt x="115419" y="146471"/>
                </a:lnTo>
                <a:lnTo>
                  <a:pt x="114854" y="148181"/>
                </a:lnTo>
                <a:lnTo>
                  <a:pt x="67683" y="148181"/>
                </a:lnTo>
                <a:lnTo>
                  <a:pt x="64006" y="140365"/>
                </a:lnTo>
                <a:lnTo>
                  <a:pt x="114683" y="88524"/>
                </a:lnTo>
                <a:lnTo>
                  <a:pt x="82187" y="88524"/>
                </a:lnTo>
                <a:lnTo>
                  <a:pt x="42507" y="131283"/>
                </a:lnTo>
                <a:lnTo>
                  <a:pt x="55351" y="88524"/>
                </a:lnTo>
                <a:lnTo>
                  <a:pt x="31270" y="88524"/>
                </a:lnTo>
                <a:lnTo>
                  <a:pt x="31270" y="3759"/>
                </a:lnTo>
                <a:lnTo>
                  <a:pt x="131188" y="3759"/>
                </a:lnTo>
                <a:close/>
                <a:moveTo>
                  <a:pt x="377119" y="-89"/>
                </a:moveTo>
                <a:lnTo>
                  <a:pt x="377119" y="97076"/>
                </a:lnTo>
                <a:cubicBezTo>
                  <a:pt x="373861" y="99667"/>
                  <a:pt x="370856" y="102560"/>
                  <a:pt x="368140" y="105713"/>
                </a:cubicBezTo>
                <a:lnTo>
                  <a:pt x="368140" y="-89"/>
                </a:lnTo>
                <a:lnTo>
                  <a:pt x="260525" y="-89"/>
                </a:lnTo>
                <a:lnTo>
                  <a:pt x="260525" y="88388"/>
                </a:lnTo>
                <a:lnTo>
                  <a:pt x="251614" y="88388"/>
                </a:lnTo>
                <a:lnTo>
                  <a:pt x="251614" y="-89"/>
                </a:lnTo>
                <a:lnTo>
                  <a:pt x="143965" y="-89"/>
                </a:lnTo>
                <a:lnTo>
                  <a:pt x="143965" y="88524"/>
                </a:lnTo>
                <a:lnTo>
                  <a:pt x="135071" y="88524"/>
                </a:lnTo>
                <a:lnTo>
                  <a:pt x="135071" y="-89"/>
                </a:lnTo>
                <a:lnTo>
                  <a:pt x="27456" y="-89"/>
                </a:lnTo>
                <a:lnTo>
                  <a:pt x="27456" y="100907"/>
                </a:lnTo>
                <a:lnTo>
                  <a:pt x="-47" y="192480"/>
                </a:lnTo>
                <a:lnTo>
                  <a:pt x="24120" y="192480"/>
                </a:lnTo>
                <a:lnTo>
                  <a:pt x="36247" y="151927"/>
                </a:lnTo>
                <a:lnTo>
                  <a:pt x="39667" y="151927"/>
                </a:lnTo>
                <a:lnTo>
                  <a:pt x="59696" y="192480"/>
                </a:lnTo>
                <a:lnTo>
                  <a:pt x="89028" y="192480"/>
                </a:lnTo>
                <a:lnTo>
                  <a:pt x="69513" y="151927"/>
                </a:lnTo>
                <a:lnTo>
                  <a:pt x="113623" y="151927"/>
                </a:lnTo>
                <a:lnTo>
                  <a:pt x="101377" y="192480"/>
                </a:lnTo>
                <a:lnTo>
                  <a:pt x="127785" y="192480"/>
                </a:lnTo>
                <a:lnTo>
                  <a:pt x="139860" y="152047"/>
                </a:lnTo>
                <a:lnTo>
                  <a:pt x="145641" y="152047"/>
                </a:lnTo>
                <a:lnTo>
                  <a:pt x="145641" y="151927"/>
                </a:lnTo>
                <a:lnTo>
                  <a:pt x="204408" y="151927"/>
                </a:lnTo>
                <a:lnTo>
                  <a:pt x="192761" y="192360"/>
                </a:lnTo>
                <a:lnTo>
                  <a:pt x="219374" y="192360"/>
                </a:lnTo>
                <a:lnTo>
                  <a:pt x="230662" y="151927"/>
                </a:lnTo>
                <a:lnTo>
                  <a:pt x="242635" y="151927"/>
                </a:lnTo>
                <a:lnTo>
                  <a:pt x="242960" y="192360"/>
                </a:lnTo>
                <a:lnTo>
                  <a:pt x="265280" y="192360"/>
                </a:lnTo>
                <a:lnTo>
                  <a:pt x="290935" y="151927"/>
                </a:lnTo>
                <a:lnTo>
                  <a:pt x="307713" y="151927"/>
                </a:lnTo>
                <a:lnTo>
                  <a:pt x="299059" y="192360"/>
                </a:lnTo>
                <a:lnTo>
                  <a:pt x="325227" y="192360"/>
                </a:lnTo>
                <a:lnTo>
                  <a:pt x="333779" y="151927"/>
                </a:lnTo>
                <a:lnTo>
                  <a:pt x="348933" y="151927"/>
                </a:lnTo>
                <a:cubicBezTo>
                  <a:pt x="348334" y="164464"/>
                  <a:pt x="351533" y="175872"/>
                  <a:pt x="359845" y="183517"/>
                </a:cubicBezTo>
                <a:cubicBezTo>
                  <a:pt x="370004" y="192839"/>
                  <a:pt x="385603" y="194617"/>
                  <a:pt x="397131" y="194617"/>
                </a:cubicBezTo>
                <a:cubicBezTo>
                  <a:pt x="413526" y="194421"/>
                  <a:pt x="429850" y="192418"/>
                  <a:pt x="445807" y="188648"/>
                </a:cubicBezTo>
                <a:lnTo>
                  <a:pt x="454872" y="151927"/>
                </a:lnTo>
                <a:lnTo>
                  <a:pt x="484786" y="151927"/>
                </a:lnTo>
                <a:lnTo>
                  <a:pt x="484786" y="-89"/>
                </a:lnTo>
                <a:close/>
              </a:path>
            </a:pathLst>
          </a:custGeom>
          <a:solidFill>
            <a:schemeClr val="tx2"/>
          </a:solidFill>
          <a:ln w="168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TextBox 9" descr="{&quot;templafy&quot;:{&quot;visibility&quot;:&quot;&quot;,&quot;updateType&quot;:&quot;noUpdate&quot;,&quot;type&quot;:&quot;inlineBinding&quot;}}">
            <a:extLst>
              <a:ext uri="{FF2B5EF4-FFF2-40B4-BE49-F238E27FC236}">
                <a16:creationId xmlns:a16="http://schemas.microsoft.com/office/drawing/2014/main" id="{FAC3DD58-3528-34CF-7E48-B792CC6A82C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1428487" y="6544525"/>
            <a:ext cx="466751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© 2025 KPMG LLP, a Delaware limited liability partnership and a member firm of the KPMG global organization of independent member firms affiliated with KPMG International Limited, a private English company limited by guarantee. All rights reserved. USCS025445-1A 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5300" y="431800"/>
            <a:ext cx="11201400" cy="533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097280"/>
            <a:ext cx="11201400" cy="48291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70025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40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700"/>
        </a:spcBef>
        <a:spcAft>
          <a:spcPts val="400"/>
        </a:spcAft>
        <a:buFontTx/>
        <a:buNone/>
        <a:defRPr sz="1400" b="1" kern="1200">
          <a:solidFill>
            <a:schemeClr val="accent2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FontTx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80975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361950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Clr>
          <a:schemeClr val="tx2"/>
        </a:buClr>
        <a:buFont typeface="Arial" panose="020B0604020202020204" pitchFamily="34" charset="0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542925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719138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500" kern="1200">
          <a:solidFill>
            <a:schemeClr val="tx2"/>
          </a:solidFill>
          <a:latin typeface="+mn-lt"/>
          <a:ea typeface="+mn-ea"/>
          <a:cs typeface="+mn-cs"/>
        </a:defRPr>
      </a:lvl6pPr>
      <a:lvl7pPr marL="8969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7pPr>
      <a:lvl8pPr marL="10747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500" kern="1200">
          <a:solidFill>
            <a:schemeClr val="tx2"/>
          </a:solidFill>
          <a:latin typeface="+mn-lt"/>
          <a:ea typeface="+mn-ea"/>
          <a:cs typeface="+mn-cs"/>
        </a:defRPr>
      </a:lvl8pPr>
      <a:lvl9pPr marL="1257300" indent="-182563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880">
          <p15:clr>
            <a:srgbClr val="F26B43"/>
          </p15:clr>
        </p15:guide>
        <p15:guide id="2" pos="627">
          <p15:clr>
            <a:srgbClr val="F26B43"/>
          </p15:clr>
        </p15:guide>
        <p15:guide id="3" pos="7055">
          <p15:clr>
            <a:srgbClr val="F26B43"/>
          </p15:clr>
        </p15:guide>
        <p15:guide id="4" orient="horz" pos="838">
          <p15:clr>
            <a:srgbClr val="F26B43"/>
          </p15:clr>
        </p15:guide>
        <p15:guide id="5" orient="horz" pos="612">
          <p15:clr>
            <a:srgbClr val="F26B43"/>
          </p15:clr>
        </p15:guide>
        <p15:guide id="6" orient="horz" pos="27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A8B83A59-DA3C-4134-A48B-3A163775B71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29738893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47" imgH="348" progId="TCLayout.ActiveDocument.1">
                  <p:embed/>
                </p:oleObj>
              </mc:Choice>
              <mc:Fallback>
                <p:oleObj name="think-cell Slide" r:id="rId9" imgW="347" imgH="348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A8B83A59-DA3C-4134-A48B-3A163775B71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5364" y="431800"/>
            <a:ext cx="10204450" cy="533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5362" y="1330325"/>
            <a:ext cx="10200683" cy="45466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Shape 8"/>
          <p:cNvSpPr txBox="1">
            <a:spLocks/>
          </p:cNvSpPr>
          <p:nvPr userDrawn="1"/>
        </p:nvSpPr>
        <p:spPr>
          <a:xfrm>
            <a:off x="10946607" y="6266997"/>
            <a:ext cx="242486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GB" sz="1000" smtClean="0">
                <a:solidFill>
                  <a:schemeClr val="accent2"/>
                </a:solidFill>
                <a:latin typeface="+mn-lt"/>
                <a:ea typeface="Arial"/>
                <a:cs typeface="Arial" panose="020B0604020202020204" pitchFamily="34" charset="0"/>
              </a:rPr>
              <a:pPr algn="r"/>
              <a:t>‹#›</a:t>
            </a:fld>
            <a:endParaRPr lang="en-GB" sz="1000">
              <a:solidFill>
                <a:schemeClr val="accent2"/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885685" y="6266997"/>
            <a:ext cx="462306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kern="1200" noProof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rPr>
              <a:t>© 2025 KPMG LLP, a U.S. limited liability partnership and a member firm of the KPMG global organization of independent member firms affiliated with KPMG International Limited, a private English company limited by guarantee. All rights reserved.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024B3B3-3138-44BB-8DDD-6BDCEF24DEDC}"/>
              </a:ext>
            </a:extLst>
          </p:cNvPr>
          <p:cNvCxnSpPr/>
          <p:nvPr userDrawn="1"/>
        </p:nvCxnSpPr>
        <p:spPr>
          <a:xfrm>
            <a:off x="10928548" y="6266997"/>
            <a:ext cx="0" cy="149412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Graphic 8">
            <a:extLst>
              <a:ext uri="{FF2B5EF4-FFF2-40B4-BE49-F238E27FC236}">
                <a16:creationId xmlns:a16="http://schemas.microsoft.com/office/drawing/2014/main" id="{9AC77B96-D96C-4FA2-858B-DEE0A3A7B7B6}"/>
              </a:ext>
            </a:extLst>
          </p:cNvPr>
          <p:cNvSpPr/>
          <p:nvPr/>
        </p:nvSpPr>
        <p:spPr>
          <a:xfrm>
            <a:off x="1003200" y="6266996"/>
            <a:ext cx="484832" cy="194706"/>
          </a:xfrm>
          <a:custGeom>
            <a:avLst/>
            <a:gdLst>
              <a:gd name="connsiteX0" fmla="*/ 480938 w 484832"/>
              <a:gd name="connsiteY0" fmla="*/ 148130 h 194706"/>
              <a:gd name="connsiteX1" fmla="*/ 455744 w 484832"/>
              <a:gd name="connsiteY1" fmla="*/ 148130 h 194706"/>
              <a:gd name="connsiteX2" fmla="*/ 459917 w 484832"/>
              <a:gd name="connsiteY2" fmla="*/ 131488 h 194706"/>
              <a:gd name="connsiteX3" fmla="*/ 409445 w 484832"/>
              <a:gd name="connsiteY3" fmla="*/ 131488 h 194706"/>
              <a:gd name="connsiteX4" fmla="*/ 405289 w 484832"/>
              <a:gd name="connsiteY4" fmla="*/ 148130 h 194706"/>
              <a:gd name="connsiteX5" fmla="*/ 380916 w 484832"/>
              <a:gd name="connsiteY5" fmla="*/ 148130 h 194706"/>
              <a:gd name="connsiteX6" fmla="*/ 380916 w 484832"/>
              <a:gd name="connsiteY6" fmla="*/ 144709 h 194706"/>
              <a:gd name="connsiteX7" fmla="*/ 382079 w 484832"/>
              <a:gd name="connsiteY7" fmla="*/ 138775 h 194706"/>
              <a:gd name="connsiteX8" fmla="*/ 418715 w 484832"/>
              <a:gd name="connsiteY8" fmla="*/ 103062 h 194706"/>
              <a:gd name="connsiteX9" fmla="*/ 433698 w 484832"/>
              <a:gd name="connsiteY9" fmla="*/ 117292 h 194706"/>
              <a:gd name="connsiteX10" fmla="*/ 463732 w 484832"/>
              <a:gd name="connsiteY10" fmla="*/ 117292 h 194706"/>
              <a:gd name="connsiteX11" fmla="*/ 461234 w 484832"/>
              <a:gd name="connsiteY11" fmla="*/ 95058 h 194706"/>
              <a:gd name="connsiteX12" fmla="*/ 425214 w 484832"/>
              <a:gd name="connsiteY12" fmla="*/ 82641 h 194706"/>
              <a:gd name="connsiteX13" fmla="*/ 380916 w 484832"/>
              <a:gd name="connsiteY13" fmla="*/ 94357 h 194706"/>
              <a:gd name="connsiteX14" fmla="*/ 380916 w 484832"/>
              <a:gd name="connsiteY14" fmla="*/ 3708 h 194706"/>
              <a:gd name="connsiteX15" fmla="*/ 480938 w 484832"/>
              <a:gd name="connsiteY15" fmla="*/ 3708 h 194706"/>
              <a:gd name="connsiteX16" fmla="*/ 421914 w 484832"/>
              <a:gd name="connsiteY16" fmla="*/ 172537 h 194706"/>
              <a:gd name="connsiteX17" fmla="*/ 405101 w 484832"/>
              <a:gd name="connsiteY17" fmla="*/ 174247 h 194706"/>
              <a:gd name="connsiteX18" fmla="*/ 380438 w 484832"/>
              <a:gd name="connsiteY18" fmla="*/ 151910 h 194706"/>
              <a:gd name="connsiteX19" fmla="*/ 427027 w 484832"/>
              <a:gd name="connsiteY19" fmla="*/ 151910 h 194706"/>
              <a:gd name="connsiteX20" fmla="*/ 364275 w 484832"/>
              <a:gd name="connsiteY20" fmla="*/ 90064 h 194706"/>
              <a:gd name="connsiteX21" fmla="*/ 364275 w 484832"/>
              <a:gd name="connsiteY21" fmla="*/ 110759 h 194706"/>
              <a:gd name="connsiteX22" fmla="*/ 350951 w 484832"/>
              <a:gd name="connsiteY22" fmla="*/ 139390 h 194706"/>
              <a:gd name="connsiteX23" fmla="*/ 349360 w 484832"/>
              <a:gd name="connsiteY23" fmla="*/ 148130 h 194706"/>
              <a:gd name="connsiteX24" fmla="*/ 334669 w 484832"/>
              <a:gd name="connsiteY24" fmla="*/ 148130 h 194706"/>
              <a:gd name="connsiteX25" fmla="*/ 347223 w 484832"/>
              <a:gd name="connsiteY25" fmla="*/ 88524 h 194706"/>
              <a:gd name="connsiteX26" fmla="*/ 304943 w 484832"/>
              <a:gd name="connsiteY26" fmla="*/ 88524 h 194706"/>
              <a:gd name="connsiteX27" fmla="*/ 267110 w 484832"/>
              <a:gd name="connsiteY27" fmla="*/ 148164 h 194706"/>
              <a:gd name="connsiteX28" fmla="*/ 264339 w 484832"/>
              <a:gd name="connsiteY28" fmla="*/ 148164 h 194706"/>
              <a:gd name="connsiteX29" fmla="*/ 264339 w 484832"/>
              <a:gd name="connsiteY29" fmla="*/ 3759 h 194706"/>
              <a:gd name="connsiteX30" fmla="*/ 364326 w 484832"/>
              <a:gd name="connsiteY30" fmla="*/ 3759 h 194706"/>
              <a:gd name="connsiteX31" fmla="*/ 308449 w 484832"/>
              <a:gd name="connsiteY31" fmla="*/ 148130 h 194706"/>
              <a:gd name="connsiteX32" fmla="*/ 293398 w 484832"/>
              <a:gd name="connsiteY32" fmla="*/ 148130 h 194706"/>
              <a:gd name="connsiteX33" fmla="*/ 316163 w 484832"/>
              <a:gd name="connsiteY33" fmla="*/ 112315 h 194706"/>
              <a:gd name="connsiteX34" fmla="*/ 247731 w 484832"/>
              <a:gd name="connsiteY34" fmla="*/ 88388 h 194706"/>
              <a:gd name="connsiteX35" fmla="*/ 222709 w 484832"/>
              <a:gd name="connsiteY35" fmla="*/ 88388 h 194706"/>
              <a:gd name="connsiteX36" fmla="*/ 205606 w 484832"/>
              <a:gd name="connsiteY36" fmla="*/ 148130 h 194706"/>
              <a:gd name="connsiteX37" fmla="*/ 179027 w 484832"/>
              <a:gd name="connsiteY37" fmla="*/ 148130 h 194706"/>
              <a:gd name="connsiteX38" fmla="*/ 203314 w 484832"/>
              <a:gd name="connsiteY38" fmla="*/ 119413 h 194706"/>
              <a:gd name="connsiteX39" fmla="*/ 199893 w 484832"/>
              <a:gd name="connsiteY39" fmla="*/ 95725 h 194706"/>
              <a:gd name="connsiteX40" fmla="*/ 167653 w 484832"/>
              <a:gd name="connsiteY40" fmla="*/ 88353 h 194706"/>
              <a:gd name="connsiteX41" fmla="*/ 147796 w 484832"/>
              <a:gd name="connsiteY41" fmla="*/ 88353 h 194706"/>
              <a:gd name="connsiteX42" fmla="*/ 147796 w 484832"/>
              <a:gd name="connsiteY42" fmla="*/ 3759 h 194706"/>
              <a:gd name="connsiteX43" fmla="*/ 247697 w 484832"/>
              <a:gd name="connsiteY43" fmla="*/ 3759 h 194706"/>
              <a:gd name="connsiteX44" fmla="*/ 231740 w 484832"/>
              <a:gd name="connsiteY44" fmla="*/ 148130 h 194706"/>
              <a:gd name="connsiteX45" fmla="*/ 242258 w 484832"/>
              <a:gd name="connsiteY45" fmla="*/ 110759 h 194706"/>
              <a:gd name="connsiteX46" fmla="*/ 242635 w 484832"/>
              <a:gd name="connsiteY46" fmla="*/ 148130 h 194706"/>
              <a:gd name="connsiteX47" fmla="*/ 158981 w 484832"/>
              <a:gd name="connsiteY47" fmla="*/ 133934 h 194706"/>
              <a:gd name="connsiteX48" fmla="*/ 158981 w 484832"/>
              <a:gd name="connsiteY48" fmla="*/ 133934 h 194706"/>
              <a:gd name="connsiteX49" fmla="*/ 155920 w 484832"/>
              <a:gd name="connsiteY49" fmla="*/ 134054 h 194706"/>
              <a:gd name="connsiteX50" fmla="*/ 152243 w 484832"/>
              <a:gd name="connsiteY50" fmla="*/ 134054 h 194706"/>
              <a:gd name="connsiteX51" fmla="*/ 145846 w 484832"/>
              <a:gd name="connsiteY51" fmla="*/ 134054 h 194706"/>
              <a:gd name="connsiteX52" fmla="*/ 148805 w 484832"/>
              <a:gd name="connsiteY52" fmla="*/ 123125 h 194706"/>
              <a:gd name="connsiteX53" fmla="*/ 150207 w 484832"/>
              <a:gd name="connsiteY53" fmla="*/ 117686 h 194706"/>
              <a:gd name="connsiteX54" fmla="*/ 153628 w 484832"/>
              <a:gd name="connsiteY54" fmla="*/ 104961 h 194706"/>
              <a:gd name="connsiteX55" fmla="*/ 157972 w 484832"/>
              <a:gd name="connsiteY55" fmla="*/ 104961 h 194706"/>
              <a:gd name="connsiteX56" fmla="*/ 162915 w 484832"/>
              <a:gd name="connsiteY56" fmla="*/ 104961 h 194706"/>
              <a:gd name="connsiteX57" fmla="*/ 178668 w 484832"/>
              <a:gd name="connsiteY57" fmla="*/ 108159 h 194706"/>
              <a:gd name="connsiteX58" fmla="*/ 178206 w 484832"/>
              <a:gd name="connsiteY58" fmla="*/ 119105 h 194706"/>
              <a:gd name="connsiteX59" fmla="*/ 159084 w 484832"/>
              <a:gd name="connsiteY59" fmla="*/ 133986 h 194706"/>
              <a:gd name="connsiteX60" fmla="*/ 131291 w 484832"/>
              <a:gd name="connsiteY60" fmla="*/ 93741 h 194706"/>
              <a:gd name="connsiteX61" fmla="*/ 129717 w 484832"/>
              <a:gd name="connsiteY61" fmla="*/ 98872 h 194706"/>
              <a:gd name="connsiteX62" fmla="*/ 115419 w 484832"/>
              <a:gd name="connsiteY62" fmla="*/ 146471 h 194706"/>
              <a:gd name="connsiteX63" fmla="*/ 114854 w 484832"/>
              <a:gd name="connsiteY63" fmla="*/ 148181 h 194706"/>
              <a:gd name="connsiteX64" fmla="*/ 67683 w 484832"/>
              <a:gd name="connsiteY64" fmla="*/ 148181 h 194706"/>
              <a:gd name="connsiteX65" fmla="*/ 64006 w 484832"/>
              <a:gd name="connsiteY65" fmla="*/ 140365 h 194706"/>
              <a:gd name="connsiteX66" fmla="*/ 114683 w 484832"/>
              <a:gd name="connsiteY66" fmla="*/ 88524 h 194706"/>
              <a:gd name="connsiteX67" fmla="*/ 82187 w 484832"/>
              <a:gd name="connsiteY67" fmla="*/ 88524 h 194706"/>
              <a:gd name="connsiteX68" fmla="*/ 42507 w 484832"/>
              <a:gd name="connsiteY68" fmla="*/ 131283 h 194706"/>
              <a:gd name="connsiteX69" fmla="*/ 55351 w 484832"/>
              <a:gd name="connsiteY69" fmla="*/ 88524 h 194706"/>
              <a:gd name="connsiteX70" fmla="*/ 31270 w 484832"/>
              <a:gd name="connsiteY70" fmla="*/ 88524 h 194706"/>
              <a:gd name="connsiteX71" fmla="*/ 31270 w 484832"/>
              <a:gd name="connsiteY71" fmla="*/ 3759 h 194706"/>
              <a:gd name="connsiteX72" fmla="*/ 131188 w 484832"/>
              <a:gd name="connsiteY72" fmla="*/ 3759 h 194706"/>
              <a:gd name="connsiteX73" fmla="*/ 377119 w 484832"/>
              <a:gd name="connsiteY73" fmla="*/ -89 h 194706"/>
              <a:gd name="connsiteX74" fmla="*/ 377119 w 484832"/>
              <a:gd name="connsiteY74" fmla="*/ 97076 h 194706"/>
              <a:gd name="connsiteX75" fmla="*/ 368140 w 484832"/>
              <a:gd name="connsiteY75" fmla="*/ 105713 h 194706"/>
              <a:gd name="connsiteX76" fmla="*/ 368140 w 484832"/>
              <a:gd name="connsiteY76" fmla="*/ -89 h 194706"/>
              <a:gd name="connsiteX77" fmla="*/ 260525 w 484832"/>
              <a:gd name="connsiteY77" fmla="*/ -89 h 194706"/>
              <a:gd name="connsiteX78" fmla="*/ 260525 w 484832"/>
              <a:gd name="connsiteY78" fmla="*/ 88388 h 194706"/>
              <a:gd name="connsiteX79" fmla="*/ 251614 w 484832"/>
              <a:gd name="connsiteY79" fmla="*/ 88388 h 194706"/>
              <a:gd name="connsiteX80" fmla="*/ 251614 w 484832"/>
              <a:gd name="connsiteY80" fmla="*/ -89 h 194706"/>
              <a:gd name="connsiteX81" fmla="*/ 143965 w 484832"/>
              <a:gd name="connsiteY81" fmla="*/ -89 h 194706"/>
              <a:gd name="connsiteX82" fmla="*/ 143965 w 484832"/>
              <a:gd name="connsiteY82" fmla="*/ 88524 h 194706"/>
              <a:gd name="connsiteX83" fmla="*/ 135071 w 484832"/>
              <a:gd name="connsiteY83" fmla="*/ 88524 h 194706"/>
              <a:gd name="connsiteX84" fmla="*/ 135071 w 484832"/>
              <a:gd name="connsiteY84" fmla="*/ -89 h 194706"/>
              <a:gd name="connsiteX85" fmla="*/ 27456 w 484832"/>
              <a:gd name="connsiteY85" fmla="*/ -89 h 194706"/>
              <a:gd name="connsiteX86" fmla="*/ 27456 w 484832"/>
              <a:gd name="connsiteY86" fmla="*/ 100907 h 194706"/>
              <a:gd name="connsiteX87" fmla="*/ -47 w 484832"/>
              <a:gd name="connsiteY87" fmla="*/ 192480 h 194706"/>
              <a:gd name="connsiteX88" fmla="*/ 24120 w 484832"/>
              <a:gd name="connsiteY88" fmla="*/ 192480 h 194706"/>
              <a:gd name="connsiteX89" fmla="*/ 36247 w 484832"/>
              <a:gd name="connsiteY89" fmla="*/ 151927 h 194706"/>
              <a:gd name="connsiteX90" fmla="*/ 39667 w 484832"/>
              <a:gd name="connsiteY90" fmla="*/ 151927 h 194706"/>
              <a:gd name="connsiteX91" fmla="*/ 59696 w 484832"/>
              <a:gd name="connsiteY91" fmla="*/ 192480 h 194706"/>
              <a:gd name="connsiteX92" fmla="*/ 89028 w 484832"/>
              <a:gd name="connsiteY92" fmla="*/ 192480 h 194706"/>
              <a:gd name="connsiteX93" fmla="*/ 69513 w 484832"/>
              <a:gd name="connsiteY93" fmla="*/ 151927 h 194706"/>
              <a:gd name="connsiteX94" fmla="*/ 113623 w 484832"/>
              <a:gd name="connsiteY94" fmla="*/ 151927 h 194706"/>
              <a:gd name="connsiteX95" fmla="*/ 101377 w 484832"/>
              <a:gd name="connsiteY95" fmla="*/ 192480 h 194706"/>
              <a:gd name="connsiteX96" fmla="*/ 127785 w 484832"/>
              <a:gd name="connsiteY96" fmla="*/ 192480 h 194706"/>
              <a:gd name="connsiteX97" fmla="*/ 139860 w 484832"/>
              <a:gd name="connsiteY97" fmla="*/ 152047 h 194706"/>
              <a:gd name="connsiteX98" fmla="*/ 145641 w 484832"/>
              <a:gd name="connsiteY98" fmla="*/ 152047 h 194706"/>
              <a:gd name="connsiteX99" fmla="*/ 145641 w 484832"/>
              <a:gd name="connsiteY99" fmla="*/ 151927 h 194706"/>
              <a:gd name="connsiteX100" fmla="*/ 204408 w 484832"/>
              <a:gd name="connsiteY100" fmla="*/ 151927 h 194706"/>
              <a:gd name="connsiteX101" fmla="*/ 192761 w 484832"/>
              <a:gd name="connsiteY101" fmla="*/ 192360 h 194706"/>
              <a:gd name="connsiteX102" fmla="*/ 219374 w 484832"/>
              <a:gd name="connsiteY102" fmla="*/ 192360 h 194706"/>
              <a:gd name="connsiteX103" fmla="*/ 230662 w 484832"/>
              <a:gd name="connsiteY103" fmla="*/ 151927 h 194706"/>
              <a:gd name="connsiteX104" fmla="*/ 242635 w 484832"/>
              <a:gd name="connsiteY104" fmla="*/ 151927 h 194706"/>
              <a:gd name="connsiteX105" fmla="*/ 242960 w 484832"/>
              <a:gd name="connsiteY105" fmla="*/ 192360 h 194706"/>
              <a:gd name="connsiteX106" fmla="*/ 265280 w 484832"/>
              <a:gd name="connsiteY106" fmla="*/ 192360 h 194706"/>
              <a:gd name="connsiteX107" fmla="*/ 290935 w 484832"/>
              <a:gd name="connsiteY107" fmla="*/ 151927 h 194706"/>
              <a:gd name="connsiteX108" fmla="*/ 307713 w 484832"/>
              <a:gd name="connsiteY108" fmla="*/ 151927 h 194706"/>
              <a:gd name="connsiteX109" fmla="*/ 299059 w 484832"/>
              <a:gd name="connsiteY109" fmla="*/ 192360 h 194706"/>
              <a:gd name="connsiteX110" fmla="*/ 325227 w 484832"/>
              <a:gd name="connsiteY110" fmla="*/ 192360 h 194706"/>
              <a:gd name="connsiteX111" fmla="*/ 333779 w 484832"/>
              <a:gd name="connsiteY111" fmla="*/ 151927 h 194706"/>
              <a:gd name="connsiteX112" fmla="*/ 348933 w 484832"/>
              <a:gd name="connsiteY112" fmla="*/ 151927 h 194706"/>
              <a:gd name="connsiteX113" fmla="*/ 359845 w 484832"/>
              <a:gd name="connsiteY113" fmla="*/ 183517 h 194706"/>
              <a:gd name="connsiteX114" fmla="*/ 397131 w 484832"/>
              <a:gd name="connsiteY114" fmla="*/ 194617 h 194706"/>
              <a:gd name="connsiteX115" fmla="*/ 445807 w 484832"/>
              <a:gd name="connsiteY115" fmla="*/ 188648 h 194706"/>
              <a:gd name="connsiteX116" fmla="*/ 454872 w 484832"/>
              <a:gd name="connsiteY116" fmla="*/ 151927 h 194706"/>
              <a:gd name="connsiteX117" fmla="*/ 484786 w 484832"/>
              <a:gd name="connsiteY117" fmla="*/ 151927 h 194706"/>
              <a:gd name="connsiteX118" fmla="*/ 484786 w 484832"/>
              <a:gd name="connsiteY118" fmla="*/ -89 h 194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484832" h="194706">
                <a:moveTo>
                  <a:pt x="480938" y="148130"/>
                </a:moveTo>
                <a:lnTo>
                  <a:pt x="455744" y="148130"/>
                </a:lnTo>
                <a:lnTo>
                  <a:pt x="459917" y="131488"/>
                </a:lnTo>
                <a:lnTo>
                  <a:pt x="409445" y="131488"/>
                </a:lnTo>
                <a:lnTo>
                  <a:pt x="405289" y="148130"/>
                </a:lnTo>
                <a:lnTo>
                  <a:pt x="380916" y="148130"/>
                </a:lnTo>
                <a:lnTo>
                  <a:pt x="380916" y="144709"/>
                </a:lnTo>
                <a:cubicBezTo>
                  <a:pt x="381293" y="142845"/>
                  <a:pt x="381618" y="140878"/>
                  <a:pt x="382079" y="138775"/>
                </a:cubicBezTo>
                <a:cubicBezTo>
                  <a:pt x="386526" y="120816"/>
                  <a:pt x="398311" y="103062"/>
                  <a:pt x="418715" y="103062"/>
                </a:cubicBezTo>
                <a:cubicBezTo>
                  <a:pt x="426771" y="103062"/>
                  <a:pt x="434792" y="106141"/>
                  <a:pt x="433698" y="117292"/>
                </a:cubicBezTo>
                <a:lnTo>
                  <a:pt x="463732" y="117292"/>
                </a:lnTo>
                <a:cubicBezTo>
                  <a:pt x="464912" y="112161"/>
                  <a:pt x="466896" y="103216"/>
                  <a:pt x="461234" y="95058"/>
                </a:cubicBezTo>
                <a:cubicBezTo>
                  <a:pt x="454821" y="86198"/>
                  <a:pt x="441942" y="82641"/>
                  <a:pt x="425214" y="82641"/>
                </a:cubicBezTo>
                <a:cubicBezTo>
                  <a:pt x="413328" y="82641"/>
                  <a:pt x="395933" y="84539"/>
                  <a:pt x="380916" y="94357"/>
                </a:cubicBezTo>
                <a:lnTo>
                  <a:pt x="380916" y="3708"/>
                </a:lnTo>
                <a:lnTo>
                  <a:pt x="480938" y="3708"/>
                </a:lnTo>
                <a:close/>
                <a:moveTo>
                  <a:pt x="421914" y="172537"/>
                </a:moveTo>
                <a:cubicBezTo>
                  <a:pt x="416372" y="173606"/>
                  <a:pt x="410745" y="174179"/>
                  <a:pt x="405101" y="174247"/>
                </a:cubicBezTo>
                <a:cubicBezTo>
                  <a:pt x="390683" y="174247"/>
                  <a:pt x="380643" y="167543"/>
                  <a:pt x="380438" y="151910"/>
                </a:cubicBezTo>
                <a:lnTo>
                  <a:pt x="427027" y="151910"/>
                </a:lnTo>
                <a:close/>
                <a:moveTo>
                  <a:pt x="364275" y="90064"/>
                </a:moveTo>
                <a:lnTo>
                  <a:pt x="364275" y="110759"/>
                </a:lnTo>
                <a:cubicBezTo>
                  <a:pt x="358044" y="119364"/>
                  <a:pt x="353522" y="129082"/>
                  <a:pt x="350951" y="139390"/>
                </a:cubicBezTo>
                <a:cubicBezTo>
                  <a:pt x="350195" y="142258"/>
                  <a:pt x="349663" y="145180"/>
                  <a:pt x="349360" y="148130"/>
                </a:cubicBezTo>
                <a:lnTo>
                  <a:pt x="334669" y="148130"/>
                </a:lnTo>
                <a:lnTo>
                  <a:pt x="347223" y="88524"/>
                </a:lnTo>
                <a:lnTo>
                  <a:pt x="304943" y="88524"/>
                </a:lnTo>
                <a:lnTo>
                  <a:pt x="267110" y="148164"/>
                </a:lnTo>
                <a:lnTo>
                  <a:pt x="264339" y="148164"/>
                </a:lnTo>
                <a:lnTo>
                  <a:pt x="264339" y="3759"/>
                </a:lnTo>
                <a:lnTo>
                  <a:pt x="364326" y="3759"/>
                </a:lnTo>
                <a:close/>
                <a:moveTo>
                  <a:pt x="308449" y="148130"/>
                </a:moveTo>
                <a:lnTo>
                  <a:pt x="293398" y="148130"/>
                </a:lnTo>
                <a:lnTo>
                  <a:pt x="316163" y="112315"/>
                </a:lnTo>
                <a:close/>
                <a:moveTo>
                  <a:pt x="247731" y="88388"/>
                </a:moveTo>
                <a:lnTo>
                  <a:pt x="222709" y="88388"/>
                </a:lnTo>
                <a:lnTo>
                  <a:pt x="205606" y="148130"/>
                </a:lnTo>
                <a:lnTo>
                  <a:pt x="179027" y="148130"/>
                </a:lnTo>
                <a:cubicBezTo>
                  <a:pt x="192538" y="143136"/>
                  <a:pt x="200765" y="133592"/>
                  <a:pt x="203314" y="119413"/>
                </a:cubicBezTo>
                <a:cubicBezTo>
                  <a:pt x="205400" y="108399"/>
                  <a:pt x="204408" y="101164"/>
                  <a:pt x="199893" y="95725"/>
                </a:cubicBezTo>
                <a:cubicBezTo>
                  <a:pt x="193154" y="87652"/>
                  <a:pt x="179642" y="88353"/>
                  <a:pt x="167653" y="88353"/>
                </a:cubicBezTo>
                <a:lnTo>
                  <a:pt x="147796" y="88353"/>
                </a:lnTo>
                <a:lnTo>
                  <a:pt x="147796" y="3759"/>
                </a:lnTo>
                <a:lnTo>
                  <a:pt x="247697" y="3759"/>
                </a:lnTo>
                <a:close/>
                <a:moveTo>
                  <a:pt x="231740" y="148130"/>
                </a:moveTo>
                <a:lnTo>
                  <a:pt x="242258" y="110759"/>
                </a:lnTo>
                <a:lnTo>
                  <a:pt x="242635" y="148130"/>
                </a:lnTo>
                <a:close/>
                <a:moveTo>
                  <a:pt x="158981" y="133934"/>
                </a:moveTo>
                <a:lnTo>
                  <a:pt x="158981" y="133934"/>
                </a:lnTo>
                <a:cubicBezTo>
                  <a:pt x="158007" y="133934"/>
                  <a:pt x="157032" y="134054"/>
                  <a:pt x="155920" y="134054"/>
                </a:cubicBezTo>
                <a:cubicBezTo>
                  <a:pt x="154466" y="134054"/>
                  <a:pt x="153320" y="134054"/>
                  <a:pt x="152243" y="134054"/>
                </a:cubicBezTo>
                <a:lnTo>
                  <a:pt x="145846" y="134054"/>
                </a:lnTo>
                <a:lnTo>
                  <a:pt x="148805" y="123125"/>
                </a:lnTo>
                <a:lnTo>
                  <a:pt x="150207" y="117686"/>
                </a:lnTo>
                <a:lnTo>
                  <a:pt x="153628" y="104961"/>
                </a:lnTo>
                <a:cubicBezTo>
                  <a:pt x="155116" y="104961"/>
                  <a:pt x="156570" y="104961"/>
                  <a:pt x="157972" y="104961"/>
                </a:cubicBezTo>
                <a:lnTo>
                  <a:pt x="162915" y="104961"/>
                </a:lnTo>
                <a:cubicBezTo>
                  <a:pt x="171467" y="104961"/>
                  <a:pt x="176718" y="105440"/>
                  <a:pt x="178668" y="108159"/>
                </a:cubicBezTo>
                <a:cubicBezTo>
                  <a:pt x="180156" y="110212"/>
                  <a:pt x="179967" y="113735"/>
                  <a:pt x="178206" y="119105"/>
                </a:cubicBezTo>
                <a:cubicBezTo>
                  <a:pt x="175196" y="128341"/>
                  <a:pt x="171364" y="133045"/>
                  <a:pt x="159084" y="133986"/>
                </a:cubicBezTo>
                <a:moveTo>
                  <a:pt x="131291" y="93741"/>
                </a:moveTo>
                <a:lnTo>
                  <a:pt x="129717" y="98872"/>
                </a:lnTo>
                <a:lnTo>
                  <a:pt x="115419" y="146471"/>
                </a:lnTo>
                <a:lnTo>
                  <a:pt x="114854" y="148181"/>
                </a:lnTo>
                <a:lnTo>
                  <a:pt x="67683" y="148181"/>
                </a:lnTo>
                <a:lnTo>
                  <a:pt x="64006" y="140365"/>
                </a:lnTo>
                <a:lnTo>
                  <a:pt x="114683" y="88524"/>
                </a:lnTo>
                <a:lnTo>
                  <a:pt x="82187" y="88524"/>
                </a:lnTo>
                <a:lnTo>
                  <a:pt x="42507" y="131283"/>
                </a:lnTo>
                <a:lnTo>
                  <a:pt x="55351" y="88524"/>
                </a:lnTo>
                <a:lnTo>
                  <a:pt x="31270" y="88524"/>
                </a:lnTo>
                <a:lnTo>
                  <a:pt x="31270" y="3759"/>
                </a:lnTo>
                <a:lnTo>
                  <a:pt x="131188" y="3759"/>
                </a:lnTo>
                <a:close/>
                <a:moveTo>
                  <a:pt x="377119" y="-89"/>
                </a:moveTo>
                <a:lnTo>
                  <a:pt x="377119" y="97076"/>
                </a:lnTo>
                <a:cubicBezTo>
                  <a:pt x="373861" y="99667"/>
                  <a:pt x="370856" y="102560"/>
                  <a:pt x="368140" y="105713"/>
                </a:cubicBezTo>
                <a:lnTo>
                  <a:pt x="368140" y="-89"/>
                </a:lnTo>
                <a:lnTo>
                  <a:pt x="260525" y="-89"/>
                </a:lnTo>
                <a:lnTo>
                  <a:pt x="260525" y="88388"/>
                </a:lnTo>
                <a:lnTo>
                  <a:pt x="251614" y="88388"/>
                </a:lnTo>
                <a:lnTo>
                  <a:pt x="251614" y="-89"/>
                </a:lnTo>
                <a:lnTo>
                  <a:pt x="143965" y="-89"/>
                </a:lnTo>
                <a:lnTo>
                  <a:pt x="143965" y="88524"/>
                </a:lnTo>
                <a:lnTo>
                  <a:pt x="135071" y="88524"/>
                </a:lnTo>
                <a:lnTo>
                  <a:pt x="135071" y="-89"/>
                </a:lnTo>
                <a:lnTo>
                  <a:pt x="27456" y="-89"/>
                </a:lnTo>
                <a:lnTo>
                  <a:pt x="27456" y="100907"/>
                </a:lnTo>
                <a:lnTo>
                  <a:pt x="-47" y="192480"/>
                </a:lnTo>
                <a:lnTo>
                  <a:pt x="24120" y="192480"/>
                </a:lnTo>
                <a:lnTo>
                  <a:pt x="36247" y="151927"/>
                </a:lnTo>
                <a:lnTo>
                  <a:pt x="39667" y="151927"/>
                </a:lnTo>
                <a:lnTo>
                  <a:pt x="59696" y="192480"/>
                </a:lnTo>
                <a:lnTo>
                  <a:pt x="89028" y="192480"/>
                </a:lnTo>
                <a:lnTo>
                  <a:pt x="69513" y="151927"/>
                </a:lnTo>
                <a:lnTo>
                  <a:pt x="113623" y="151927"/>
                </a:lnTo>
                <a:lnTo>
                  <a:pt x="101377" y="192480"/>
                </a:lnTo>
                <a:lnTo>
                  <a:pt x="127785" y="192480"/>
                </a:lnTo>
                <a:lnTo>
                  <a:pt x="139860" y="152047"/>
                </a:lnTo>
                <a:lnTo>
                  <a:pt x="145641" y="152047"/>
                </a:lnTo>
                <a:lnTo>
                  <a:pt x="145641" y="151927"/>
                </a:lnTo>
                <a:lnTo>
                  <a:pt x="204408" y="151927"/>
                </a:lnTo>
                <a:lnTo>
                  <a:pt x="192761" y="192360"/>
                </a:lnTo>
                <a:lnTo>
                  <a:pt x="219374" y="192360"/>
                </a:lnTo>
                <a:lnTo>
                  <a:pt x="230662" y="151927"/>
                </a:lnTo>
                <a:lnTo>
                  <a:pt x="242635" y="151927"/>
                </a:lnTo>
                <a:lnTo>
                  <a:pt x="242960" y="192360"/>
                </a:lnTo>
                <a:lnTo>
                  <a:pt x="265280" y="192360"/>
                </a:lnTo>
                <a:lnTo>
                  <a:pt x="290935" y="151927"/>
                </a:lnTo>
                <a:lnTo>
                  <a:pt x="307713" y="151927"/>
                </a:lnTo>
                <a:lnTo>
                  <a:pt x="299059" y="192360"/>
                </a:lnTo>
                <a:lnTo>
                  <a:pt x="325227" y="192360"/>
                </a:lnTo>
                <a:lnTo>
                  <a:pt x="333779" y="151927"/>
                </a:lnTo>
                <a:lnTo>
                  <a:pt x="348933" y="151927"/>
                </a:lnTo>
                <a:cubicBezTo>
                  <a:pt x="348334" y="164464"/>
                  <a:pt x="351533" y="175872"/>
                  <a:pt x="359845" y="183517"/>
                </a:cubicBezTo>
                <a:cubicBezTo>
                  <a:pt x="370004" y="192839"/>
                  <a:pt x="385603" y="194617"/>
                  <a:pt x="397131" y="194617"/>
                </a:cubicBezTo>
                <a:cubicBezTo>
                  <a:pt x="413526" y="194421"/>
                  <a:pt x="429850" y="192418"/>
                  <a:pt x="445807" y="188648"/>
                </a:cubicBezTo>
                <a:lnTo>
                  <a:pt x="454872" y="151927"/>
                </a:lnTo>
                <a:lnTo>
                  <a:pt x="484786" y="151927"/>
                </a:lnTo>
                <a:lnTo>
                  <a:pt x="484786" y="-89"/>
                </a:lnTo>
                <a:close/>
              </a:path>
            </a:pathLst>
          </a:custGeom>
          <a:solidFill>
            <a:schemeClr val="tx2"/>
          </a:solidFill>
          <a:ln w="1683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0924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3" r:id="rId2"/>
    <p:sldLayoutId id="2147483694" r:id="rId3"/>
    <p:sldLayoutId id="2147484719" r:id="rId4"/>
    <p:sldLayoutId id="2147484207" r:id="rId5"/>
    <p:sldLayoutId id="2147484550" r:id="rId6"/>
  </p:sldLayoutIdLst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44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sz="1600" b="1" kern="1200">
          <a:solidFill>
            <a:schemeClr val="accent2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sz="1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180975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•"/>
        <a:defRPr sz="1600" kern="1200">
          <a:solidFill>
            <a:schemeClr val="accent2"/>
          </a:solidFill>
          <a:latin typeface="+mn-lt"/>
          <a:ea typeface="+mn-ea"/>
          <a:cs typeface="+mn-cs"/>
        </a:defRPr>
      </a:lvl3pPr>
      <a:lvl4pPr marL="361950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-"/>
        <a:defRPr sz="1600" kern="1200">
          <a:solidFill>
            <a:schemeClr val="accent2"/>
          </a:solidFill>
          <a:latin typeface="+mn-lt"/>
          <a:ea typeface="+mn-ea"/>
          <a:cs typeface="+mn-cs"/>
        </a:defRPr>
      </a:lvl4pPr>
      <a:lvl5pPr marL="542925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•"/>
        <a:defRPr sz="1600" kern="1200" baseline="0">
          <a:solidFill>
            <a:schemeClr val="accent2"/>
          </a:solidFill>
          <a:latin typeface="+mn-lt"/>
          <a:ea typeface="+mn-ea"/>
          <a:cs typeface="+mn-cs"/>
        </a:defRPr>
      </a:lvl5pPr>
      <a:lvl6pPr marL="719138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500" kern="1200">
          <a:solidFill>
            <a:schemeClr val="tx2"/>
          </a:solidFill>
          <a:latin typeface="+mn-lt"/>
          <a:ea typeface="+mn-ea"/>
          <a:cs typeface="+mn-cs"/>
        </a:defRPr>
      </a:lvl6pPr>
      <a:lvl7pPr marL="8969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7pPr>
      <a:lvl8pPr marL="10747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500" kern="1200">
          <a:solidFill>
            <a:schemeClr val="tx2"/>
          </a:solidFill>
          <a:latin typeface="+mn-lt"/>
          <a:ea typeface="+mn-ea"/>
          <a:cs typeface="+mn-cs"/>
        </a:defRPr>
      </a:lvl8pPr>
      <a:lvl9pPr marL="1257300" indent="-182563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702">
          <p15:clr>
            <a:srgbClr val="F26B43"/>
          </p15:clr>
        </p15:guide>
        <p15:guide id="2" pos="627">
          <p15:clr>
            <a:srgbClr val="F26B43"/>
          </p15:clr>
        </p15:guide>
        <p15:guide id="3" pos="7055">
          <p15:clr>
            <a:srgbClr val="F26B43"/>
          </p15:clr>
        </p15:guide>
        <p15:guide id="4" orient="horz" pos="838">
          <p15:clr>
            <a:srgbClr val="F26B43"/>
          </p15:clr>
        </p15:guide>
        <p15:guide id="5" orient="horz" pos="612">
          <p15:clr>
            <a:srgbClr val="F26B43"/>
          </p15:clr>
        </p15:guide>
        <p15:guide id="6" orient="horz" pos="272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5364" y="431800"/>
            <a:ext cx="10204450" cy="533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5362" y="1330325"/>
            <a:ext cx="10200683" cy="45466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Shape 8"/>
          <p:cNvSpPr txBox="1">
            <a:spLocks/>
          </p:cNvSpPr>
          <p:nvPr userDrawn="1"/>
        </p:nvSpPr>
        <p:spPr>
          <a:xfrm>
            <a:off x="10946607" y="6266997"/>
            <a:ext cx="242486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GB" sz="1000" smtClean="0">
                <a:solidFill>
                  <a:schemeClr val="accent2"/>
                </a:solidFill>
                <a:latin typeface="+mn-lt"/>
                <a:ea typeface="Arial"/>
                <a:cs typeface="Arial" panose="020B0604020202020204" pitchFamily="34" charset="0"/>
              </a:rPr>
              <a:pPr algn="r"/>
              <a:t>‹#›</a:t>
            </a:fld>
            <a:endParaRPr lang="en-GB" sz="1000">
              <a:solidFill>
                <a:schemeClr val="accent2"/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8967794" y="6295536"/>
            <a:ext cx="1866200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600" b="0" kern="1200" noProof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rPr>
              <a:t>Document Classification: KPMG Public</a:t>
            </a:r>
          </a:p>
        </p:txBody>
      </p:sp>
      <p:sp>
        <p:nvSpPr>
          <p:cNvPr id="8" name="TextBox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885685" y="6266997"/>
            <a:ext cx="462306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kern="1200" noProof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rPr>
              <a:t>© 2025 KPMG LLP, a Delaware limited liability partnership and a member firm of the KPMG global organization of independent member firms affiliated with KPMG International Limited, a private English company limited by guarantee. All rights reserved.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024B3B3-3138-44BB-8DDD-6BDCEF24DEDC}"/>
              </a:ext>
            </a:extLst>
          </p:cNvPr>
          <p:cNvCxnSpPr/>
          <p:nvPr userDrawn="1"/>
        </p:nvCxnSpPr>
        <p:spPr>
          <a:xfrm>
            <a:off x="10928548" y="6266997"/>
            <a:ext cx="0" cy="149412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Graphic 8">
            <a:extLst>
              <a:ext uri="{FF2B5EF4-FFF2-40B4-BE49-F238E27FC236}">
                <a16:creationId xmlns:a16="http://schemas.microsoft.com/office/drawing/2014/main" id="{9AC77B96-D96C-4FA2-858B-DEE0A3A7B7B6}"/>
              </a:ext>
            </a:extLst>
          </p:cNvPr>
          <p:cNvSpPr/>
          <p:nvPr/>
        </p:nvSpPr>
        <p:spPr>
          <a:xfrm>
            <a:off x="1003200" y="6266996"/>
            <a:ext cx="484832" cy="194706"/>
          </a:xfrm>
          <a:custGeom>
            <a:avLst/>
            <a:gdLst>
              <a:gd name="connsiteX0" fmla="*/ 480938 w 484832"/>
              <a:gd name="connsiteY0" fmla="*/ 148130 h 194706"/>
              <a:gd name="connsiteX1" fmla="*/ 455744 w 484832"/>
              <a:gd name="connsiteY1" fmla="*/ 148130 h 194706"/>
              <a:gd name="connsiteX2" fmla="*/ 459917 w 484832"/>
              <a:gd name="connsiteY2" fmla="*/ 131488 h 194706"/>
              <a:gd name="connsiteX3" fmla="*/ 409445 w 484832"/>
              <a:gd name="connsiteY3" fmla="*/ 131488 h 194706"/>
              <a:gd name="connsiteX4" fmla="*/ 405289 w 484832"/>
              <a:gd name="connsiteY4" fmla="*/ 148130 h 194706"/>
              <a:gd name="connsiteX5" fmla="*/ 380916 w 484832"/>
              <a:gd name="connsiteY5" fmla="*/ 148130 h 194706"/>
              <a:gd name="connsiteX6" fmla="*/ 380916 w 484832"/>
              <a:gd name="connsiteY6" fmla="*/ 144709 h 194706"/>
              <a:gd name="connsiteX7" fmla="*/ 382079 w 484832"/>
              <a:gd name="connsiteY7" fmla="*/ 138775 h 194706"/>
              <a:gd name="connsiteX8" fmla="*/ 418715 w 484832"/>
              <a:gd name="connsiteY8" fmla="*/ 103062 h 194706"/>
              <a:gd name="connsiteX9" fmla="*/ 433698 w 484832"/>
              <a:gd name="connsiteY9" fmla="*/ 117292 h 194706"/>
              <a:gd name="connsiteX10" fmla="*/ 463732 w 484832"/>
              <a:gd name="connsiteY10" fmla="*/ 117292 h 194706"/>
              <a:gd name="connsiteX11" fmla="*/ 461234 w 484832"/>
              <a:gd name="connsiteY11" fmla="*/ 95058 h 194706"/>
              <a:gd name="connsiteX12" fmla="*/ 425214 w 484832"/>
              <a:gd name="connsiteY12" fmla="*/ 82641 h 194706"/>
              <a:gd name="connsiteX13" fmla="*/ 380916 w 484832"/>
              <a:gd name="connsiteY13" fmla="*/ 94357 h 194706"/>
              <a:gd name="connsiteX14" fmla="*/ 380916 w 484832"/>
              <a:gd name="connsiteY14" fmla="*/ 3708 h 194706"/>
              <a:gd name="connsiteX15" fmla="*/ 480938 w 484832"/>
              <a:gd name="connsiteY15" fmla="*/ 3708 h 194706"/>
              <a:gd name="connsiteX16" fmla="*/ 421914 w 484832"/>
              <a:gd name="connsiteY16" fmla="*/ 172537 h 194706"/>
              <a:gd name="connsiteX17" fmla="*/ 405101 w 484832"/>
              <a:gd name="connsiteY17" fmla="*/ 174247 h 194706"/>
              <a:gd name="connsiteX18" fmla="*/ 380438 w 484832"/>
              <a:gd name="connsiteY18" fmla="*/ 151910 h 194706"/>
              <a:gd name="connsiteX19" fmla="*/ 427027 w 484832"/>
              <a:gd name="connsiteY19" fmla="*/ 151910 h 194706"/>
              <a:gd name="connsiteX20" fmla="*/ 364275 w 484832"/>
              <a:gd name="connsiteY20" fmla="*/ 90064 h 194706"/>
              <a:gd name="connsiteX21" fmla="*/ 364275 w 484832"/>
              <a:gd name="connsiteY21" fmla="*/ 110759 h 194706"/>
              <a:gd name="connsiteX22" fmla="*/ 350951 w 484832"/>
              <a:gd name="connsiteY22" fmla="*/ 139390 h 194706"/>
              <a:gd name="connsiteX23" fmla="*/ 349360 w 484832"/>
              <a:gd name="connsiteY23" fmla="*/ 148130 h 194706"/>
              <a:gd name="connsiteX24" fmla="*/ 334669 w 484832"/>
              <a:gd name="connsiteY24" fmla="*/ 148130 h 194706"/>
              <a:gd name="connsiteX25" fmla="*/ 347223 w 484832"/>
              <a:gd name="connsiteY25" fmla="*/ 88524 h 194706"/>
              <a:gd name="connsiteX26" fmla="*/ 304943 w 484832"/>
              <a:gd name="connsiteY26" fmla="*/ 88524 h 194706"/>
              <a:gd name="connsiteX27" fmla="*/ 267110 w 484832"/>
              <a:gd name="connsiteY27" fmla="*/ 148164 h 194706"/>
              <a:gd name="connsiteX28" fmla="*/ 264339 w 484832"/>
              <a:gd name="connsiteY28" fmla="*/ 148164 h 194706"/>
              <a:gd name="connsiteX29" fmla="*/ 264339 w 484832"/>
              <a:gd name="connsiteY29" fmla="*/ 3759 h 194706"/>
              <a:gd name="connsiteX30" fmla="*/ 364326 w 484832"/>
              <a:gd name="connsiteY30" fmla="*/ 3759 h 194706"/>
              <a:gd name="connsiteX31" fmla="*/ 308449 w 484832"/>
              <a:gd name="connsiteY31" fmla="*/ 148130 h 194706"/>
              <a:gd name="connsiteX32" fmla="*/ 293398 w 484832"/>
              <a:gd name="connsiteY32" fmla="*/ 148130 h 194706"/>
              <a:gd name="connsiteX33" fmla="*/ 316163 w 484832"/>
              <a:gd name="connsiteY33" fmla="*/ 112315 h 194706"/>
              <a:gd name="connsiteX34" fmla="*/ 247731 w 484832"/>
              <a:gd name="connsiteY34" fmla="*/ 88388 h 194706"/>
              <a:gd name="connsiteX35" fmla="*/ 222709 w 484832"/>
              <a:gd name="connsiteY35" fmla="*/ 88388 h 194706"/>
              <a:gd name="connsiteX36" fmla="*/ 205606 w 484832"/>
              <a:gd name="connsiteY36" fmla="*/ 148130 h 194706"/>
              <a:gd name="connsiteX37" fmla="*/ 179027 w 484832"/>
              <a:gd name="connsiteY37" fmla="*/ 148130 h 194706"/>
              <a:gd name="connsiteX38" fmla="*/ 203314 w 484832"/>
              <a:gd name="connsiteY38" fmla="*/ 119413 h 194706"/>
              <a:gd name="connsiteX39" fmla="*/ 199893 w 484832"/>
              <a:gd name="connsiteY39" fmla="*/ 95725 h 194706"/>
              <a:gd name="connsiteX40" fmla="*/ 167653 w 484832"/>
              <a:gd name="connsiteY40" fmla="*/ 88353 h 194706"/>
              <a:gd name="connsiteX41" fmla="*/ 147796 w 484832"/>
              <a:gd name="connsiteY41" fmla="*/ 88353 h 194706"/>
              <a:gd name="connsiteX42" fmla="*/ 147796 w 484832"/>
              <a:gd name="connsiteY42" fmla="*/ 3759 h 194706"/>
              <a:gd name="connsiteX43" fmla="*/ 247697 w 484832"/>
              <a:gd name="connsiteY43" fmla="*/ 3759 h 194706"/>
              <a:gd name="connsiteX44" fmla="*/ 231740 w 484832"/>
              <a:gd name="connsiteY44" fmla="*/ 148130 h 194706"/>
              <a:gd name="connsiteX45" fmla="*/ 242258 w 484832"/>
              <a:gd name="connsiteY45" fmla="*/ 110759 h 194706"/>
              <a:gd name="connsiteX46" fmla="*/ 242635 w 484832"/>
              <a:gd name="connsiteY46" fmla="*/ 148130 h 194706"/>
              <a:gd name="connsiteX47" fmla="*/ 158981 w 484832"/>
              <a:gd name="connsiteY47" fmla="*/ 133934 h 194706"/>
              <a:gd name="connsiteX48" fmla="*/ 158981 w 484832"/>
              <a:gd name="connsiteY48" fmla="*/ 133934 h 194706"/>
              <a:gd name="connsiteX49" fmla="*/ 155920 w 484832"/>
              <a:gd name="connsiteY49" fmla="*/ 134054 h 194706"/>
              <a:gd name="connsiteX50" fmla="*/ 152243 w 484832"/>
              <a:gd name="connsiteY50" fmla="*/ 134054 h 194706"/>
              <a:gd name="connsiteX51" fmla="*/ 145846 w 484832"/>
              <a:gd name="connsiteY51" fmla="*/ 134054 h 194706"/>
              <a:gd name="connsiteX52" fmla="*/ 148805 w 484832"/>
              <a:gd name="connsiteY52" fmla="*/ 123125 h 194706"/>
              <a:gd name="connsiteX53" fmla="*/ 150207 w 484832"/>
              <a:gd name="connsiteY53" fmla="*/ 117686 h 194706"/>
              <a:gd name="connsiteX54" fmla="*/ 153628 w 484832"/>
              <a:gd name="connsiteY54" fmla="*/ 104961 h 194706"/>
              <a:gd name="connsiteX55" fmla="*/ 157972 w 484832"/>
              <a:gd name="connsiteY55" fmla="*/ 104961 h 194706"/>
              <a:gd name="connsiteX56" fmla="*/ 162915 w 484832"/>
              <a:gd name="connsiteY56" fmla="*/ 104961 h 194706"/>
              <a:gd name="connsiteX57" fmla="*/ 178668 w 484832"/>
              <a:gd name="connsiteY57" fmla="*/ 108159 h 194706"/>
              <a:gd name="connsiteX58" fmla="*/ 178206 w 484832"/>
              <a:gd name="connsiteY58" fmla="*/ 119105 h 194706"/>
              <a:gd name="connsiteX59" fmla="*/ 159084 w 484832"/>
              <a:gd name="connsiteY59" fmla="*/ 133986 h 194706"/>
              <a:gd name="connsiteX60" fmla="*/ 131291 w 484832"/>
              <a:gd name="connsiteY60" fmla="*/ 93741 h 194706"/>
              <a:gd name="connsiteX61" fmla="*/ 129717 w 484832"/>
              <a:gd name="connsiteY61" fmla="*/ 98872 h 194706"/>
              <a:gd name="connsiteX62" fmla="*/ 115419 w 484832"/>
              <a:gd name="connsiteY62" fmla="*/ 146471 h 194706"/>
              <a:gd name="connsiteX63" fmla="*/ 114854 w 484832"/>
              <a:gd name="connsiteY63" fmla="*/ 148181 h 194706"/>
              <a:gd name="connsiteX64" fmla="*/ 67683 w 484832"/>
              <a:gd name="connsiteY64" fmla="*/ 148181 h 194706"/>
              <a:gd name="connsiteX65" fmla="*/ 64006 w 484832"/>
              <a:gd name="connsiteY65" fmla="*/ 140365 h 194706"/>
              <a:gd name="connsiteX66" fmla="*/ 114683 w 484832"/>
              <a:gd name="connsiteY66" fmla="*/ 88524 h 194706"/>
              <a:gd name="connsiteX67" fmla="*/ 82187 w 484832"/>
              <a:gd name="connsiteY67" fmla="*/ 88524 h 194706"/>
              <a:gd name="connsiteX68" fmla="*/ 42507 w 484832"/>
              <a:gd name="connsiteY68" fmla="*/ 131283 h 194706"/>
              <a:gd name="connsiteX69" fmla="*/ 55351 w 484832"/>
              <a:gd name="connsiteY69" fmla="*/ 88524 h 194706"/>
              <a:gd name="connsiteX70" fmla="*/ 31270 w 484832"/>
              <a:gd name="connsiteY70" fmla="*/ 88524 h 194706"/>
              <a:gd name="connsiteX71" fmla="*/ 31270 w 484832"/>
              <a:gd name="connsiteY71" fmla="*/ 3759 h 194706"/>
              <a:gd name="connsiteX72" fmla="*/ 131188 w 484832"/>
              <a:gd name="connsiteY72" fmla="*/ 3759 h 194706"/>
              <a:gd name="connsiteX73" fmla="*/ 377119 w 484832"/>
              <a:gd name="connsiteY73" fmla="*/ -89 h 194706"/>
              <a:gd name="connsiteX74" fmla="*/ 377119 w 484832"/>
              <a:gd name="connsiteY74" fmla="*/ 97076 h 194706"/>
              <a:gd name="connsiteX75" fmla="*/ 368140 w 484832"/>
              <a:gd name="connsiteY75" fmla="*/ 105713 h 194706"/>
              <a:gd name="connsiteX76" fmla="*/ 368140 w 484832"/>
              <a:gd name="connsiteY76" fmla="*/ -89 h 194706"/>
              <a:gd name="connsiteX77" fmla="*/ 260525 w 484832"/>
              <a:gd name="connsiteY77" fmla="*/ -89 h 194706"/>
              <a:gd name="connsiteX78" fmla="*/ 260525 w 484832"/>
              <a:gd name="connsiteY78" fmla="*/ 88388 h 194706"/>
              <a:gd name="connsiteX79" fmla="*/ 251614 w 484832"/>
              <a:gd name="connsiteY79" fmla="*/ 88388 h 194706"/>
              <a:gd name="connsiteX80" fmla="*/ 251614 w 484832"/>
              <a:gd name="connsiteY80" fmla="*/ -89 h 194706"/>
              <a:gd name="connsiteX81" fmla="*/ 143965 w 484832"/>
              <a:gd name="connsiteY81" fmla="*/ -89 h 194706"/>
              <a:gd name="connsiteX82" fmla="*/ 143965 w 484832"/>
              <a:gd name="connsiteY82" fmla="*/ 88524 h 194706"/>
              <a:gd name="connsiteX83" fmla="*/ 135071 w 484832"/>
              <a:gd name="connsiteY83" fmla="*/ 88524 h 194706"/>
              <a:gd name="connsiteX84" fmla="*/ 135071 w 484832"/>
              <a:gd name="connsiteY84" fmla="*/ -89 h 194706"/>
              <a:gd name="connsiteX85" fmla="*/ 27456 w 484832"/>
              <a:gd name="connsiteY85" fmla="*/ -89 h 194706"/>
              <a:gd name="connsiteX86" fmla="*/ 27456 w 484832"/>
              <a:gd name="connsiteY86" fmla="*/ 100907 h 194706"/>
              <a:gd name="connsiteX87" fmla="*/ -47 w 484832"/>
              <a:gd name="connsiteY87" fmla="*/ 192480 h 194706"/>
              <a:gd name="connsiteX88" fmla="*/ 24120 w 484832"/>
              <a:gd name="connsiteY88" fmla="*/ 192480 h 194706"/>
              <a:gd name="connsiteX89" fmla="*/ 36247 w 484832"/>
              <a:gd name="connsiteY89" fmla="*/ 151927 h 194706"/>
              <a:gd name="connsiteX90" fmla="*/ 39667 w 484832"/>
              <a:gd name="connsiteY90" fmla="*/ 151927 h 194706"/>
              <a:gd name="connsiteX91" fmla="*/ 59696 w 484832"/>
              <a:gd name="connsiteY91" fmla="*/ 192480 h 194706"/>
              <a:gd name="connsiteX92" fmla="*/ 89028 w 484832"/>
              <a:gd name="connsiteY92" fmla="*/ 192480 h 194706"/>
              <a:gd name="connsiteX93" fmla="*/ 69513 w 484832"/>
              <a:gd name="connsiteY93" fmla="*/ 151927 h 194706"/>
              <a:gd name="connsiteX94" fmla="*/ 113623 w 484832"/>
              <a:gd name="connsiteY94" fmla="*/ 151927 h 194706"/>
              <a:gd name="connsiteX95" fmla="*/ 101377 w 484832"/>
              <a:gd name="connsiteY95" fmla="*/ 192480 h 194706"/>
              <a:gd name="connsiteX96" fmla="*/ 127785 w 484832"/>
              <a:gd name="connsiteY96" fmla="*/ 192480 h 194706"/>
              <a:gd name="connsiteX97" fmla="*/ 139860 w 484832"/>
              <a:gd name="connsiteY97" fmla="*/ 152047 h 194706"/>
              <a:gd name="connsiteX98" fmla="*/ 145641 w 484832"/>
              <a:gd name="connsiteY98" fmla="*/ 152047 h 194706"/>
              <a:gd name="connsiteX99" fmla="*/ 145641 w 484832"/>
              <a:gd name="connsiteY99" fmla="*/ 151927 h 194706"/>
              <a:gd name="connsiteX100" fmla="*/ 204408 w 484832"/>
              <a:gd name="connsiteY100" fmla="*/ 151927 h 194706"/>
              <a:gd name="connsiteX101" fmla="*/ 192761 w 484832"/>
              <a:gd name="connsiteY101" fmla="*/ 192360 h 194706"/>
              <a:gd name="connsiteX102" fmla="*/ 219374 w 484832"/>
              <a:gd name="connsiteY102" fmla="*/ 192360 h 194706"/>
              <a:gd name="connsiteX103" fmla="*/ 230662 w 484832"/>
              <a:gd name="connsiteY103" fmla="*/ 151927 h 194706"/>
              <a:gd name="connsiteX104" fmla="*/ 242635 w 484832"/>
              <a:gd name="connsiteY104" fmla="*/ 151927 h 194706"/>
              <a:gd name="connsiteX105" fmla="*/ 242960 w 484832"/>
              <a:gd name="connsiteY105" fmla="*/ 192360 h 194706"/>
              <a:gd name="connsiteX106" fmla="*/ 265280 w 484832"/>
              <a:gd name="connsiteY106" fmla="*/ 192360 h 194706"/>
              <a:gd name="connsiteX107" fmla="*/ 290935 w 484832"/>
              <a:gd name="connsiteY107" fmla="*/ 151927 h 194706"/>
              <a:gd name="connsiteX108" fmla="*/ 307713 w 484832"/>
              <a:gd name="connsiteY108" fmla="*/ 151927 h 194706"/>
              <a:gd name="connsiteX109" fmla="*/ 299059 w 484832"/>
              <a:gd name="connsiteY109" fmla="*/ 192360 h 194706"/>
              <a:gd name="connsiteX110" fmla="*/ 325227 w 484832"/>
              <a:gd name="connsiteY110" fmla="*/ 192360 h 194706"/>
              <a:gd name="connsiteX111" fmla="*/ 333779 w 484832"/>
              <a:gd name="connsiteY111" fmla="*/ 151927 h 194706"/>
              <a:gd name="connsiteX112" fmla="*/ 348933 w 484832"/>
              <a:gd name="connsiteY112" fmla="*/ 151927 h 194706"/>
              <a:gd name="connsiteX113" fmla="*/ 359845 w 484832"/>
              <a:gd name="connsiteY113" fmla="*/ 183517 h 194706"/>
              <a:gd name="connsiteX114" fmla="*/ 397131 w 484832"/>
              <a:gd name="connsiteY114" fmla="*/ 194617 h 194706"/>
              <a:gd name="connsiteX115" fmla="*/ 445807 w 484832"/>
              <a:gd name="connsiteY115" fmla="*/ 188648 h 194706"/>
              <a:gd name="connsiteX116" fmla="*/ 454872 w 484832"/>
              <a:gd name="connsiteY116" fmla="*/ 151927 h 194706"/>
              <a:gd name="connsiteX117" fmla="*/ 484786 w 484832"/>
              <a:gd name="connsiteY117" fmla="*/ 151927 h 194706"/>
              <a:gd name="connsiteX118" fmla="*/ 484786 w 484832"/>
              <a:gd name="connsiteY118" fmla="*/ -89 h 194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484832" h="194706">
                <a:moveTo>
                  <a:pt x="480938" y="148130"/>
                </a:moveTo>
                <a:lnTo>
                  <a:pt x="455744" y="148130"/>
                </a:lnTo>
                <a:lnTo>
                  <a:pt x="459917" y="131488"/>
                </a:lnTo>
                <a:lnTo>
                  <a:pt x="409445" y="131488"/>
                </a:lnTo>
                <a:lnTo>
                  <a:pt x="405289" y="148130"/>
                </a:lnTo>
                <a:lnTo>
                  <a:pt x="380916" y="148130"/>
                </a:lnTo>
                <a:lnTo>
                  <a:pt x="380916" y="144709"/>
                </a:lnTo>
                <a:cubicBezTo>
                  <a:pt x="381293" y="142845"/>
                  <a:pt x="381618" y="140878"/>
                  <a:pt x="382079" y="138775"/>
                </a:cubicBezTo>
                <a:cubicBezTo>
                  <a:pt x="386526" y="120816"/>
                  <a:pt x="398311" y="103062"/>
                  <a:pt x="418715" y="103062"/>
                </a:cubicBezTo>
                <a:cubicBezTo>
                  <a:pt x="426771" y="103062"/>
                  <a:pt x="434792" y="106141"/>
                  <a:pt x="433698" y="117292"/>
                </a:cubicBezTo>
                <a:lnTo>
                  <a:pt x="463732" y="117292"/>
                </a:lnTo>
                <a:cubicBezTo>
                  <a:pt x="464912" y="112161"/>
                  <a:pt x="466896" y="103216"/>
                  <a:pt x="461234" y="95058"/>
                </a:cubicBezTo>
                <a:cubicBezTo>
                  <a:pt x="454821" y="86198"/>
                  <a:pt x="441942" y="82641"/>
                  <a:pt x="425214" y="82641"/>
                </a:cubicBezTo>
                <a:cubicBezTo>
                  <a:pt x="413328" y="82641"/>
                  <a:pt x="395933" y="84539"/>
                  <a:pt x="380916" y="94357"/>
                </a:cubicBezTo>
                <a:lnTo>
                  <a:pt x="380916" y="3708"/>
                </a:lnTo>
                <a:lnTo>
                  <a:pt x="480938" y="3708"/>
                </a:lnTo>
                <a:close/>
                <a:moveTo>
                  <a:pt x="421914" y="172537"/>
                </a:moveTo>
                <a:cubicBezTo>
                  <a:pt x="416372" y="173606"/>
                  <a:pt x="410745" y="174179"/>
                  <a:pt x="405101" y="174247"/>
                </a:cubicBezTo>
                <a:cubicBezTo>
                  <a:pt x="390683" y="174247"/>
                  <a:pt x="380643" y="167543"/>
                  <a:pt x="380438" y="151910"/>
                </a:cubicBezTo>
                <a:lnTo>
                  <a:pt x="427027" y="151910"/>
                </a:lnTo>
                <a:close/>
                <a:moveTo>
                  <a:pt x="364275" y="90064"/>
                </a:moveTo>
                <a:lnTo>
                  <a:pt x="364275" y="110759"/>
                </a:lnTo>
                <a:cubicBezTo>
                  <a:pt x="358044" y="119364"/>
                  <a:pt x="353522" y="129082"/>
                  <a:pt x="350951" y="139390"/>
                </a:cubicBezTo>
                <a:cubicBezTo>
                  <a:pt x="350195" y="142258"/>
                  <a:pt x="349663" y="145180"/>
                  <a:pt x="349360" y="148130"/>
                </a:cubicBezTo>
                <a:lnTo>
                  <a:pt x="334669" y="148130"/>
                </a:lnTo>
                <a:lnTo>
                  <a:pt x="347223" y="88524"/>
                </a:lnTo>
                <a:lnTo>
                  <a:pt x="304943" y="88524"/>
                </a:lnTo>
                <a:lnTo>
                  <a:pt x="267110" y="148164"/>
                </a:lnTo>
                <a:lnTo>
                  <a:pt x="264339" y="148164"/>
                </a:lnTo>
                <a:lnTo>
                  <a:pt x="264339" y="3759"/>
                </a:lnTo>
                <a:lnTo>
                  <a:pt x="364326" y="3759"/>
                </a:lnTo>
                <a:close/>
                <a:moveTo>
                  <a:pt x="308449" y="148130"/>
                </a:moveTo>
                <a:lnTo>
                  <a:pt x="293398" y="148130"/>
                </a:lnTo>
                <a:lnTo>
                  <a:pt x="316163" y="112315"/>
                </a:lnTo>
                <a:close/>
                <a:moveTo>
                  <a:pt x="247731" y="88388"/>
                </a:moveTo>
                <a:lnTo>
                  <a:pt x="222709" y="88388"/>
                </a:lnTo>
                <a:lnTo>
                  <a:pt x="205606" y="148130"/>
                </a:lnTo>
                <a:lnTo>
                  <a:pt x="179027" y="148130"/>
                </a:lnTo>
                <a:cubicBezTo>
                  <a:pt x="192538" y="143136"/>
                  <a:pt x="200765" y="133592"/>
                  <a:pt x="203314" y="119413"/>
                </a:cubicBezTo>
                <a:cubicBezTo>
                  <a:pt x="205400" y="108399"/>
                  <a:pt x="204408" y="101164"/>
                  <a:pt x="199893" y="95725"/>
                </a:cubicBezTo>
                <a:cubicBezTo>
                  <a:pt x="193154" y="87652"/>
                  <a:pt x="179642" y="88353"/>
                  <a:pt x="167653" y="88353"/>
                </a:cubicBezTo>
                <a:lnTo>
                  <a:pt x="147796" y="88353"/>
                </a:lnTo>
                <a:lnTo>
                  <a:pt x="147796" y="3759"/>
                </a:lnTo>
                <a:lnTo>
                  <a:pt x="247697" y="3759"/>
                </a:lnTo>
                <a:close/>
                <a:moveTo>
                  <a:pt x="231740" y="148130"/>
                </a:moveTo>
                <a:lnTo>
                  <a:pt x="242258" y="110759"/>
                </a:lnTo>
                <a:lnTo>
                  <a:pt x="242635" y="148130"/>
                </a:lnTo>
                <a:close/>
                <a:moveTo>
                  <a:pt x="158981" y="133934"/>
                </a:moveTo>
                <a:lnTo>
                  <a:pt x="158981" y="133934"/>
                </a:lnTo>
                <a:cubicBezTo>
                  <a:pt x="158007" y="133934"/>
                  <a:pt x="157032" y="134054"/>
                  <a:pt x="155920" y="134054"/>
                </a:cubicBezTo>
                <a:cubicBezTo>
                  <a:pt x="154466" y="134054"/>
                  <a:pt x="153320" y="134054"/>
                  <a:pt x="152243" y="134054"/>
                </a:cubicBezTo>
                <a:lnTo>
                  <a:pt x="145846" y="134054"/>
                </a:lnTo>
                <a:lnTo>
                  <a:pt x="148805" y="123125"/>
                </a:lnTo>
                <a:lnTo>
                  <a:pt x="150207" y="117686"/>
                </a:lnTo>
                <a:lnTo>
                  <a:pt x="153628" y="104961"/>
                </a:lnTo>
                <a:cubicBezTo>
                  <a:pt x="155116" y="104961"/>
                  <a:pt x="156570" y="104961"/>
                  <a:pt x="157972" y="104961"/>
                </a:cubicBezTo>
                <a:lnTo>
                  <a:pt x="162915" y="104961"/>
                </a:lnTo>
                <a:cubicBezTo>
                  <a:pt x="171467" y="104961"/>
                  <a:pt x="176718" y="105440"/>
                  <a:pt x="178668" y="108159"/>
                </a:cubicBezTo>
                <a:cubicBezTo>
                  <a:pt x="180156" y="110212"/>
                  <a:pt x="179967" y="113735"/>
                  <a:pt x="178206" y="119105"/>
                </a:cubicBezTo>
                <a:cubicBezTo>
                  <a:pt x="175196" y="128341"/>
                  <a:pt x="171364" y="133045"/>
                  <a:pt x="159084" y="133986"/>
                </a:cubicBezTo>
                <a:moveTo>
                  <a:pt x="131291" y="93741"/>
                </a:moveTo>
                <a:lnTo>
                  <a:pt x="129717" y="98872"/>
                </a:lnTo>
                <a:lnTo>
                  <a:pt x="115419" y="146471"/>
                </a:lnTo>
                <a:lnTo>
                  <a:pt x="114854" y="148181"/>
                </a:lnTo>
                <a:lnTo>
                  <a:pt x="67683" y="148181"/>
                </a:lnTo>
                <a:lnTo>
                  <a:pt x="64006" y="140365"/>
                </a:lnTo>
                <a:lnTo>
                  <a:pt x="114683" y="88524"/>
                </a:lnTo>
                <a:lnTo>
                  <a:pt x="82187" y="88524"/>
                </a:lnTo>
                <a:lnTo>
                  <a:pt x="42507" y="131283"/>
                </a:lnTo>
                <a:lnTo>
                  <a:pt x="55351" y="88524"/>
                </a:lnTo>
                <a:lnTo>
                  <a:pt x="31270" y="88524"/>
                </a:lnTo>
                <a:lnTo>
                  <a:pt x="31270" y="3759"/>
                </a:lnTo>
                <a:lnTo>
                  <a:pt x="131188" y="3759"/>
                </a:lnTo>
                <a:close/>
                <a:moveTo>
                  <a:pt x="377119" y="-89"/>
                </a:moveTo>
                <a:lnTo>
                  <a:pt x="377119" y="97076"/>
                </a:lnTo>
                <a:cubicBezTo>
                  <a:pt x="373861" y="99667"/>
                  <a:pt x="370856" y="102560"/>
                  <a:pt x="368140" y="105713"/>
                </a:cubicBezTo>
                <a:lnTo>
                  <a:pt x="368140" y="-89"/>
                </a:lnTo>
                <a:lnTo>
                  <a:pt x="260525" y="-89"/>
                </a:lnTo>
                <a:lnTo>
                  <a:pt x="260525" y="88388"/>
                </a:lnTo>
                <a:lnTo>
                  <a:pt x="251614" y="88388"/>
                </a:lnTo>
                <a:lnTo>
                  <a:pt x="251614" y="-89"/>
                </a:lnTo>
                <a:lnTo>
                  <a:pt x="143965" y="-89"/>
                </a:lnTo>
                <a:lnTo>
                  <a:pt x="143965" y="88524"/>
                </a:lnTo>
                <a:lnTo>
                  <a:pt x="135071" y="88524"/>
                </a:lnTo>
                <a:lnTo>
                  <a:pt x="135071" y="-89"/>
                </a:lnTo>
                <a:lnTo>
                  <a:pt x="27456" y="-89"/>
                </a:lnTo>
                <a:lnTo>
                  <a:pt x="27456" y="100907"/>
                </a:lnTo>
                <a:lnTo>
                  <a:pt x="-47" y="192480"/>
                </a:lnTo>
                <a:lnTo>
                  <a:pt x="24120" y="192480"/>
                </a:lnTo>
                <a:lnTo>
                  <a:pt x="36247" y="151927"/>
                </a:lnTo>
                <a:lnTo>
                  <a:pt x="39667" y="151927"/>
                </a:lnTo>
                <a:lnTo>
                  <a:pt x="59696" y="192480"/>
                </a:lnTo>
                <a:lnTo>
                  <a:pt x="89028" y="192480"/>
                </a:lnTo>
                <a:lnTo>
                  <a:pt x="69513" y="151927"/>
                </a:lnTo>
                <a:lnTo>
                  <a:pt x="113623" y="151927"/>
                </a:lnTo>
                <a:lnTo>
                  <a:pt x="101377" y="192480"/>
                </a:lnTo>
                <a:lnTo>
                  <a:pt x="127785" y="192480"/>
                </a:lnTo>
                <a:lnTo>
                  <a:pt x="139860" y="152047"/>
                </a:lnTo>
                <a:lnTo>
                  <a:pt x="145641" y="152047"/>
                </a:lnTo>
                <a:lnTo>
                  <a:pt x="145641" y="151927"/>
                </a:lnTo>
                <a:lnTo>
                  <a:pt x="204408" y="151927"/>
                </a:lnTo>
                <a:lnTo>
                  <a:pt x="192761" y="192360"/>
                </a:lnTo>
                <a:lnTo>
                  <a:pt x="219374" y="192360"/>
                </a:lnTo>
                <a:lnTo>
                  <a:pt x="230662" y="151927"/>
                </a:lnTo>
                <a:lnTo>
                  <a:pt x="242635" y="151927"/>
                </a:lnTo>
                <a:lnTo>
                  <a:pt x="242960" y="192360"/>
                </a:lnTo>
                <a:lnTo>
                  <a:pt x="265280" y="192360"/>
                </a:lnTo>
                <a:lnTo>
                  <a:pt x="290935" y="151927"/>
                </a:lnTo>
                <a:lnTo>
                  <a:pt x="307713" y="151927"/>
                </a:lnTo>
                <a:lnTo>
                  <a:pt x="299059" y="192360"/>
                </a:lnTo>
                <a:lnTo>
                  <a:pt x="325227" y="192360"/>
                </a:lnTo>
                <a:lnTo>
                  <a:pt x="333779" y="151927"/>
                </a:lnTo>
                <a:lnTo>
                  <a:pt x="348933" y="151927"/>
                </a:lnTo>
                <a:cubicBezTo>
                  <a:pt x="348334" y="164464"/>
                  <a:pt x="351533" y="175872"/>
                  <a:pt x="359845" y="183517"/>
                </a:cubicBezTo>
                <a:cubicBezTo>
                  <a:pt x="370004" y="192839"/>
                  <a:pt x="385603" y="194617"/>
                  <a:pt x="397131" y="194617"/>
                </a:cubicBezTo>
                <a:cubicBezTo>
                  <a:pt x="413526" y="194421"/>
                  <a:pt x="429850" y="192418"/>
                  <a:pt x="445807" y="188648"/>
                </a:cubicBezTo>
                <a:lnTo>
                  <a:pt x="454872" y="151927"/>
                </a:lnTo>
                <a:lnTo>
                  <a:pt x="484786" y="151927"/>
                </a:lnTo>
                <a:lnTo>
                  <a:pt x="484786" y="-89"/>
                </a:lnTo>
                <a:close/>
              </a:path>
            </a:pathLst>
          </a:custGeom>
          <a:solidFill>
            <a:schemeClr val="tx2"/>
          </a:solidFill>
          <a:ln w="1683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5749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8" r:id="rId1"/>
  </p:sldLayoutIdLst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44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sz="1600" b="1" kern="1200">
          <a:solidFill>
            <a:schemeClr val="accent2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sz="1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180975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•"/>
        <a:defRPr sz="1600" kern="1200">
          <a:solidFill>
            <a:schemeClr val="accent2"/>
          </a:solidFill>
          <a:latin typeface="+mn-lt"/>
          <a:ea typeface="+mn-ea"/>
          <a:cs typeface="+mn-cs"/>
        </a:defRPr>
      </a:lvl3pPr>
      <a:lvl4pPr marL="361950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-"/>
        <a:defRPr sz="1600" kern="1200">
          <a:solidFill>
            <a:schemeClr val="accent2"/>
          </a:solidFill>
          <a:latin typeface="+mn-lt"/>
          <a:ea typeface="+mn-ea"/>
          <a:cs typeface="+mn-cs"/>
        </a:defRPr>
      </a:lvl4pPr>
      <a:lvl5pPr marL="542925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•"/>
        <a:defRPr sz="1600" kern="1200" baseline="0">
          <a:solidFill>
            <a:schemeClr val="accent2"/>
          </a:solidFill>
          <a:latin typeface="+mn-lt"/>
          <a:ea typeface="+mn-ea"/>
          <a:cs typeface="+mn-cs"/>
        </a:defRPr>
      </a:lvl5pPr>
      <a:lvl6pPr marL="719138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500" kern="1200">
          <a:solidFill>
            <a:schemeClr val="tx2"/>
          </a:solidFill>
          <a:latin typeface="+mn-lt"/>
          <a:ea typeface="+mn-ea"/>
          <a:cs typeface="+mn-cs"/>
        </a:defRPr>
      </a:lvl6pPr>
      <a:lvl7pPr marL="8969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7pPr>
      <a:lvl8pPr marL="10747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500" kern="1200">
          <a:solidFill>
            <a:schemeClr val="tx2"/>
          </a:solidFill>
          <a:latin typeface="+mn-lt"/>
          <a:ea typeface="+mn-ea"/>
          <a:cs typeface="+mn-cs"/>
        </a:defRPr>
      </a:lvl8pPr>
      <a:lvl9pPr marL="1257300" indent="-182563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702">
          <p15:clr>
            <a:srgbClr val="F26B43"/>
          </p15:clr>
        </p15:guide>
        <p15:guide id="2" pos="627">
          <p15:clr>
            <a:srgbClr val="F26B43"/>
          </p15:clr>
        </p15:guide>
        <p15:guide id="3" pos="7055">
          <p15:clr>
            <a:srgbClr val="F26B43"/>
          </p15:clr>
        </p15:guide>
        <p15:guide id="4" orient="horz" pos="838">
          <p15:clr>
            <a:srgbClr val="F26B43"/>
          </p15:clr>
        </p15:guide>
        <p15:guide id="5" orient="horz" pos="612">
          <p15:clr>
            <a:srgbClr val="F26B43"/>
          </p15:clr>
        </p15:guide>
        <p15:guide id="6" orient="horz" pos="272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5364" y="431800"/>
            <a:ext cx="10204450" cy="533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5362" y="1330325"/>
            <a:ext cx="10200683" cy="45466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Shape 8"/>
          <p:cNvSpPr txBox="1">
            <a:spLocks/>
          </p:cNvSpPr>
          <p:nvPr userDrawn="1"/>
        </p:nvSpPr>
        <p:spPr>
          <a:xfrm>
            <a:off x="10946607" y="6266997"/>
            <a:ext cx="242486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GB" sz="900" smtClean="0">
                <a:solidFill>
                  <a:schemeClr val="accent2"/>
                </a:solidFill>
                <a:latin typeface="+mn-lt"/>
                <a:ea typeface="Arial"/>
                <a:cs typeface="Arial" panose="020B0604020202020204" pitchFamily="34" charset="0"/>
              </a:rPr>
              <a:pPr algn="r"/>
              <a:t>‹#›</a:t>
            </a:fld>
            <a:endParaRPr lang="en-GB" sz="900">
              <a:solidFill>
                <a:schemeClr val="accent2"/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885684" y="6266997"/>
            <a:ext cx="466751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kern="1200" noProof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rPr>
              <a:t>© 2025 KPMG LLP, a Delaware limited liability partnership and a member firm of the KPMG global organization of independent member firms affiliated with KPMG International Limited, a private English company limited by guarantee. All rights reserved. USCS027118</a:t>
            </a:r>
          </a:p>
        </p:txBody>
      </p:sp>
      <p:sp>
        <p:nvSpPr>
          <p:cNvPr id="4" name="Graphic 8">
            <a:extLst>
              <a:ext uri="{FF2B5EF4-FFF2-40B4-BE49-F238E27FC236}">
                <a16:creationId xmlns:a16="http://schemas.microsoft.com/office/drawing/2014/main" id="{9AC77B96-D96C-4FA2-858B-DEE0A3A7B7B6}"/>
              </a:ext>
            </a:extLst>
          </p:cNvPr>
          <p:cNvSpPr/>
          <p:nvPr/>
        </p:nvSpPr>
        <p:spPr>
          <a:xfrm>
            <a:off x="1003200" y="6266996"/>
            <a:ext cx="484832" cy="194706"/>
          </a:xfrm>
          <a:custGeom>
            <a:avLst/>
            <a:gdLst>
              <a:gd name="connsiteX0" fmla="*/ 480938 w 484832"/>
              <a:gd name="connsiteY0" fmla="*/ 148130 h 194706"/>
              <a:gd name="connsiteX1" fmla="*/ 455744 w 484832"/>
              <a:gd name="connsiteY1" fmla="*/ 148130 h 194706"/>
              <a:gd name="connsiteX2" fmla="*/ 459917 w 484832"/>
              <a:gd name="connsiteY2" fmla="*/ 131488 h 194706"/>
              <a:gd name="connsiteX3" fmla="*/ 409445 w 484832"/>
              <a:gd name="connsiteY3" fmla="*/ 131488 h 194706"/>
              <a:gd name="connsiteX4" fmla="*/ 405289 w 484832"/>
              <a:gd name="connsiteY4" fmla="*/ 148130 h 194706"/>
              <a:gd name="connsiteX5" fmla="*/ 380916 w 484832"/>
              <a:gd name="connsiteY5" fmla="*/ 148130 h 194706"/>
              <a:gd name="connsiteX6" fmla="*/ 380916 w 484832"/>
              <a:gd name="connsiteY6" fmla="*/ 144709 h 194706"/>
              <a:gd name="connsiteX7" fmla="*/ 382079 w 484832"/>
              <a:gd name="connsiteY7" fmla="*/ 138775 h 194706"/>
              <a:gd name="connsiteX8" fmla="*/ 418715 w 484832"/>
              <a:gd name="connsiteY8" fmla="*/ 103062 h 194706"/>
              <a:gd name="connsiteX9" fmla="*/ 433698 w 484832"/>
              <a:gd name="connsiteY9" fmla="*/ 117292 h 194706"/>
              <a:gd name="connsiteX10" fmla="*/ 463732 w 484832"/>
              <a:gd name="connsiteY10" fmla="*/ 117292 h 194706"/>
              <a:gd name="connsiteX11" fmla="*/ 461234 w 484832"/>
              <a:gd name="connsiteY11" fmla="*/ 95058 h 194706"/>
              <a:gd name="connsiteX12" fmla="*/ 425214 w 484832"/>
              <a:gd name="connsiteY12" fmla="*/ 82641 h 194706"/>
              <a:gd name="connsiteX13" fmla="*/ 380916 w 484832"/>
              <a:gd name="connsiteY13" fmla="*/ 94357 h 194706"/>
              <a:gd name="connsiteX14" fmla="*/ 380916 w 484832"/>
              <a:gd name="connsiteY14" fmla="*/ 3708 h 194706"/>
              <a:gd name="connsiteX15" fmla="*/ 480938 w 484832"/>
              <a:gd name="connsiteY15" fmla="*/ 3708 h 194706"/>
              <a:gd name="connsiteX16" fmla="*/ 421914 w 484832"/>
              <a:gd name="connsiteY16" fmla="*/ 172537 h 194706"/>
              <a:gd name="connsiteX17" fmla="*/ 405101 w 484832"/>
              <a:gd name="connsiteY17" fmla="*/ 174247 h 194706"/>
              <a:gd name="connsiteX18" fmla="*/ 380438 w 484832"/>
              <a:gd name="connsiteY18" fmla="*/ 151910 h 194706"/>
              <a:gd name="connsiteX19" fmla="*/ 427027 w 484832"/>
              <a:gd name="connsiteY19" fmla="*/ 151910 h 194706"/>
              <a:gd name="connsiteX20" fmla="*/ 364275 w 484832"/>
              <a:gd name="connsiteY20" fmla="*/ 90064 h 194706"/>
              <a:gd name="connsiteX21" fmla="*/ 364275 w 484832"/>
              <a:gd name="connsiteY21" fmla="*/ 110759 h 194706"/>
              <a:gd name="connsiteX22" fmla="*/ 350951 w 484832"/>
              <a:gd name="connsiteY22" fmla="*/ 139390 h 194706"/>
              <a:gd name="connsiteX23" fmla="*/ 349360 w 484832"/>
              <a:gd name="connsiteY23" fmla="*/ 148130 h 194706"/>
              <a:gd name="connsiteX24" fmla="*/ 334669 w 484832"/>
              <a:gd name="connsiteY24" fmla="*/ 148130 h 194706"/>
              <a:gd name="connsiteX25" fmla="*/ 347223 w 484832"/>
              <a:gd name="connsiteY25" fmla="*/ 88524 h 194706"/>
              <a:gd name="connsiteX26" fmla="*/ 304943 w 484832"/>
              <a:gd name="connsiteY26" fmla="*/ 88524 h 194706"/>
              <a:gd name="connsiteX27" fmla="*/ 267110 w 484832"/>
              <a:gd name="connsiteY27" fmla="*/ 148164 h 194706"/>
              <a:gd name="connsiteX28" fmla="*/ 264339 w 484832"/>
              <a:gd name="connsiteY28" fmla="*/ 148164 h 194706"/>
              <a:gd name="connsiteX29" fmla="*/ 264339 w 484832"/>
              <a:gd name="connsiteY29" fmla="*/ 3759 h 194706"/>
              <a:gd name="connsiteX30" fmla="*/ 364326 w 484832"/>
              <a:gd name="connsiteY30" fmla="*/ 3759 h 194706"/>
              <a:gd name="connsiteX31" fmla="*/ 308449 w 484832"/>
              <a:gd name="connsiteY31" fmla="*/ 148130 h 194706"/>
              <a:gd name="connsiteX32" fmla="*/ 293398 w 484832"/>
              <a:gd name="connsiteY32" fmla="*/ 148130 h 194706"/>
              <a:gd name="connsiteX33" fmla="*/ 316163 w 484832"/>
              <a:gd name="connsiteY33" fmla="*/ 112315 h 194706"/>
              <a:gd name="connsiteX34" fmla="*/ 247731 w 484832"/>
              <a:gd name="connsiteY34" fmla="*/ 88388 h 194706"/>
              <a:gd name="connsiteX35" fmla="*/ 222709 w 484832"/>
              <a:gd name="connsiteY35" fmla="*/ 88388 h 194706"/>
              <a:gd name="connsiteX36" fmla="*/ 205606 w 484832"/>
              <a:gd name="connsiteY36" fmla="*/ 148130 h 194706"/>
              <a:gd name="connsiteX37" fmla="*/ 179027 w 484832"/>
              <a:gd name="connsiteY37" fmla="*/ 148130 h 194706"/>
              <a:gd name="connsiteX38" fmla="*/ 203314 w 484832"/>
              <a:gd name="connsiteY38" fmla="*/ 119413 h 194706"/>
              <a:gd name="connsiteX39" fmla="*/ 199893 w 484832"/>
              <a:gd name="connsiteY39" fmla="*/ 95725 h 194706"/>
              <a:gd name="connsiteX40" fmla="*/ 167653 w 484832"/>
              <a:gd name="connsiteY40" fmla="*/ 88353 h 194706"/>
              <a:gd name="connsiteX41" fmla="*/ 147796 w 484832"/>
              <a:gd name="connsiteY41" fmla="*/ 88353 h 194706"/>
              <a:gd name="connsiteX42" fmla="*/ 147796 w 484832"/>
              <a:gd name="connsiteY42" fmla="*/ 3759 h 194706"/>
              <a:gd name="connsiteX43" fmla="*/ 247697 w 484832"/>
              <a:gd name="connsiteY43" fmla="*/ 3759 h 194706"/>
              <a:gd name="connsiteX44" fmla="*/ 231740 w 484832"/>
              <a:gd name="connsiteY44" fmla="*/ 148130 h 194706"/>
              <a:gd name="connsiteX45" fmla="*/ 242258 w 484832"/>
              <a:gd name="connsiteY45" fmla="*/ 110759 h 194706"/>
              <a:gd name="connsiteX46" fmla="*/ 242635 w 484832"/>
              <a:gd name="connsiteY46" fmla="*/ 148130 h 194706"/>
              <a:gd name="connsiteX47" fmla="*/ 158981 w 484832"/>
              <a:gd name="connsiteY47" fmla="*/ 133934 h 194706"/>
              <a:gd name="connsiteX48" fmla="*/ 158981 w 484832"/>
              <a:gd name="connsiteY48" fmla="*/ 133934 h 194706"/>
              <a:gd name="connsiteX49" fmla="*/ 155920 w 484832"/>
              <a:gd name="connsiteY49" fmla="*/ 134054 h 194706"/>
              <a:gd name="connsiteX50" fmla="*/ 152243 w 484832"/>
              <a:gd name="connsiteY50" fmla="*/ 134054 h 194706"/>
              <a:gd name="connsiteX51" fmla="*/ 145846 w 484832"/>
              <a:gd name="connsiteY51" fmla="*/ 134054 h 194706"/>
              <a:gd name="connsiteX52" fmla="*/ 148805 w 484832"/>
              <a:gd name="connsiteY52" fmla="*/ 123125 h 194706"/>
              <a:gd name="connsiteX53" fmla="*/ 150207 w 484832"/>
              <a:gd name="connsiteY53" fmla="*/ 117686 h 194706"/>
              <a:gd name="connsiteX54" fmla="*/ 153628 w 484832"/>
              <a:gd name="connsiteY54" fmla="*/ 104961 h 194706"/>
              <a:gd name="connsiteX55" fmla="*/ 157972 w 484832"/>
              <a:gd name="connsiteY55" fmla="*/ 104961 h 194706"/>
              <a:gd name="connsiteX56" fmla="*/ 162915 w 484832"/>
              <a:gd name="connsiteY56" fmla="*/ 104961 h 194706"/>
              <a:gd name="connsiteX57" fmla="*/ 178668 w 484832"/>
              <a:gd name="connsiteY57" fmla="*/ 108159 h 194706"/>
              <a:gd name="connsiteX58" fmla="*/ 178206 w 484832"/>
              <a:gd name="connsiteY58" fmla="*/ 119105 h 194706"/>
              <a:gd name="connsiteX59" fmla="*/ 159084 w 484832"/>
              <a:gd name="connsiteY59" fmla="*/ 133986 h 194706"/>
              <a:gd name="connsiteX60" fmla="*/ 131291 w 484832"/>
              <a:gd name="connsiteY60" fmla="*/ 93741 h 194706"/>
              <a:gd name="connsiteX61" fmla="*/ 129717 w 484832"/>
              <a:gd name="connsiteY61" fmla="*/ 98872 h 194706"/>
              <a:gd name="connsiteX62" fmla="*/ 115419 w 484832"/>
              <a:gd name="connsiteY62" fmla="*/ 146471 h 194706"/>
              <a:gd name="connsiteX63" fmla="*/ 114854 w 484832"/>
              <a:gd name="connsiteY63" fmla="*/ 148181 h 194706"/>
              <a:gd name="connsiteX64" fmla="*/ 67683 w 484832"/>
              <a:gd name="connsiteY64" fmla="*/ 148181 h 194706"/>
              <a:gd name="connsiteX65" fmla="*/ 64006 w 484832"/>
              <a:gd name="connsiteY65" fmla="*/ 140365 h 194706"/>
              <a:gd name="connsiteX66" fmla="*/ 114683 w 484832"/>
              <a:gd name="connsiteY66" fmla="*/ 88524 h 194706"/>
              <a:gd name="connsiteX67" fmla="*/ 82187 w 484832"/>
              <a:gd name="connsiteY67" fmla="*/ 88524 h 194706"/>
              <a:gd name="connsiteX68" fmla="*/ 42507 w 484832"/>
              <a:gd name="connsiteY68" fmla="*/ 131283 h 194706"/>
              <a:gd name="connsiteX69" fmla="*/ 55351 w 484832"/>
              <a:gd name="connsiteY69" fmla="*/ 88524 h 194706"/>
              <a:gd name="connsiteX70" fmla="*/ 31270 w 484832"/>
              <a:gd name="connsiteY70" fmla="*/ 88524 h 194706"/>
              <a:gd name="connsiteX71" fmla="*/ 31270 w 484832"/>
              <a:gd name="connsiteY71" fmla="*/ 3759 h 194706"/>
              <a:gd name="connsiteX72" fmla="*/ 131188 w 484832"/>
              <a:gd name="connsiteY72" fmla="*/ 3759 h 194706"/>
              <a:gd name="connsiteX73" fmla="*/ 377119 w 484832"/>
              <a:gd name="connsiteY73" fmla="*/ -89 h 194706"/>
              <a:gd name="connsiteX74" fmla="*/ 377119 w 484832"/>
              <a:gd name="connsiteY74" fmla="*/ 97076 h 194706"/>
              <a:gd name="connsiteX75" fmla="*/ 368140 w 484832"/>
              <a:gd name="connsiteY75" fmla="*/ 105713 h 194706"/>
              <a:gd name="connsiteX76" fmla="*/ 368140 w 484832"/>
              <a:gd name="connsiteY76" fmla="*/ -89 h 194706"/>
              <a:gd name="connsiteX77" fmla="*/ 260525 w 484832"/>
              <a:gd name="connsiteY77" fmla="*/ -89 h 194706"/>
              <a:gd name="connsiteX78" fmla="*/ 260525 w 484832"/>
              <a:gd name="connsiteY78" fmla="*/ 88388 h 194706"/>
              <a:gd name="connsiteX79" fmla="*/ 251614 w 484832"/>
              <a:gd name="connsiteY79" fmla="*/ 88388 h 194706"/>
              <a:gd name="connsiteX80" fmla="*/ 251614 w 484832"/>
              <a:gd name="connsiteY80" fmla="*/ -89 h 194706"/>
              <a:gd name="connsiteX81" fmla="*/ 143965 w 484832"/>
              <a:gd name="connsiteY81" fmla="*/ -89 h 194706"/>
              <a:gd name="connsiteX82" fmla="*/ 143965 w 484832"/>
              <a:gd name="connsiteY82" fmla="*/ 88524 h 194706"/>
              <a:gd name="connsiteX83" fmla="*/ 135071 w 484832"/>
              <a:gd name="connsiteY83" fmla="*/ 88524 h 194706"/>
              <a:gd name="connsiteX84" fmla="*/ 135071 w 484832"/>
              <a:gd name="connsiteY84" fmla="*/ -89 h 194706"/>
              <a:gd name="connsiteX85" fmla="*/ 27456 w 484832"/>
              <a:gd name="connsiteY85" fmla="*/ -89 h 194706"/>
              <a:gd name="connsiteX86" fmla="*/ 27456 w 484832"/>
              <a:gd name="connsiteY86" fmla="*/ 100907 h 194706"/>
              <a:gd name="connsiteX87" fmla="*/ -47 w 484832"/>
              <a:gd name="connsiteY87" fmla="*/ 192480 h 194706"/>
              <a:gd name="connsiteX88" fmla="*/ 24120 w 484832"/>
              <a:gd name="connsiteY88" fmla="*/ 192480 h 194706"/>
              <a:gd name="connsiteX89" fmla="*/ 36247 w 484832"/>
              <a:gd name="connsiteY89" fmla="*/ 151927 h 194706"/>
              <a:gd name="connsiteX90" fmla="*/ 39667 w 484832"/>
              <a:gd name="connsiteY90" fmla="*/ 151927 h 194706"/>
              <a:gd name="connsiteX91" fmla="*/ 59696 w 484832"/>
              <a:gd name="connsiteY91" fmla="*/ 192480 h 194706"/>
              <a:gd name="connsiteX92" fmla="*/ 89028 w 484832"/>
              <a:gd name="connsiteY92" fmla="*/ 192480 h 194706"/>
              <a:gd name="connsiteX93" fmla="*/ 69513 w 484832"/>
              <a:gd name="connsiteY93" fmla="*/ 151927 h 194706"/>
              <a:gd name="connsiteX94" fmla="*/ 113623 w 484832"/>
              <a:gd name="connsiteY94" fmla="*/ 151927 h 194706"/>
              <a:gd name="connsiteX95" fmla="*/ 101377 w 484832"/>
              <a:gd name="connsiteY95" fmla="*/ 192480 h 194706"/>
              <a:gd name="connsiteX96" fmla="*/ 127785 w 484832"/>
              <a:gd name="connsiteY96" fmla="*/ 192480 h 194706"/>
              <a:gd name="connsiteX97" fmla="*/ 139860 w 484832"/>
              <a:gd name="connsiteY97" fmla="*/ 152047 h 194706"/>
              <a:gd name="connsiteX98" fmla="*/ 145641 w 484832"/>
              <a:gd name="connsiteY98" fmla="*/ 152047 h 194706"/>
              <a:gd name="connsiteX99" fmla="*/ 145641 w 484832"/>
              <a:gd name="connsiteY99" fmla="*/ 151927 h 194706"/>
              <a:gd name="connsiteX100" fmla="*/ 204408 w 484832"/>
              <a:gd name="connsiteY100" fmla="*/ 151927 h 194706"/>
              <a:gd name="connsiteX101" fmla="*/ 192761 w 484832"/>
              <a:gd name="connsiteY101" fmla="*/ 192360 h 194706"/>
              <a:gd name="connsiteX102" fmla="*/ 219374 w 484832"/>
              <a:gd name="connsiteY102" fmla="*/ 192360 h 194706"/>
              <a:gd name="connsiteX103" fmla="*/ 230662 w 484832"/>
              <a:gd name="connsiteY103" fmla="*/ 151927 h 194706"/>
              <a:gd name="connsiteX104" fmla="*/ 242635 w 484832"/>
              <a:gd name="connsiteY104" fmla="*/ 151927 h 194706"/>
              <a:gd name="connsiteX105" fmla="*/ 242960 w 484832"/>
              <a:gd name="connsiteY105" fmla="*/ 192360 h 194706"/>
              <a:gd name="connsiteX106" fmla="*/ 265280 w 484832"/>
              <a:gd name="connsiteY106" fmla="*/ 192360 h 194706"/>
              <a:gd name="connsiteX107" fmla="*/ 290935 w 484832"/>
              <a:gd name="connsiteY107" fmla="*/ 151927 h 194706"/>
              <a:gd name="connsiteX108" fmla="*/ 307713 w 484832"/>
              <a:gd name="connsiteY108" fmla="*/ 151927 h 194706"/>
              <a:gd name="connsiteX109" fmla="*/ 299059 w 484832"/>
              <a:gd name="connsiteY109" fmla="*/ 192360 h 194706"/>
              <a:gd name="connsiteX110" fmla="*/ 325227 w 484832"/>
              <a:gd name="connsiteY110" fmla="*/ 192360 h 194706"/>
              <a:gd name="connsiteX111" fmla="*/ 333779 w 484832"/>
              <a:gd name="connsiteY111" fmla="*/ 151927 h 194706"/>
              <a:gd name="connsiteX112" fmla="*/ 348933 w 484832"/>
              <a:gd name="connsiteY112" fmla="*/ 151927 h 194706"/>
              <a:gd name="connsiteX113" fmla="*/ 359845 w 484832"/>
              <a:gd name="connsiteY113" fmla="*/ 183517 h 194706"/>
              <a:gd name="connsiteX114" fmla="*/ 397131 w 484832"/>
              <a:gd name="connsiteY114" fmla="*/ 194617 h 194706"/>
              <a:gd name="connsiteX115" fmla="*/ 445807 w 484832"/>
              <a:gd name="connsiteY115" fmla="*/ 188648 h 194706"/>
              <a:gd name="connsiteX116" fmla="*/ 454872 w 484832"/>
              <a:gd name="connsiteY116" fmla="*/ 151927 h 194706"/>
              <a:gd name="connsiteX117" fmla="*/ 484786 w 484832"/>
              <a:gd name="connsiteY117" fmla="*/ 151927 h 194706"/>
              <a:gd name="connsiteX118" fmla="*/ 484786 w 484832"/>
              <a:gd name="connsiteY118" fmla="*/ -89 h 194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484832" h="194706">
                <a:moveTo>
                  <a:pt x="480938" y="148130"/>
                </a:moveTo>
                <a:lnTo>
                  <a:pt x="455744" y="148130"/>
                </a:lnTo>
                <a:lnTo>
                  <a:pt x="459917" y="131488"/>
                </a:lnTo>
                <a:lnTo>
                  <a:pt x="409445" y="131488"/>
                </a:lnTo>
                <a:lnTo>
                  <a:pt x="405289" y="148130"/>
                </a:lnTo>
                <a:lnTo>
                  <a:pt x="380916" y="148130"/>
                </a:lnTo>
                <a:lnTo>
                  <a:pt x="380916" y="144709"/>
                </a:lnTo>
                <a:cubicBezTo>
                  <a:pt x="381293" y="142845"/>
                  <a:pt x="381618" y="140878"/>
                  <a:pt x="382079" y="138775"/>
                </a:cubicBezTo>
                <a:cubicBezTo>
                  <a:pt x="386526" y="120816"/>
                  <a:pt x="398311" y="103062"/>
                  <a:pt x="418715" y="103062"/>
                </a:cubicBezTo>
                <a:cubicBezTo>
                  <a:pt x="426771" y="103062"/>
                  <a:pt x="434792" y="106141"/>
                  <a:pt x="433698" y="117292"/>
                </a:cubicBezTo>
                <a:lnTo>
                  <a:pt x="463732" y="117292"/>
                </a:lnTo>
                <a:cubicBezTo>
                  <a:pt x="464912" y="112161"/>
                  <a:pt x="466896" y="103216"/>
                  <a:pt x="461234" y="95058"/>
                </a:cubicBezTo>
                <a:cubicBezTo>
                  <a:pt x="454821" y="86198"/>
                  <a:pt x="441942" y="82641"/>
                  <a:pt x="425214" y="82641"/>
                </a:cubicBezTo>
                <a:cubicBezTo>
                  <a:pt x="413328" y="82641"/>
                  <a:pt x="395933" y="84539"/>
                  <a:pt x="380916" y="94357"/>
                </a:cubicBezTo>
                <a:lnTo>
                  <a:pt x="380916" y="3708"/>
                </a:lnTo>
                <a:lnTo>
                  <a:pt x="480938" y="3708"/>
                </a:lnTo>
                <a:close/>
                <a:moveTo>
                  <a:pt x="421914" y="172537"/>
                </a:moveTo>
                <a:cubicBezTo>
                  <a:pt x="416372" y="173606"/>
                  <a:pt x="410745" y="174179"/>
                  <a:pt x="405101" y="174247"/>
                </a:cubicBezTo>
                <a:cubicBezTo>
                  <a:pt x="390683" y="174247"/>
                  <a:pt x="380643" y="167543"/>
                  <a:pt x="380438" y="151910"/>
                </a:cubicBezTo>
                <a:lnTo>
                  <a:pt x="427027" y="151910"/>
                </a:lnTo>
                <a:close/>
                <a:moveTo>
                  <a:pt x="364275" y="90064"/>
                </a:moveTo>
                <a:lnTo>
                  <a:pt x="364275" y="110759"/>
                </a:lnTo>
                <a:cubicBezTo>
                  <a:pt x="358044" y="119364"/>
                  <a:pt x="353522" y="129082"/>
                  <a:pt x="350951" y="139390"/>
                </a:cubicBezTo>
                <a:cubicBezTo>
                  <a:pt x="350195" y="142258"/>
                  <a:pt x="349663" y="145180"/>
                  <a:pt x="349360" y="148130"/>
                </a:cubicBezTo>
                <a:lnTo>
                  <a:pt x="334669" y="148130"/>
                </a:lnTo>
                <a:lnTo>
                  <a:pt x="347223" y="88524"/>
                </a:lnTo>
                <a:lnTo>
                  <a:pt x="304943" y="88524"/>
                </a:lnTo>
                <a:lnTo>
                  <a:pt x="267110" y="148164"/>
                </a:lnTo>
                <a:lnTo>
                  <a:pt x="264339" y="148164"/>
                </a:lnTo>
                <a:lnTo>
                  <a:pt x="264339" y="3759"/>
                </a:lnTo>
                <a:lnTo>
                  <a:pt x="364326" y="3759"/>
                </a:lnTo>
                <a:close/>
                <a:moveTo>
                  <a:pt x="308449" y="148130"/>
                </a:moveTo>
                <a:lnTo>
                  <a:pt x="293398" y="148130"/>
                </a:lnTo>
                <a:lnTo>
                  <a:pt x="316163" y="112315"/>
                </a:lnTo>
                <a:close/>
                <a:moveTo>
                  <a:pt x="247731" y="88388"/>
                </a:moveTo>
                <a:lnTo>
                  <a:pt x="222709" y="88388"/>
                </a:lnTo>
                <a:lnTo>
                  <a:pt x="205606" y="148130"/>
                </a:lnTo>
                <a:lnTo>
                  <a:pt x="179027" y="148130"/>
                </a:lnTo>
                <a:cubicBezTo>
                  <a:pt x="192538" y="143136"/>
                  <a:pt x="200765" y="133592"/>
                  <a:pt x="203314" y="119413"/>
                </a:cubicBezTo>
                <a:cubicBezTo>
                  <a:pt x="205400" y="108399"/>
                  <a:pt x="204408" y="101164"/>
                  <a:pt x="199893" y="95725"/>
                </a:cubicBezTo>
                <a:cubicBezTo>
                  <a:pt x="193154" y="87652"/>
                  <a:pt x="179642" y="88353"/>
                  <a:pt x="167653" y="88353"/>
                </a:cubicBezTo>
                <a:lnTo>
                  <a:pt x="147796" y="88353"/>
                </a:lnTo>
                <a:lnTo>
                  <a:pt x="147796" y="3759"/>
                </a:lnTo>
                <a:lnTo>
                  <a:pt x="247697" y="3759"/>
                </a:lnTo>
                <a:close/>
                <a:moveTo>
                  <a:pt x="231740" y="148130"/>
                </a:moveTo>
                <a:lnTo>
                  <a:pt x="242258" y="110759"/>
                </a:lnTo>
                <a:lnTo>
                  <a:pt x="242635" y="148130"/>
                </a:lnTo>
                <a:close/>
                <a:moveTo>
                  <a:pt x="158981" y="133934"/>
                </a:moveTo>
                <a:lnTo>
                  <a:pt x="158981" y="133934"/>
                </a:lnTo>
                <a:cubicBezTo>
                  <a:pt x="158007" y="133934"/>
                  <a:pt x="157032" y="134054"/>
                  <a:pt x="155920" y="134054"/>
                </a:cubicBezTo>
                <a:cubicBezTo>
                  <a:pt x="154466" y="134054"/>
                  <a:pt x="153320" y="134054"/>
                  <a:pt x="152243" y="134054"/>
                </a:cubicBezTo>
                <a:lnTo>
                  <a:pt x="145846" y="134054"/>
                </a:lnTo>
                <a:lnTo>
                  <a:pt x="148805" y="123125"/>
                </a:lnTo>
                <a:lnTo>
                  <a:pt x="150207" y="117686"/>
                </a:lnTo>
                <a:lnTo>
                  <a:pt x="153628" y="104961"/>
                </a:lnTo>
                <a:cubicBezTo>
                  <a:pt x="155116" y="104961"/>
                  <a:pt x="156570" y="104961"/>
                  <a:pt x="157972" y="104961"/>
                </a:cubicBezTo>
                <a:lnTo>
                  <a:pt x="162915" y="104961"/>
                </a:lnTo>
                <a:cubicBezTo>
                  <a:pt x="171467" y="104961"/>
                  <a:pt x="176718" y="105440"/>
                  <a:pt x="178668" y="108159"/>
                </a:cubicBezTo>
                <a:cubicBezTo>
                  <a:pt x="180156" y="110212"/>
                  <a:pt x="179967" y="113735"/>
                  <a:pt x="178206" y="119105"/>
                </a:cubicBezTo>
                <a:cubicBezTo>
                  <a:pt x="175196" y="128341"/>
                  <a:pt x="171364" y="133045"/>
                  <a:pt x="159084" y="133986"/>
                </a:cubicBezTo>
                <a:moveTo>
                  <a:pt x="131291" y="93741"/>
                </a:moveTo>
                <a:lnTo>
                  <a:pt x="129717" y="98872"/>
                </a:lnTo>
                <a:lnTo>
                  <a:pt x="115419" y="146471"/>
                </a:lnTo>
                <a:lnTo>
                  <a:pt x="114854" y="148181"/>
                </a:lnTo>
                <a:lnTo>
                  <a:pt x="67683" y="148181"/>
                </a:lnTo>
                <a:lnTo>
                  <a:pt x="64006" y="140365"/>
                </a:lnTo>
                <a:lnTo>
                  <a:pt x="114683" y="88524"/>
                </a:lnTo>
                <a:lnTo>
                  <a:pt x="82187" y="88524"/>
                </a:lnTo>
                <a:lnTo>
                  <a:pt x="42507" y="131283"/>
                </a:lnTo>
                <a:lnTo>
                  <a:pt x="55351" y="88524"/>
                </a:lnTo>
                <a:lnTo>
                  <a:pt x="31270" y="88524"/>
                </a:lnTo>
                <a:lnTo>
                  <a:pt x="31270" y="3759"/>
                </a:lnTo>
                <a:lnTo>
                  <a:pt x="131188" y="3759"/>
                </a:lnTo>
                <a:close/>
                <a:moveTo>
                  <a:pt x="377119" y="-89"/>
                </a:moveTo>
                <a:lnTo>
                  <a:pt x="377119" y="97076"/>
                </a:lnTo>
                <a:cubicBezTo>
                  <a:pt x="373861" y="99667"/>
                  <a:pt x="370856" y="102560"/>
                  <a:pt x="368140" y="105713"/>
                </a:cubicBezTo>
                <a:lnTo>
                  <a:pt x="368140" y="-89"/>
                </a:lnTo>
                <a:lnTo>
                  <a:pt x="260525" y="-89"/>
                </a:lnTo>
                <a:lnTo>
                  <a:pt x="260525" y="88388"/>
                </a:lnTo>
                <a:lnTo>
                  <a:pt x="251614" y="88388"/>
                </a:lnTo>
                <a:lnTo>
                  <a:pt x="251614" y="-89"/>
                </a:lnTo>
                <a:lnTo>
                  <a:pt x="143965" y="-89"/>
                </a:lnTo>
                <a:lnTo>
                  <a:pt x="143965" y="88524"/>
                </a:lnTo>
                <a:lnTo>
                  <a:pt x="135071" y="88524"/>
                </a:lnTo>
                <a:lnTo>
                  <a:pt x="135071" y="-89"/>
                </a:lnTo>
                <a:lnTo>
                  <a:pt x="27456" y="-89"/>
                </a:lnTo>
                <a:lnTo>
                  <a:pt x="27456" y="100907"/>
                </a:lnTo>
                <a:lnTo>
                  <a:pt x="-47" y="192480"/>
                </a:lnTo>
                <a:lnTo>
                  <a:pt x="24120" y="192480"/>
                </a:lnTo>
                <a:lnTo>
                  <a:pt x="36247" y="151927"/>
                </a:lnTo>
                <a:lnTo>
                  <a:pt x="39667" y="151927"/>
                </a:lnTo>
                <a:lnTo>
                  <a:pt x="59696" y="192480"/>
                </a:lnTo>
                <a:lnTo>
                  <a:pt x="89028" y="192480"/>
                </a:lnTo>
                <a:lnTo>
                  <a:pt x="69513" y="151927"/>
                </a:lnTo>
                <a:lnTo>
                  <a:pt x="113623" y="151927"/>
                </a:lnTo>
                <a:lnTo>
                  <a:pt x="101377" y="192480"/>
                </a:lnTo>
                <a:lnTo>
                  <a:pt x="127785" y="192480"/>
                </a:lnTo>
                <a:lnTo>
                  <a:pt x="139860" y="152047"/>
                </a:lnTo>
                <a:lnTo>
                  <a:pt x="145641" y="152047"/>
                </a:lnTo>
                <a:lnTo>
                  <a:pt x="145641" y="151927"/>
                </a:lnTo>
                <a:lnTo>
                  <a:pt x="204408" y="151927"/>
                </a:lnTo>
                <a:lnTo>
                  <a:pt x="192761" y="192360"/>
                </a:lnTo>
                <a:lnTo>
                  <a:pt x="219374" y="192360"/>
                </a:lnTo>
                <a:lnTo>
                  <a:pt x="230662" y="151927"/>
                </a:lnTo>
                <a:lnTo>
                  <a:pt x="242635" y="151927"/>
                </a:lnTo>
                <a:lnTo>
                  <a:pt x="242960" y="192360"/>
                </a:lnTo>
                <a:lnTo>
                  <a:pt x="265280" y="192360"/>
                </a:lnTo>
                <a:lnTo>
                  <a:pt x="290935" y="151927"/>
                </a:lnTo>
                <a:lnTo>
                  <a:pt x="307713" y="151927"/>
                </a:lnTo>
                <a:lnTo>
                  <a:pt x="299059" y="192360"/>
                </a:lnTo>
                <a:lnTo>
                  <a:pt x="325227" y="192360"/>
                </a:lnTo>
                <a:lnTo>
                  <a:pt x="333779" y="151927"/>
                </a:lnTo>
                <a:lnTo>
                  <a:pt x="348933" y="151927"/>
                </a:lnTo>
                <a:cubicBezTo>
                  <a:pt x="348334" y="164464"/>
                  <a:pt x="351533" y="175872"/>
                  <a:pt x="359845" y="183517"/>
                </a:cubicBezTo>
                <a:cubicBezTo>
                  <a:pt x="370004" y="192839"/>
                  <a:pt x="385603" y="194617"/>
                  <a:pt x="397131" y="194617"/>
                </a:cubicBezTo>
                <a:cubicBezTo>
                  <a:pt x="413526" y="194421"/>
                  <a:pt x="429850" y="192418"/>
                  <a:pt x="445807" y="188648"/>
                </a:cubicBezTo>
                <a:lnTo>
                  <a:pt x="454872" y="151927"/>
                </a:lnTo>
                <a:lnTo>
                  <a:pt x="484786" y="151927"/>
                </a:lnTo>
                <a:lnTo>
                  <a:pt x="484786" y="-89"/>
                </a:lnTo>
                <a:close/>
              </a:path>
            </a:pathLst>
          </a:custGeom>
          <a:solidFill>
            <a:schemeClr val="tx2"/>
          </a:solidFill>
          <a:ln w="1683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2327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22" r:id="rId1"/>
  </p:sldLayoutIdLst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43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8288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719138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500" kern="1200">
          <a:solidFill>
            <a:schemeClr val="tx2"/>
          </a:solidFill>
          <a:latin typeface="+mn-lt"/>
          <a:ea typeface="+mn-ea"/>
          <a:cs typeface="+mn-cs"/>
        </a:defRPr>
      </a:lvl6pPr>
      <a:lvl7pPr marL="8969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7pPr>
      <a:lvl8pPr marL="10747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500" kern="1200">
          <a:solidFill>
            <a:schemeClr val="tx2"/>
          </a:solidFill>
          <a:latin typeface="+mn-lt"/>
          <a:ea typeface="+mn-ea"/>
          <a:cs typeface="+mn-cs"/>
        </a:defRPr>
      </a:lvl8pPr>
      <a:lvl9pPr marL="1257300" indent="-182563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702">
          <p15:clr>
            <a:srgbClr val="F26B43"/>
          </p15:clr>
        </p15:guide>
        <p15:guide id="2" pos="627">
          <p15:clr>
            <a:srgbClr val="F26B43"/>
          </p15:clr>
        </p15:guide>
        <p15:guide id="3" pos="7055">
          <p15:clr>
            <a:srgbClr val="F26B43"/>
          </p15:clr>
        </p15:guide>
        <p15:guide id="4" orient="horz" pos="838">
          <p15:clr>
            <a:srgbClr val="F26B43"/>
          </p15:clr>
        </p15:guide>
        <p15:guide id="5" orient="horz" pos="612">
          <p15:clr>
            <a:srgbClr val="F26B43"/>
          </p15:clr>
        </p15:guide>
        <p15:guide id="6" orient="horz" pos="272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8400" y="431800"/>
            <a:ext cx="10195200" cy="533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3201" y="1330126"/>
            <a:ext cx="10194470" cy="45467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Shape 8"/>
          <p:cNvSpPr txBox="1">
            <a:spLocks/>
          </p:cNvSpPr>
          <p:nvPr userDrawn="1"/>
        </p:nvSpPr>
        <p:spPr>
          <a:xfrm>
            <a:off x="10946607" y="6266997"/>
            <a:ext cx="242486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GB" sz="1000" smtClean="0">
                <a:solidFill>
                  <a:schemeClr val="accent2"/>
                </a:solidFill>
                <a:latin typeface="+mn-lt"/>
                <a:ea typeface="Arial"/>
                <a:cs typeface="Arial" panose="020B0604020202020204" pitchFamily="34" charset="0"/>
              </a:rPr>
              <a:pPr algn="r"/>
              <a:t>‹#›</a:t>
            </a:fld>
            <a:endParaRPr lang="en-GB" sz="1000">
              <a:solidFill>
                <a:schemeClr val="accent2"/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8967794" y="6295536"/>
            <a:ext cx="1866200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600" b="0" kern="1200" noProof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rPr>
              <a:t>Document Classification: KPMG Public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024B3B3-3138-44BB-8DDD-6BDCEF24DEDC}"/>
              </a:ext>
            </a:extLst>
          </p:cNvPr>
          <p:cNvCxnSpPr/>
          <p:nvPr userDrawn="1"/>
        </p:nvCxnSpPr>
        <p:spPr>
          <a:xfrm>
            <a:off x="10928548" y="6266997"/>
            <a:ext cx="0" cy="149412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Graphic 8">
            <a:extLst>
              <a:ext uri="{FF2B5EF4-FFF2-40B4-BE49-F238E27FC236}">
                <a16:creationId xmlns:a16="http://schemas.microsoft.com/office/drawing/2014/main" id="{9CAB9EC7-F5E0-4684-A576-ECACF26F9022}"/>
              </a:ext>
            </a:extLst>
          </p:cNvPr>
          <p:cNvSpPr/>
          <p:nvPr userDrawn="1"/>
        </p:nvSpPr>
        <p:spPr>
          <a:xfrm>
            <a:off x="1003200" y="6266996"/>
            <a:ext cx="484832" cy="194706"/>
          </a:xfrm>
          <a:custGeom>
            <a:avLst/>
            <a:gdLst>
              <a:gd name="connsiteX0" fmla="*/ 480938 w 484832"/>
              <a:gd name="connsiteY0" fmla="*/ 148130 h 194706"/>
              <a:gd name="connsiteX1" fmla="*/ 455744 w 484832"/>
              <a:gd name="connsiteY1" fmla="*/ 148130 h 194706"/>
              <a:gd name="connsiteX2" fmla="*/ 459917 w 484832"/>
              <a:gd name="connsiteY2" fmla="*/ 131488 h 194706"/>
              <a:gd name="connsiteX3" fmla="*/ 409445 w 484832"/>
              <a:gd name="connsiteY3" fmla="*/ 131488 h 194706"/>
              <a:gd name="connsiteX4" fmla="*/ 405289 w 484832"/>
              <a:gd name="connsiteY4" fmla="*/ 148130 h 194706"/>
              <a:gd name="connsiteX5" fmla="*/ 380916 w 484832"/>
              <a:gd name="connsiteY5" fmla="*/ 148130 h 194706"/>
              <a:gd name="connsiteX6" fmla="*/ 380916 w 484832"/>
              <a:gd name="connsiteY6" fmla="*/ 144709 h 194706"/>
              <a:gd name="connsiteX7" fmla="*/ 382079 w 484832"/>
              <a:gd name="connsiteY7" fmla="*/ 138775 h 194706"/>
              <a:gd name="connsiteX8" fmla="*/ 418715 w 484832"/>
              <a:gd name="connsiteY8" fmla="*/ 103062 h 194706"/>
              <a:gd name="connsiteX9" fmla="*/ 433698 w 484832"/>
              <a:gd name="connsiteY9" fmla="*/ 117292 h 194706"/>
              <a:gd name="connsiteX10" fmla="*/ 463732 w 484832"/>
              <a:gd name="connsiteY10" fmla="*/ 117292 h 194706"/>
              <a:gd name="connsiteX11" fmla="*/ 461234 w 484832"/>
              <a:gd name="connsiteY11" fmla="*/ 95058 h 194706"/>
              <a:gd name="connsiteX12" fmla="*/ 425214 w 484832"/>
              <a:gd name="connsiteY12" fmla="*/ 82641 h 194706"/>
              <a:gd name="connsiteX13" fmla="*/ 380916 w 484832"/>
              <a:gd name="connsiteY13" fmla="*/ 94357 h 194706"/>
              <a:gd name="connsiteX14" fmla="*/ 380916 w 484832"/>
              <a:gd name="connsiteY14" fmla="*/ 3708 h 194706"/>
              <a:gd name="connsiteX15" fmla="*/ 480938 w 484832"/>
              <a:gd name="connsiteY15" fmla="*/ 3708 h 194706"/>
              <a:gd name="connsiteX16" fmla="*/ 421914 w 484832"/>
              <a:gd name="connsiteY16" fmla="*/ 172537 h 194706"/>
              <a:gd name="connsiteX17" fmla="*/ 405101 w 484832"/>
              <a:gd name="connsiteY17" fmla="*/ 174247 h 194706"/>
              <a:gd name="connsiteX18" fmla="*/ 380438 w 484832"/>
              <a:gd name="connsiteY18" fmla="*/ 151910 h 194706"/>
              <a:gd name="connsiteX19" fmla="*/ 427027 w 484832"/>
              <a:gd name="connsiteY19" fmla="*/ 151910 h 194706"/>
              <a:gd name="connsiteX20" fmla="*/ 364275 w 484832"/>
              <a:gd name="connsiteY20" fmla="*/ 90064 h 194706"/>
              <a:gd name="connsiteX21" fmla="*/ 364275 w 484832"/>
              <a:gd name="connsiteY21" fmla="*/ 110759 h 194706"/>
              <a:gd name="connsiteX22" fmla="*/ 350951 w 484832"/>
              <a:gd name="connsiteY22" fmla="*/ 139390 h 194706"/>
              <a:gd name="connsiteX23" fmla="*/ 349360 w 484832"/>
              <a:gd name="connsiteY23" fmla="*/ 148130 h 194706"/>
              <a:gd name="connsiteX24" fmla="*/ 334669 w 484832"/>
              <a:gd name="connsiteY24" fmla="*/ 148130 h 194706"/>
              <a:gd name="connsiteX25" fmla="*/ 347223 w 484832"/>
              <a:gd name="connsiteY25" fmla="*/ 88524 h 194706"/>
              <a:gd name="connsiteX26" fmla="*/ 304943 w 484832"/>
              <a:gd name="connsiteY26" fmla="*/ 88524 h 194706"/>
              <a:gd name="connsiteX27" fmla="*/ 267110 w 484832"/>
              <a:gd name="connsiteY27" fmla="*/ 148164 h 194706"/>
              <a:gd name="connsiteX28" fmla="*/ 264339 w 484832"/>
              <a:gd name="connsiteY28" fmla="*/ 148164 h 194706"/>
              <a:gd name="connsiteX29" fmla="*/ 264339 w 484832"/>
              <a:gd name="connsiteY29" fmla="*/ 3759 h 194706"/>
              <a:gd name="connsiteX30" fmla="*/ 364326 w 484832"/>
              <a:gd name="connsiteY30" fmla="*/ 3759 h 194706"/>
              <a:gd name="connsiteX31" fmla="*/ 308449 w 484832"/>
              <a:gd name="connsiteY31" fmla="*/ 148130 h 194706"/>
              <a:gd name="connsiteX32" fmla="*/ 293398 w 484832"/>
              <a:gd name="connsiteY32" fmla="*/ 148130 h 194706"/>
              <a:gd name="connsiteX33" fmla="*/ 316163 w 484832"/>
              <a:gd name="connsiteY33" fmla="*/ 112315 h 194706"/>
              <a:gd name="connsiteX34" fmla="*/ 247731 w 484832"/>
              <a:gd name="connsiteY34" fmla="*/ 88388 h 194706"/>
              <a:gd name="connsiteX35" fmla="*/ 222709 w 484832"/>
              <a:gd name="connsiteY35" fmla="*/ 88388 h 194706"/>
              <a:gd name="connsiteX36" fmla="*/ 205606 w 484832"/>
              <a:gd name="connsiteY36" fmla="*/ 148130 h 194706"/>
              <a:gd name="connsiteX37" fmla="*/ 179027 w 484832"/>
              <a:gd name="connsiteY37" fmla="*/ 148130 h 194706"/>
              <a:gd name="connsiteX38" fmla="*/ 203314 w 484832"/>
              <a:gd name="connsiteY38" fmla="*/ 119413 h 194706"/>
              <a:gd name="connsiteX39" fmla="*/ 199893 w 484832"/>
              <a:gd name="connsiteY39" fmla="*/ 95725 h 194706"/>
              <a:gd name="connsiteX40" fmla="*/ 167653 w 484832"/>
              <a:gd name="connsiteY40" fmla="*/ 88353 h 194706"/>
              <a:gd name="connsiteX41" fmla="*/ 147796 w 484832"/>
              <a:gd name="connsiteY41" fmla="*/ 88353 h 194706"/>
              <a:gd name="connsiteX42" fmla="*/ 147796 w 484832"/>
              <a:gd name="connsiteY42" fmla="*/ 3759 h 194706"/>
              <a:gd name="connsiteX43" fmla="*/ 247697 w 484832"/>
              <a:gd name="connsiteY43" fmla="*/ 3759 h 194706"/>
              <a:gd name="connsiteX44" fmla="*/ 231740 w 484832"/>
              <a:gd name="connsiteY44" fmla="*/ 148130 h 194706"/>
              <a:gd name="connsiteX45" fmla="*/ 242258 w 484832"/>
              <a:gd name="connsiteY45" fmla="*/ 110759 h 194706"/>
              <a:gd name="connsiteX46" fmla="*/ 242635 w 484832"/>
              <a:gd name="connsiteY46" fmla="*/ 148130 h 194706"/>
              <a:gd name="connsiteX47" fmla="*/ 158981 w 484832"/>
              <a:gd name="connsiteY47" fmla="*/ 133934 h 194706"/>
              <a:gd name="connsiteX48" fmla="*/ 158981 w 484832"/>
              <a:gd name="connsiteY48" fmla="*/ 133934 h 194706"/>
              <a:gd name="connsiteX49" fmla="*/ 155920 w 484832"/>
              <a:gd name="connsiteY49" fmla="*/ 134054 h 194706"/>
              <a:gd name="connsiteX50" fmla="*/ 152243 w 484832"/>
              <a:gd name="connsiteY50" fmla="*/ 134054 h 194706"/>
              <a:gd name="connsiteX51" fmla="*/ 145846 w 484832"/>
              <a:gd name="connsiteY51" fmla="*/ 134054 h 194706"/>
              <a:gd name="connsiteX52" fmla="*/ 148805 w 484832"/>
              <a:gd name="connsiteY52" fmla="*/ 123125 h 194706"/>
              <a:gd name="connsiteX53" fmla="*/ 150207 w 484832"/>
              <a:gd name="connsiteY53" fmla="*/ 117686 h 194706"/>
              <a:gd name="connsiteX54" fmla="*/ 153628 w 484832"/>
              <a:gd name="connsiteY54" fmla="*/ 104961 h 194706"/>
              <a:gd name="connsiteX55" fmla="*/ 157972 w 484832"/>
              <a:gd name="connsiteY55" fmla="*/ 104961 h 194706"/>
              <a:gd name="connsiteX56" fmla="*/ 162915 w 484832"/>
              <a:gd name="connsiteY56" fmla="*/ 104961 h 194706"/>
              <a:gd name="connsiteX57" fmla="*/ 178668 w 484832"/>
              <a:gd name="connsiteY57" fmla="*/ 108159 h 194706"/>
              <a:gd name="connsiteX58" fmla="*/ 178206 w 484832"/>
              <a:gd name="connsiteY58" fmla="*/ 119105 h 194706"/>
              <a:gd name="connsiteX59" fmla="*/ 159084 w 484832"/>
              <a:gd name="connsiteY59" fmla="*/ 133986 h 194706"/>
              <a:gd name="connsiteX60" fmla="*/ 131291 w 484832"/>
              <a:gd name="connsiteY60" fmla="*/ 93741 h 194706"/>
              <a:gd name="connsiteX61" fmla="*/ 129717 w 484832"/>
              <a:gd name="connsiteY61" fmla="*/ 98872 h 194706"/>
              <a:gd name="connsiteX62" fmla="*/ 115419 w 484832"/>
              <a:gd name="connsiteY62" fmla="*/ 146471 h 194706"/>
              <a:gd name="connsiteX63" fmla="*/ 114854 w 484832"/>
              <a:gd name="connsiteY63" fmla="*/ 148181 h 194706"/>
              <a:gd name="connsiteX64" fmla="*/ 67683 w 484832"/>
              <a:gd name="connsiteY64" fmla="*/ 148181 h 194706"/>
              <a:gd name="connsiteX65" fmla="*/ 64006 w 484832"/>
              <a:gd name="connsiteY65" fmla="*/ 140365 h 194706"/>
              <a:gd name="connsiteX66" fmla="*/ 114683 w 484832"/>
              <a:gd name="connsiteY66" fmla="*/ 88524 h 194706"/>
              <a:gd name="connsiteX67" fmla="*/ 82187 w 484832"/>
              <a:gd name="connsiteY67" fmla="*/ 88524 h 194706"/>
              <a:gd name="connsiteX68" fmla="*/ 42507 w 484832"/>
              <a:gd name="connsiteY68" fmla="*/ 131283 h 194706"/>
              <a:gd name="connsiteX69" fmla="*/ 55351 w 484832"/>
              <a:gd name="connsiteY69" fmla="*/ 88524 h 194706"/>
              <a:gd name="connsiteX70" fmla="*/ 31270 w 484832"/>
              <a:gd name="connsiteY70" fmla="*/ 88524 h 194706"/>
              <a:gd name="connsiteX71" fmla="*/ 31270 w 484832"/>
              <a:gd name="connsiteY71" fmla="*/ 3759 h 194706"/>
              <a:gd name="connsiteX72" fmla="*/ 131188 w 484832"/>
              <a:gd name="connsiteY72" fmla="*/ 3759 h 194706"/>
              <a:gd name="connsiteX73" fmla="*/ 377119 w 484832"/>
              <a:gd name="connsiteY73" fmla="*/ -89 h 194706"/>
              <a:gd name="connsiteX74" fmla="*/ 377119 w 484832"/>
              <a:gd name="connsiteY74" fmla="*/ 97076 h 194706"/>
              <a:gd name="connsiteX75" fmla="*/ 368140 w 484832"/>
              <a:gd name="connsiteY75" fmla="*/ 105713 h 194706"/>
              <a:gd name="connsiteX76" fmla="*/ 368140 w 484832"/>
              <a:gd name="connsiteY76" fmla="*/ -89 h 194706"/>
              <a:gd name="connsiteX77" fmla="*/ 260525 w 484832"/>
              <a:gd name="connsiteY77" fmla="*/ -89 h 194706"/>
              <a:gd name="connsiteX78" fmla="*/ 260525 w 484832"/>
              <a:gd name="connsiteY78" fmla="*/ 88388 h 194706"/>
              <a:gd name="connsiteX79" fmla="*/ 251614 w 484832"/>
              <a:gd name="connsiteY79" fmla="*/ 88388 h 194706"/>
              <a:gd name="connsiteX80" fmla="*/ 251614 w 484832"/>
              <a:gd name="connsiteY80" fmla="*/ -89 h 194706"/>
              <a:gd name="connsiteX81" fmla="*/ 143965 w 484832"/>
              <a:gd name="connsiteY81" fmla="*/ -89 h 194706"/>
              <a:gd name="connsiteX82" fmla="*/ 143965 w 484832"/>
              <a:gd name="connsiteY82" fmla="*/ 88524 h 194706"/>
              <a:gd name="connsiteX83" fmla="*/ 135071 w 484832"/>
              <a:gd name="connsiteY83" fmla="*/ 88524 h 194706"/>
              <a:gd name="connsiteX84" fmla="*/ 135071 w 484832"/>
              <a:gd name="connsiteY84" fmla="*/ -89 h 194706"/>
              <a:gd name="connsiteX85" fmla="*/ 27456 w 484832"/>
              <a:gd name="connsiteY85" fmla="*/ -89 h 194706"/>
              <a:gd name="connsiteX86" fmla="*/ 27456 w 484832"/>
              <a:gd name="connsiteY86" fmla="*/ 100907 h 194706"/>
              <a:gd name="connsiteX87" fmla="*/ -47 w 484832"/>
              <a:gd name="connsiteY87" fmla="*/ 192480 h 194706"/>
              <a:gd name="connsiteX88" fmla="*/ 24120 w 484832"/>
              <a:gd name="connsiteY88" fmla="*/ 192480 h 194706"/>
              <a:gd name="connsiteX89" fmla="*/ 36247 w 484832"/>
              <a:gd name="connsiteY89" fmla="*/ 151927 h 194706"/>
              <a:gd name="connsiteX90" fmla="*/ 39667 w 484832"/>
              <a:gd name="connsiteY90" fmla="*/ 151927 h 194706"/>
              <a:gd name="connsiteX91" fmla="*/ 59696 w 484832"/>
              <a:gd name="connsiteY91" fmla="*/ 192480 h 194706"/>
              <a:gd name="connsiteX92" fmla="*/ 89028 w 484832"/>
              <a:gd name="connsiteY92" fmla="*/ 192480 h 194706"/>
              <a:gd name="connsiteX93" fmla="*/ 69513 w 484832"/>
              <a:gd name="connsiteY93" fmla="*/ 151927 h 194706"/>
              <a:gd name="connsiteX94" fmla="*/ 113623 w 484832"/>
              <a:gd name="connsiteY94" fmla="*/ 151927 h 194706"/>
              <a:gd name="connsiteX95" fmla="*/ 101377 w 484832"/>
              <a:gd name="connsiteY95" fmla="*/ 192480 h 194706"/>
              <a:gd name="connsiteX96" fmla="*/ 127785 w 484832"/>
              <a:gd name="connsiteY96" fmla="*/ 192480 h 194706"/>
              <a:gd name="connsiteX97" fmla="*/ 139860 w 484832"/>
              <a:gd name="connsiteY97" fmla="*/ 152047 h 194706"/>
              <a:gd name="connsiteX98" fmla="*/ 145641 w 484832"/>
              <a:gd name="connsiteY98" fmla="*/ 152047 h 194706"/>
              <a:gd name="connsiteX99" fmla="*/ 145641 w 484832"/>
              <a:gd name="connsiteY99" fmla="*/ 151927 h 194706"/>
              <a:gd name="connsiteX100" fmla="*/ 204408 w 484832"/>
              <a:gd name="connsiteY100" fmla="*/ 151927 h 194706"/>
              <a:gd name="connsiteX101" fmla="*/ 192761 w 484832"/>
              <a:gd name="connsiteY101" fmla="*/ 192360 h 194706"/>
              <a:gd name="connsiteX102" fmla="*/ 219374 w 484832"/>
              <a:gd name="connsiteY102" fmla="*/ 192360 h 194706"/>
              <a:gd name="connsiteX103" fmla="*/ 230662 w 484832"/>
              <a:gd name="connsiteY103" fmla="*/ 151927 h 194706"/>
              <a:gd name="connsiteX104" fmla="*/ 242635 w 484832"/>
              <a:gd name="connsiteY104" fmla="*/ 151927 h 194706"/>
              <a:gd name="connsiteX105" fmla="*/ 242960 w 484832"/>
              <a:gd name="connsiteY105" fmla="*/ 192360 h 194706"/>
              <a:gd name="connsiteX106" fmla="*/ 265280 w 484832"/>
              <a:gd name="connsiteY106" fmla="*/ 192360 h 194706"/>
              <a:gd name="connsiteX107" fmla="*/ 290935 w 484832"/>
              <a:gd name="connsiteY107" fmla="*/ 151927 h 194706"/>
              <a:gd name="connsiteX108" fmla="*/ 307713 w 484832"/>
              <a:gd name="connsiteY108" fmla="*/ 151927 h 194706"/>
              <a:gd name="connsiteX109" fmla="*/ 299059 w 484832"/>
              <a:gd name="connsiteY109" fmla="*/ 192360 h 194706"/>
              <a:gd name="connsiteX110" fmla="*/ 325227 w 484832"/>
              <a:gd name="connsiteY110" fmla="*/ 192360 h 194706"/>
              <a:gd name="connsiteX111" fmla="*/ 333779 w 484832"/>
              <a:gd name="connsiteY111" fmla="*/ 151927 h 194706"/>
              <a:gd name="connsiteX112" fmla="*/ 348933 w 484832"/>
              <a:gd name="connsiteY112" fmla="*/ 151927 h 194706"/>
              <a:gd name="connsiteX113" fmla="*/ 359845 w 484832"/>
              <a:gd name="connsiteY113" fmla="*/ 183517 h 194706"/>
              <a:gd name="connsiteX114" fmla="*/ 397131 w 484832"/>
              <a:gd name="connsiteY114" fmla="*/ 194617 h 194706"/>
              <a:gd name="connsiteX115" fmla="*/ 445807 w 484832"/>
              <a:gd name="connsiteY115" fmla="*/ 188648 h 194706"/>
              <a:gd name="connsiteX116" fmla="*/ 454872 w 484832"/>
              <a:gd name="connsiteY116" fmla="*/ 151927 h 194706"/>
              <a:gd name="connsiteX117" fmla="*/ 484786 w 484832"/>
              <a:gd name="connsiteY117" fmla="*/ 151927 h 194706"/>
              <a:gd name="connsiteX118" fmla="*/ 484786 w 484832"/>
              <a:gd name="connsiteY118" fmla="*/ -89 h 194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484832" h="194706">
                <a:moveTo>
                  <a:pt x="480938" y="148130"/>
                </a:moveTo>
                <a:lnTo>
                  <a:pt x="455744" y="148130"/>
                </a:lnTo>
                <a:lnTo>
                  <a:pt x="459917" y="131488"/>
                </a:lnTo>
                <a:lnTo>
                  <a:pt x="409445" y="131488"/>
                </a:lnTo>
                <a:lnTo>
                  <a:pt x="405289" y="148130"/>
                </a:lnTo>
                <a:lnTo>
                  <a:pt x="380916" y="148130"/>
                </a:lnTo>
                <a:lnTo>
                  <a:pt x="380916" y="144709"/>
                </a:lnTo>
                <a:cubicBezTo>
                  <a:pt x="381293" y="142845"/>
                  <a:pt x="381618" y="140878"/>
                  <a:pt x="382079" y="138775"/>
                </a:cubicBezTo>
                <a:cubicBezTo>
                  <a:pt x="386526" y="120816"/>
                  <a:pt x="398311" y="103062"/>
                  <a:pt x="418715" y="103062"/>
                </a:cubicBezTo>
                <a:cubicBezTo>
                  <a:pt x="426771" y="103062"/>
                  <a:pt x="434792" y="106141"/>
                  <a:pt x="433698" y="117292"/>
                </a:cubicBezTo>
                <a:lnTo>
                  <a:pt x="463732" y="117292"/>
                </a:lnTo>
                <a:cubicBezTo>
                  <a:pt x="464912" y="112161"/>
                  <a:pt x="466896" y="103216"/>
                  <a:pt x="461234" y="95058"/>
                </a:cubicBezTo>
                <a:cubicBezTo>
                  <a:pt x="454821" y="86198"/>
                  <a:pt x="441942" y="82641"/>
                  <a:pt x="425214" y="82641"/>
                </a:cubicBezTo>
                <a:cubicBezTo>
                  <a:pt x="413328" y="82641"/>
                  <a:pt x="395933" y="84539"/>
                  <a:pt x="380916" y="94357"/>
                </a:cubicBezTo>
                <a:lnTo>
                  <a:pt x="380916" y="3708"/>
                </a:lnTo>
                <a:lnTo>
                  <a:pt x="480938" y="3708"/>
                </a:lnTo>
                <a:close/>
                <a:moveTo>
                  <a:pt x="421914" y="172537"/>
                </a:moveTo>
                <a:cubicBezTo>
                  <a:pt x="416372" y="173606"/>
                  <a:pt x="410745" y="174179"/>
                  <a:pt x="405101" y="174247"/>
                </a:cubicBezTo>
                <a:cubicBezTo>
                  <a:pt x="390683" y="174247"/>
                  <a:pt x="380643" y="167543"/>
                  <a:pt x="380438" y="151910"/>
                </a:cubicBezTo>
                <a:lnTo>
                  <a:pt x="427027" y="151910"/>
                </a:lnTo>
                <a:close/>
                <a:moveTo>
                  <a:pt x="364275" y="90064"/>
                </a:moveTo>
                <a:lnTo>
                  <a:pt x="364275" y="110759"/>
                </a:lnTo>
                <a:cubicBezTo>
                  <a:pt x="358044" y="119364"/>
                  <a:pt x="353522" y="129082"/>
                  <a:pt x="350951" y="139390"/>
                </a:cubicBezTo>
                <a:cubicBezTo>
                  <a:pt x="350195" y="142258"/>
                  <a:pt x="349663" y="145180"/>
                  <a:pt x="349360" y="148130"/>
                </a:cubicBezTo>
                <a:lnTo>
                  <a:pt x="334669" y="148130"/>
                </a:lnTo>
                <a:lnTo>
                  <a:pt x="347223" y="88524"/>
                </a:lnTo>
                <a:lnTo>
                  <a:pt x="304943" y="88524"/>
                </a:lnTo>
                <a:lnTo>
                  <a:pt x="267110" y="148164"/>
                </a:lnTo>
                <a:lnTo>
                  <a:pt x="264339" y="148164"/>
                </a:lnTo>
                <a:lnTo>
                  <a:pt x="264339" y="3759"/>
                </a:lnTo>
                <a:lnTo>
                  <a:pt x="364326" y="3759"/>
                </a:lnTo>
                <a:close/>
                <a:moveTo>
                  <a:pt x="308449" y="148130"/>
                </a:moveTo>
                <a:lnTo>
                  <a:pt x="293398" y="148130"/>
                </a:lnTo>
                <a:lnTo>
                  <a:pt x="316163" y="112315"/>
                </a:lnTo>
                <a:close/>
                <a:moveTo>
                  <a:pt x="247731" y="88388"/>
                </a:moveTo>
                <a:lnTo>
                  <a:pt x="222709" y="88388"/>
                </a:lnTo>
                <a:lnTo>
                  <a:pt x="205606" y="148130"/>
                </a:lnTo>
                <a:lnTo>
                  <a:pt x="179027" y="148130"/>
                </a:lnTo>
                <a:cubicBezTo>
                  <a:pt x="192538" y="143136"/>
                  <a:pt x="200765" y="133592"/>
                  <a:pt x="203314" y="119413"/>
                </a:cubicBezTo>
                <a:cubicBezTo>
                  <a:pt x="205400" y="108399"/>
                  <a:pt x="204408" y="101164"/>
                  <a:pt x="199893" y="95725"/>
                </a:cubicBezTo>
                <a:cubicBezTo>
                  <a:pt x="193154" y="87652"/>
                  <a:pt x="179642" y="88353"/>
                  <a:pt x="167653" y="88353"/>
                </a:cubicBezTo>
                <a:lnTo>
                  <a:pt x="147796" y="88353"/>
                </a:lnTo>
                <a:lnTo>
                  <a:pt x="147796" y="3759"/>
                </a:lnTo>
                <a:lnTo>
                  <a:pt x="247697" y="3759"/>
                </a:lnTo>
                <a:close/>
                <a:moveTo>
                  <a:pt x="231740" y="148130"/>
                </a:moveTo>
                <a:lnTo>
                  <a:pt x="242258" y="110759"/>
                </a:lnTo>
                <a:lnTo>
                  <a:pt x="242635" y="148130"/>
                </a:lnTo>
                <a:close/>
                <a:moveTo>
                  <a:pt x="158981" y="133934"/>
                </a:moveTo>
                <a:lnTo>
                  <a:pt x="158981" y="133934"/>
                </a:lnTo>
                <a:cubicBezTo>
                  <a:pt x="158007" y="133934"/>
                  <a:pt x="157032" y="134054"/>
                  <a:pt x="155920" y="134054"/>
                </a:cubicBezTo>
                <a:cubicBezTo>
                  <a:pt x="154466" y="134054"/>
                  <a:pt x="153320" y="134054"/>
                  <a:pt x="152243" y="134054"/>
                </a:cubicBezTo>
                <a:lnTo>
                  <a:pt x="145846" y="134054"/>
                </a:lnTo>
                <a:lnTo>
                  <a:pt x="148805" y="123125"/>
                </a:lnTo>
                <a:lnTo>
                  <a:pt x="150207" y="117686"/>
                </a:lnTo>
                <a:lnTo>
                  <a:pt x="153628" y="104961"/>
                </a:lnTo>
                <a:cubicBezTo>
                  <a:pt x="155116" y="104961"/>
                  <a:pt x="156570" y="104961"/>
                  <a:pt x="157972" y="104961"/>
                </a:cubicBezTo>
                <a:lnTo>
                  <a:pt x="162915" y="104961"/>
                </a:lnTo>
                <a:cubicBezTo>
                  <a:pt x="171467" y="104961"/>
                  <a:pt x="176718" y="105440"/>
                  <a:pt x="178668" y="108159"/>
                </a:cubicBezTo>
                <a:cubicBezTo>
                  <a:pt x="180156" y="110212"/>
                  <a:pt x="179967" y="113735"/>
                  <a:pt x="178206" y="119105"/>
                </a:cubicBezTo>
                <a:cubicBezTo>
                  <a:pt x="175196" y="128341"/>
                  <a:pt x="171364" y="133045"/>
                  <a:pt x="159084" y="133986"/>
                </a:cubicBezTo>
                <a:moveTo>
                  <a:pt x="131291" y="93741"/>
                </a:moveTo>
                <a:lnTo>
                  <a:pt x="129717" y="98872"/>
                </a:lnTo>
                <a:lnTo>
                  <a:pt x="115419" y="146471"/>
                </a:lnTo>
                <a:lnTo>
                  <a:pt x="114854" y="148181"/>
                </a:lnTo>
                <a:lnTo>
                  <a:pt x="67683" y="148181"/>
                </a:lnTo>
                <a:lnTo>
                  <a:pt x="64006" y="140365"/>
                </a:lnTo>
                <a:lnTo>
                  <a:pt x="114683" y="88524"/>
                </a:lnTo>
                <a:lnTo>
                  <a:pt x="82187" y="88524"/>
                </a:lnTo>
                <a:lnTo>
                  <a:pt x="42507" y="131283"/>
                </a:lnTo>
                <a:lnTo>
                  <a:pt x="55351" y="88524"/>
                </a:lnTo>
                <a:lnTo>
                  <a:pt x="31270" y="88524"/>
                </a:lnTo>
                <a:lnTo>
                  <a:pt x="31270" y="3759"/>
                </a:lnTo>
                <a:lnTo>
                  <a:pt x="131188" y="3759"/>
                </a:lnTo>
                <a:close/>
                <a:moveTo>
                  <a:pt x="377119" y="-89"/>
                </a:moveTo>
                <a:lnTo>
                  <a:pt x="377119" y="97076"/>
                </a:lnTo>
                <a:cubicBezTo>
                  <a:pt x="373861" y="99667"/>
                  <a:pt x="370856" y="102560"/>
                  <a:pt x="368140" y="105713"/>
                </a:cubicBezTo>
                <a:lnTo>
                  <a:pt x="368140" y="-89"/>
                </a:lnTo>
                <a:lnTo>
                  <a:pt x="260525" y="-89"/>
                </a:lnTo>
                <a:lnTo>
                  <a:pt x="260525" y="88388"/>
                </a:lnTo>
                <a:lnTo>
                  <a:pt x="251614" y="88388"/>
                </a:lnTo>
                <a:lnTo>
                  <a:pt x="251614" y="-89"/>
                </a:lnTo>
                <a:lnTo>
                  <a:pt x="143965" y="-89"/>
                </a:lnTo>
                <a:lnTo>
                  <a:pt x="143965" y="88524"/>
                </a:lnTo>
                <a:lnTo>
                  <a:pt x="135071" y="88524"/>
                </a:lnTo>
                <a:lnTo>
                  <a:pt x="135071" y="-89"/>
                </a:lnTo>
                <a:lnTo>
                  <a:pt x="27456" y="-89"/>
                </a:lnTo>
                <a:lnTo>
                  <a:pt x="27456" y="100907"/>
                </a:lnTo>
                <a:lnTo>
                  <a:pt x="-47" y="192480"/>
                </a:lnTo>
                <a:lnTo>
                  <a:pt x="24120" y="192480"/>
                </a:lnTo>
                <a:lnTo>
                  <a:pt x="36247" y="151927"/>
                </a:lnTo>
                <a:lnTo>
                  <a:pt x="39667" y="151927"/>
                </a:lnTo>
                <a:lnTo>
                  <a:pt x="59696" y="192480"/>
                </a:lnTo>
                <a:lnTo>
                  <a:pt x="89028" y="192480"/>
                </a:lnTo>
                <a:lnTo>
                  <a:pt x="69513" y="151927"/>
                </a:lnTo>
                <a:lnTo>
                  <a:pt x="113623" y="151927"/>
                </a:lnTo>
                <a:lnTo>
                  <a:pt x="101377" y="192480"/>
                </a:lnTo>
                <a:lnTo>
                  <a:pt x="127785" y="192480"/>
                </a:lnTo>
                <a:lnTo>
                  <a:pt x="139860" y="152047"/>
                </a:lnTo>
                <a:lnTo>
                  <a:pt x="145641" y="152047"/>
                </a:lnTo>
                <a:lnTo>
                  <a:pt x="145641" y="151927"/>
                </a:lnTo>
                <a:lnTo>
                  <a:pt x="204408" y="151927"/>
                </a:lnTo>
                <a:lnTo>
                  <a:pt x="192761" y="192360"/>
                </a:lnTo>
                <a:lnTo>
                  <a:pt x="219374" y="192360"/>
                </a:lnTo>
                <a:lnTo>
                  <a:pt x="230662" y="151927"/>
                </a:lnTo>
                <a:lnTo>
                  <a:pt x="242635" y="151927"/>
                </a:lnTo>
                <a:lnTo>
                  <a:pt x="242960" y="192360"/>
                </a:lnTo>
                <a:lnTo>
                  <a:pt x="265280" y="192360"/>
                </a:lnTo>
                <a:lnTo>
                  <a:pt x="290935" y="151927"/>
                </a:lnTo>
                <a:lnTo>
                  <a:pt x="307713" y="151927"/>
                </a:lnTo>
                <a:lnTo>
                  <a:pt x="299059" y="192360"/>
                </a:lnTo>
                <a:lnTo>
                  <a:pt x="325227" y="192360"/>
                </a:lnTo>
                <a:lnTo>
                  <a:pt x="333779" y="151927"/>
                </a:lnTo>
                <a:lnTo>
                  <a:pt x="348933" y="151927"/>
                </a:lnTo>
                <a:cubicBezTo>
                  <a:pt x="348334" y="164464"/>
                  <a:pt x="351533" y="175872"/>
                  <a:pt x="359845" y="183517"/>
                </a:cubicBezTo>
                <a:cubicBezTo>
                  <a:pt x="370004" y="192839"/>
                  <a:pt x="385603" y="194617"/>
                  <a:pt x="397131" y="194617"/>
                </a:cubicBezTo>
                <a:cubicBezTo>
                  <a:pt x="413526" y="194421"/>
                  <a:pt x="429850" y="192418"/>
                  <a:pt x="445807" y="188648"/>
                </a:cubicBezTo>
                <a:lnTo>
                  <a:pt x="454872" y="151927"/>
                </a:lnTo>
                <a:lnTo>
                  <a:pt x="484786" y="151927"/>
                </a:lnTo>
                <a:lnTo>
                  <a:pt x="484786" y="-89"/>
                </a:lnTo>
                <a:close/>
              </a:path>
            </a:pathLst>
          </a:custGeom>
          <a:solidFill>
            <a:schemeClr val="tx2"/>
          </a:solidFill>
          <a:ln w="1683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491FE4-7AF7-4B36-A50E-508A036DE0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901587" y="6266996"/>
            <a:ext cx="560444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kern="1200" noProof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rPr>
              <a:t>© 2025 KPMG LLP, a Delaware limited liability partnership and a member firm of the KPMG global organization of independent member firms affiliated with KPMG International Limited, a private English company limited by guarantee.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36567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89" r:id="rId1"/>
  </p:sldLayoutIdLst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44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sz="1500" b="1" kern="1200">
          <a:solidFill>
            <a:schemeClr val="accent2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sz="15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180975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•"/>
        <a:defRPr sz="1500" kern="1200">
          <a:solidFill>
            <a:schemeClr val="accent2"/>
          </a:solidFill>
          <a:latin typeface="+mn-lt"/>
          <a:ea typeface="+mn-ea"/>
          <a:cs typeface="+mn-cs"/>
        </a:defRPr>
      </a:lvl3pPr>
      <a:lvl4pPr marL="361950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-"/>
        <a:defRPr sz="1500" kern="1200">
          <a:solidFill>
            <a:schemeClr val="accent2"/>
          </a:solidFill>
          <a:latin typeface="+mn-lt"/>
          <a:ea typeface="+mn-ea"/>
          <a:cs typeface="+mn-cs"/>
        </a:defRPr>
      </a:lvl4pPr>
      <a:lvl5pPr marL="542925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•"/>
        <a:defRPr sz="1500" kern="1200" baseline="0">
          <a:solidFill>
            <a:schemeClr val="accent2"/>
          </a:solidFill>
          <a:latin typeface="+mn-lt"/>
          <a:ea typeface="+mn-ea"/>
          <a:cs typeface="+mn-cs"/>
        </a:defRPr>
      </a:lvl5pPr>
      <a:lvl6pPr marL="719138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500" kern="1200">
          <a:solidFill>
            <a:schemeClr val="tx2"/>
          </a:solidFill>
          <a:latin typeface="+mn-lt"/>
          <a:ea typeface="+mn-ea"/>
          <a:cs typeface="+mn-cs"/>
        </a:defRPr>
      </a:lvl6pPr>
      <a:lvl7pPr marL="8969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7pPr>
      <a:lvl8pPr marL="10747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500" kern="1200">
          <a:solidFill>
            <a:schemeClr val="tx2"/>
          </a:solidFill>
          <a:latin typeface="+mn-lt"/>
          <a:ea typeface="+mn-ea"/>
          <a:cs typeface="+mn-cs"/>
        </a:defRPr>
      </a:lvl8pPr>
      <a:lvl9pPr marL="1257300" indent="-182563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627">
          <p15:clr>
            <a:srgbClr val="F26B43"/>
          </p15:clr>
        </p15:guide>
        <p15:guide id="3" pos="7055">
          <p15:clr>
            <a:srgbClr val="F26B43"/>
          </p15:clr>
        </p15:guide>
        <p15:guide id="4" orient="horz" pos="838">
          <p15:clr>
            <a:srgbClr val="F26B43"/>
          </p15:clr>
        </p15:guide>
        <p15:guide id="5" orient="horz" pos="612">
          <p15:clr>
            <a:srgbClr val="F26B43"/>
          </p15:clr>
        </p15:guide>
        <p15:guide id="6" orient="horz" pos="272">
          <p15:clr>
            <a:srgbClr val="F26B43"/>
          </p15:clr>
        </p15:guide>
        <p15:guide id="7" orient="horz" pos="3702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2AC1FAB7-6445-5C76-F2AB-17CE8932A0F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32798229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95" imgH="394" progId="TCLayout.ActiveDocument.1">
                  <p:embed/>
                </p:oleObj>
              </mc:Choice>
              <mc:Fallback>
                <p:oleObj name="think-cell Slide" r:id="rId8" imgW="395" imgH="394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2AC1FAB7-6445-5C76-F2AB-17CE8932A0F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5362" y="1330325"/>
            <a:ext cx="10200683" cy="45466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Shape 8"/>
          <p:cNvSpPr txBox="1">
            <a:spLocks/>
          </p:cNvSpPr>
          <p:nvPr userDrawn="1"/>
        </p:nvSpPr>
        <p:spPr>
          <a:xfrm>
            <a:off x="10946607" y="6266997"/>
            <a:ext cx="242486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GB" sz="1000" smtClean="0">
                <a:solidFill>
                  <a:schemeClr val="accent2"/>
                </a:solidFill>
                <a:latin typeface="+mn-lt"/>
                <a:ea typeface="Arial"/>
                <a:cs typeface="Arial" panose="020B0604020202020204" pitchFamily="34" charset="0"/>
              </a:rPr>
              <a:pPr algn="r"/>
              <a:t>‹#›</a:t>
            </a:fld>
            <a:endParaRPr lang="en-GB" sz="1000">
              <a:solidFill>
                <a:schemeClr val="accent2"/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885685" y="6266997"/>
            <a:ext cx="462306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kern="1200" noProof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rPr>
              <a:t>© 2025 KPMG LLP, a Delaware limited liability partnership and a member firm of the KPMG global organization of independent member firms affiliated with KPMG International Limited, a private English company limited by guarantee. All rights reserved.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024B3B3-3138-44BB-8DDD-6BDCEF24DEDC}"/>
              </a:ext>
            </a:extLst>
          </p:cNvPr>
          <p:cNvCxnSpPr/>
          <p:nvPr userDrawn="1"/>
        </p:nvCxnSpPr>
        <p:spPr>
          <a:xfrm>
            <a:off x="10928548" y="6266997"/>
            <a:ext cx="0" cy="149412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Graphic 8">
            <a:extLst>
              <a:ext uri="{FF2B5EF4-FFF2-40B4-BE49-F238E27FC236}">
                <a16:creationId xmlns:a16="http://schemas.microsoft.com/office/drawing/2014/main" id="{9AC77B96-D96C-4FA2-858B-DEE0A3A7B7B6}"/>
              </a:ext>
            </a:extLst>
          </p:cNvPr>
          <p:cNvSpPr/>
          <p:nvPr/>
        </p:nvSpPr>
        <p:spPr>
          <a:xfrm>
            <a:off x="1003200" y="6266996"/>
            <a:ext cx="484832" cy="194706"/>
          </a:xfrm>
          <a:custGeom>
            <a:avLst/>
            <a:gdLst>
              <a:gd name="connsiteX0" fmla="*/ 480938 w 484832"/>
              <a:gd name="connsiteY0" fmla="*/ 148130 h 194706"/>
              <a:gd name="connsiteX1" fmla="*/ 455744 w 484832"/>
              <a:gd name="connsiteY1" fmla="*/ 148130 h 194706"/>
              <a:gd name="connsiteX2" fmla="*/ 459917 w 484832"/>
              <a:gd name="connsiteY2" fmla="*/ 131488 h 194706"/>
              <a:gd name="connsiteX3" fmla="*/ 409445 w 484832"/>
              <a:gd name="connsiteY3" fmla="*/ 131488 h 194706"/>
              <a:gd name="connsiteX4" fmla="*/ 405289 w 484832"/>
              <a:gd name="connsiteY4" fmla="*/ 148130 h 194706"/>
              <a:gd name="connsiteX5" fmla="*/ 380916 w 484832"/>
              <a:gd name="connsiteY5" fmla="*/ 148130 h 194706"/>
              <a:gd name="connsiteX6" fmla="*/ 380916 w 484832"/>
              <a:gd name="connsiteY6" fmla="*/ 144709 h 194706"/>
              <a:gd name="connsiteX7" fmla="*/ 382079 w 484832"/>
              <a:gd name="connsiteY7" fmla="*/ 138775 h 194706"/>
              <a:gd name="connsiteX8" fmla="*/ 418715 w 484832"/>
              <a:gd name="connsiteY8" fmla="*/ 103062 h 194706"/>
              <a:gd name="connsiteX9" fmla="*/ 433698 w 484832"/>
              <a:gd name="connsiteY9" fmla="*/ 117292 h 194706"/>
              <a:gd name="connsiteX10" fmla="*/ 463732 w 484832"/>
              <a:gd name="connsiteY10" fmla="*/ 117292 h 194706"/>
              <a:gd name="connsiteX11" fmla="*/ 461234 w 484832"/>
              <a:gd name="connsiteY11" fmla="*/ 95058 h 194706"/>
              <a:gd name="connsiteX12" fmla="*/ 425214 w 484832"/>
              <a:gd name="connsiteY12" fmla="*/ 82641 h 194706"/>
              <a:gd name="connsiteX13" fmla="*/ 380916 w 484832"/>
              <a:gd name="connsiteY13" fmla="*/ 94357 h 194706"/>
              <a:gd name="connsiteX14" fmla="*/ 380916 w 484832"/>
              <a:gd name="connsiteY14" fmla="*/ 3708 h 194706"/>
              <a:gd name="connsiteX15" fmla="*/ 480938 w 484832"/>
              <a:gd name="connsiteY15" fmla="*/ 3708 h 194706"/>
              <a:gd name="connsiteX16" fmla="*/ 421914 w 484832"/>
              <a:gd name="connsiteY16" fmla="*/ 172537 h 194706"/>
              <a:gd name="connsiteX17" fmla="*/ 405101 w 484832"/>
              <a:gd name="connsiteY17" fmla="*/ 174247 h 194706"/>
              <a:gd name="connsiteX18" fmla="*/ 380438 w 484832"/>
              <a:gd name="connsiteY18" fmla="*/ 151910 h 194706"/>
              <a:gd name="connsiteX19" fmla="*/ 427027 w 484832"/>
              <a:gd name="connsiteY19" fmla="*/ 151910 h 194706"/>
              <a:gd name="connsiteX20" fmla="*/ 364275 w 484832"/>
              <a:gd name="connsiteY20" fmla="*/ 90064 h 194706"/>
              <a:gd name="connsiteX21" fmla="*/ 364275 w 484832"/>
              <a:gd name="connsiteY21" fmla="*/ 110759 h 194706"/>
              <a:gd name="connsiteX22" fmla="*/ 350951 w 484832"/>
              <a:gd name="connsiteY22" fmla="*/ 139390 h 194706"/>
              <a:gd name="connsiteX23" fmla="*/ 349360 w 484832"/>
              <a:gd name="connsiteY23" fmla="*/ 148130 h 194706"/>
              <a:gd name="connsiteX24" fmla="*/ 334669 w 484832"/>
              <a:gd name="connsiteY24" fmla="*/ 148130 h 194706"/>
              <a:gd name="connsiteX25" fmla="*/ 347223 w 484832"/>
              <a:gd name="connsiteY25" fmla="*/ 88524 h 194706"/>
              <a:gd name="connsiteX26" fmla="*/ 304943 w 484832"/>
              <a:gd name="connsiteY26" fmla="*/ 88524 h 194706"/>
              <a:gd name="connsiteX27" fmla="*/ 267110 w 484832"/>
              <a:gd name="connsiteY27" fmla="*/ 148164 h 194706"/>
              <a:gd name="connsiteX28" fmla="*/ 264339 w 484832"/>
              <a:gd name="connsiteY28" fmla="*/ 148164 h 194706"/>
              <a:gd name="connsiteX29" fmla="*/ 264339 w 484832"/>
              <a:gd name="connsiteY29" fmla="*/ 3759 h 194706"/>
              <a:gd name="connsiteX30" fmla="*/ 364326 w 484832"/>
              <a:gd name="connsiteY30" fmla="*/ 3759 h 194706"/>
              <a:gd name="connsiteX31" fmla="*/ 308449 w 484832"/>
              <a:gd name="connsiteY31" fmla="*/ 148130 h 194706"/>
              <a:gd name="connsiteX32" fmla="*/ 293398 w 484832"/>
              <a:gd name="connsiteY32" fmla="*/ 148130 h 194706"/>
              <a:gd name="connsiteX33" fmla="*/ 316163 w 484832"/>
              <a:gd name="connsiteY33" fmla="*/ 112315 h 194706"/>
              <a:gd name="connsiteX34" fmla="*/ 247731 w 484832"/>
              <a:gd name="connsiteY34" fmla="*/ 88388 h 194706"/>
              <a:gd name="connsiteX35" fmla="*/ 222709 w 484832"/>
              <a:gd name="connsiteY35" fmla="*/ 88388 h 194706"/>
              <a:gd name="connsiteX36" fmla="*/ 205606 w 484832"/>
              <a:gd name="connsiteY36" fmla="*/ 148130 h 194706"/>
              <a:gd name="connsiteX37" fmla="*/ 179027 w 484832"/>
              <a:gd name="connsiteY37" fmla="*/ 148130 h 194706"/>
              <a:gd name="connsiteX38" fmla="*/ 203314 w 484832"/>
              <a:gd name="connsiteY38" fmla="*/ 119413 h 194706"/>
              <a:gd name="connsiteX39" fmla="*/ 199893 w 484832"/>
              <a:gd name="connsiteY39" fmla="*/ 95725 h 194706"/>
              <a:gd name="connsiteX40" fmla="*/ 167653 w 484832"/>
              <a:gd name="connsiteY40" fmla="*/ 88353 h 194706"/>
              <a:gd name="connsiteX41" fmla="*/ 147796 w 484832"/>
              <a:gd name="connsiteY41" fmla="*/ 88353 h 194706"/>
              <a:gd name="connsiteX42" fmla="*/ 147796 w 484832"/>
              <a:gd name="connsiteY42" fmla="*/ 3759 h 194706"/>
              <a:gd name="connsiteX43" fmla="*/ 247697 w 484832"/>
              <a:gd name="connsiteY43" fmla="*/ 3759 h 194706"/>
              <a:gd name="connsiteX44" fmla="*/ 231740 w 484832"/>
              <a:gd name="connsiteY44" fmla="*/ 148130 h 194706"/>
              <a:gd name="connsiteX45" fmla="*/ 242258 w 484832"/>
              <a:gd name="connsiteY45" fmla="*/ 110759 h 194706"/>
              <a:gd name="connsiteX46" fmla="*/ 242635 w 484832"/>
              <a:gd name="connsiteY46" fmla="*/ 148130 h 194706"/>
              <a:gd name="connsiteX47" fmla="*/ 158981 w 484832"/>
              <a:gd name="connsiteY47" fmla="*/ 133934 h 194706"/>
              <a:gd name="connsiteX48" fmla="*/ 158981 w 484832"/>
              <a:gd name="connsiteY48" fmla="*/ 133934 h 194706"/>
              <a:gd name="connsiteX49" fmla="*/ 155920 w 484832"/>
              <a:gd name="connsiteY49" fmla="*/ 134054 h 194706"/>
              <a:gd name="connsiteX50" fmla="*/ 152243 w 484832"/>
              <a:gd name="connsiteY50" fmla="*/ 134054 h 194706"/>
              <a:gd name="connsiteX51" fmla="*/ 145846 w 484832"/>
              <a:gd name="connsiteY51" fmla="*/ 134054 h 194706"/>
              <a:gd name="connsiteX52" fmla="*/ 148805 w 484832"/>
              <a:gd name="connsiteY52" fmla="*/ 123125 h 194706"/>
              <a:gd name="connsiteX53" fmla="*/ 150207 w 484832"/>
              <a:gd name="connsiteY53" fmla="*/ 117686 h 194706"/>
              <a:gd name="connsiteX54" fmla="*/ 153628 w 484832"/>
              <a:gd name="connsiteY54" fmla="*/ 104961 h 194706"/>
              <a:gd name="connsiteX55" fmla="*/ 157972 w 484832"/>
              <a:gd name="connsiteY55" fmla="*/ 104961 h 194706"/>
              <a:gd name="connsiteX56" fmla="*/ 162915 w 484832"/>
              <a:gd name="connsiteY56" fmla="*/ 104961 h 194706"/>
              <a:gd name="connsiteX57" fmla="*/ 178668 w 484832"/>
              <a:gd name="connsiteY57" fmla="*/ 108159 h 194706"/>
              <a:gd name="connsiteX58" fmla="*/ 178206 w 484832"/>
              <a:gd name="connsiteY58" fmla="*/ 119105 h 194706"/>
              <a:gd name="connsiteX59" fmla="*/ 159084 w 484832"/>
              <a:gd name="connsiteY59" fmla="*/ 133986 h 194706"/>
              <a:gd name="connsiteX60" fmla="*/ 131291 w 484832"/>
              <a:gd name="connsiteY60" fmla="*/ 93741 h 194706"/>
              <a:gd name="connsiteX61" fmla="*/ 129717 w 484832"/>
              <a:gd name="connsiteY61" fmla="*/ 98872 h 194706"/>
              <a:gd name="connsiteX62" fmla="*/ 115419 w 484832"/>
              <a:gd name="connsiteY62" fmla="*/ 146471 h 194706"/>
              <a:gd name="connsiteX63" fmla="*/ 114854 w 484832"/>
              <a:gd name="connsiteY63" fmla="*/ 148181 h 194706"/>
              <a:gd name="connsiteX64" fmla="*/ 67683 w 484832"/>
              <a:gd name="connsiteY64" fmla="*/ 148181 h 194706"/>
              <a:gd name="connsiteX65" fmla="*/ 64006 w 484832"/>
              <a:gd name="connsiteY65" fmla="*/ 140365 h 194706"/>
              <a:gd name="connsiteX66" fmla="*/ 114683 w 484832"/>
              <a:gd name="connsiteY66" fmla="*/ 88524 h 194706"/>
              <a:gd name="connsiteX67" fmla="*/ 82187 w 484832"/>
              <a:gd name="connsiteY67" fmla="*/ 88524 h 194706"/>
              <a:gd name="connsiteX68" fmla="*/ 42507 w 484832"/>
              <a:gd name="connsiteY68" fmla="*/ 131283 h 194706"/>
              <a:gd name="connsiteX69" fmla="*/ 55351 w 484832"/>
              <a:gd name="connsiteY69" fmla="*/ 88524 h 194706"/>
              <a:gd name="connsiteX70" fmla="*/ 31270 w 484832"/>
              <a:gd name="connsiteY70" fmla="*/ 88524 h 194706"/>
              <a:gd name="connsiteX71" fmla="*/ 31270 w 484832"/>
              <a:gd name="connsiteY71" fmla="*/ 3759 h 194706"/>
              <a:gd name="connsiteX72" fmla="*/ 131188 w 484832"/>
              <a:gd name="connsiteY72" fmla="*/ 3759 h 194706"/>
              <a:gd name="connsiteX73" fmla="*/ 377119 w 484832"/>
              <a:gd name="connsiteY73" fmla="*/ -89 h 194706"/>
              <a:gd name="connsiteX74" fmla="*/ 377119 w 484832"/>
              <a:gd name="connsiteY74" fmla="*/ 97076 h 194706"/>
              <a:gd name="connsiteX75" fmla="*/ 368140 w 484832"/>
              <a:gd name="connsiteY75" fmla="*/ 105713 h 194706"/>
              <a:gd name="connsiteX76" fmla="*/ 368140 w 484832"/>
              <a:gd name="connsiteY76" fmla="*/ -89 h 194706"/>
              <a:gd name="connsiteX77" fmla="*/ 260525 w 484832"/>
              <a:gd name="connsiteY77" fmla="*/ -89 h 194706"/>
              <a:gd name="connsiteX78" fmla="*/ 260525 w 484832"/>
              <a:gd name="connsiteY78" fmla="*/ 88388 h 194706"/>
              <a:gd name="connsiteX79" fmla="*/ 251614 w 484832"/>
              <a:gd name="connsiteY79" fmla="*/ 88388 h 194706"/>
              <a:gd name="connsiteX80" fmla="*/ 251614 w 484832"/>
              <a:gd name="connsiteY80" fmla="*/ -89 h 194706"/>
              <a:gd name="connsiteX81" fmla="*/ 143965 w 484832"/>
              <a:gd name="connsiteY81" fmla="*/ -89 h 194706"/>
              <a:gd name="connsiteX82" fmla="*/ 143965 w 484832"/>
              <a:gd name="connsiteY82" fmla="*/ 88524 h 194706"/>
              <a:gd name="connsiteX83" fmla="*/ 135071 w 484832"/>
              <a:gd name="connsiteY83" fmla="*/ 88524 h 194706"/>
              <a:gd name="connsiteX84" fmla="*/ 135071 w 484832"/>
              <a:gd name="connsiteY84" fmla="*/ -89 h 194706"/>
              <a:gd name="connsiteX85" fmla="*/ 27456 w 484832"/>
              <a:gd name="connsiteY85" fmla="*/ -89 h 194706"/>
              <a:gd name="connsiteX86" fmla="*/ 27456 w 484832"/>
              <a:gd name="connsiteY86" fmla="*/ 100907 h 194706"/>
              <a:gd name="connsiteX87" fmla="*/ -47 w 484832"/>
              <a:gd name="connsiteY87" fmla="*/ 192480 h 194706"/>
              <a:gd name="connsiteX88" fmla="*/ 24120 w 484832"/>
              <a:gd name="connsiteY88" fmla="*/ 192480 h 194706"/>
              <a:gd name="connsiteX89" fmla="*/ 36247 w 484832"/>
              <a:gd name="connsiteY89" fmla="*/ 151927 h 194706"/>
              <a:gd name="connsiteX90" fmla="*/ 39667 w 484832"/>
              <a:gd name="connsiteY90" fmla="*/ 151927 h 194706"/>
              <a:gd name="connsiteX91" fmla="*/ 59696 w 484832"/>
              <a:gd name="connsiteY91" fmla="*/ 192480 h 194706"/>
              <a:gd name="connsiteX92" fmla="*/ 89028 w 484832"/>
              <a:gd name="connsiteY92" fmla="*/ 192480 h 194706"/>
              <a:gd name="connsiteX93" fmla="*/ 69513 w 484832"/>
              <a:gd name="connsiteY93" fmla="*/ 151927 h 194706"/>
              <a:gd name="connsiteX94" fmla="*/ 113623 w 484832"/>
              <a:gd name="connsiteY94" fmla="*/ 151927 h 194706"/>
              <a:gd name="connsiteX95" fmla="*/ 101377 w 484832"/>
              <a:gd name="connsiteY95" fmla="*/ 192480 h 194706"/>
              <a:gd name="connsiteX96" fmla="*/ 127785 w 484832"/>
              <a:gd name="connsiteY96" fmla="*/ 192480 h 194706"/>
              <a:gd name="connsiteX97" fmla="*/ 139860 w 484832"/>
              <a:gd name="connsiteY97" fmla="*/ 152047 h 194706"/>
              <a:gd name="connsiteX98" fmla="*/ 145641 w 484832"/>
              <a:gd name="connsiteY98" fmla="*/ 152047 h 194706"/>
              <a:gd name="connsiteX99" fmla="*/ 145641 w 484832"/>
              <a:gd name="connsiteY99" fmla="*/ 151927 h 194706"/>
              <a:gd name="connsiteX100" fmla="*/ 204408 w 484832"/>
              <a:gd name="connsiteY100" fmla="*/ 151927 h 194706"/>
              <a:gd name="connsiteX101" fmla="*/ 192761 w 484832"/>
              <a:gd name="connsiteY101" fmla="*/ 192360 h 194706"/>
              <a:gd name="connsiteX102" fmla="*/ 219374 w 484832"/>
              <a:gd name="connsiteY102" fmla="*/ 192360 h 194706"/>
              <a:gd name="connsiteX103" fmla="*/ 230662 w 484832"/>
              <a:gd name="connsiteY103" fmla="*/ 151927 h 194706"/>
              <a:gd name="connsiteX104" fmla="*/ 242635 w 484832"/>
              <a:gd name="connsiteY104" fmla="*/ 151927 h 194706"/>
              <a:gd name="connsiteX105" fmla="*/ 242960 w 484832"/>
              <a:gd name="connsiteY105" fmla="*/ 192360 h 194706"/>
              <a:gd name="connsiteX106" fmla="*/ 265280 w 484832"/>
              <a:gd name="connsiteY106" fmla="*/ 192360 h 194706"/>
              <a:gd name="connsiteX107" fmla="*/ 290935 w 484832"/>
              <a:gd name="connsiteY107" fmla="*/ 151927 h 194706"/>
              <a:gd name="connsiteX108" fmla="*/ 307713 w 484832"/>
              <a:gd name="connsiteY108" fmla="*/ 151927 h 194706"/>
              <a:gd name="connsiteX109" fmla="*/ 299059 w 484832"/>
              <a:gd name="connsiteY109" fmla="*/ 192360 h 194706"/>
              <a:gd name="connsiteX110" fmla="*/ 325227 w 484832"/>
              <a:gd name="connsiteY110" fmla="*/ 192360 h 194706"/>
              <a:gd name="connsiteX111" fmla="*/ 333779 w 484832"/>
              <a:gd name="connsiteY111" fmla="*/ 151927 h 194706"/>
              <a:gd name="connsiteX112" fmla="*/ 348933 w 484832"/>
              <a:gd name="connsiteY112" fmla="*/ 151927 h 194706"/>
              <a:gd name="connsiteX113" fmla="*/ 359845 w 484832"/>
              <a:gd name="connsiteY113" fmla="*/ 183517 h 194706"/>
              <a:gd name="connsiteX114" fmla="*/ 397131 w 484832"/>
              <a:gd name="connsiteY114" fmla="*/ 194617 h 194706"/>
              <a:gd name="connsiteX115" fmla="*/ 445807 w 484832"/>
              <a:gd name="connsiteY115" fmla="*/ 188648 h 194706"/>
              <a:gd name="connsiteX116" fmla="*/ 454872 w 484832"/>
              <a:gd name="connsiteY116" fmla="*/ 151927 h 194706"/>
              <a:gd name="connsiteX117" fmla="*/ 484786 w 484832"/>
              <a:gd name="connsiteY117" fmla="*/ 151927 h 194706"/>
              <a:gd name="connsiteX118" fmla="*/ 484786 w 484832"/>
              <a:gd name="connsiteY118" fmla="*/ -89 h 194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484832" h="194706">
                <a:moveTo>
                  <a:pt x="480938" y="148130"/>
                </a:moveTo>
                <a:lnTo>
                  <a:pt x="455744" y="148130"/>
                </a:lnTo>
                <a:lnTo>
                  <a:pt x="459917" y="131488"/>
                </a:lnTo>
                <a:lnTo>
                  <a:pt x="409445" y="131488"/>
                </a:lnTo>
                <a:lnTo>
                  <a:pt x="405289" y="148130"/>
                </a:lnTo>
                <a:lnTo>
                  <a:pt x="380916" y="148130"/>
                </a:lnTo>
                <a:lnTo>
                  <a:pt x="380916" y="144709"/>
                </a:lnTo>
                <a:cubicBezTo>
                  <a:pt x="381293" y="142845"/>
                  <a:pt x="381618" y="140878"/>
                  <a:pt x="382079" y="138775"/>
                </a:cubicBezTo>
                <a:cubicBezTo>
                  <a:pt x="386526" y="120816"/>
                  <a:pt x="398311" y="103062"/>
                  <a:pt x="418715" y="103062"/>
                </a:cubicBezTo>
                <a:cubicBezTo>
                  <a:pt x="426771" y="103062"/>
                  <a:pt x="434792" y="106141"/>
                  <a:pt x="433698" y="117292"/>
                </a:cubicBezTo>
                <a:lnTo>
                  <a:pt x="463732" y="117292"/>
                </a:lnTo>
                <a:cubicBezTo>
                  <a:pt x="464912" y="112161"/>
                  <a:pt x="466896" y="103216"/>
                  <a:pt x="461234" y="95058"/>
                </a:cubicBezTo>
                <a:cubicBezTo>
                  <a:pt x="454821" y="86198"/>
                  <a:pt x="441942" y="82641"/>
                  <a:pt x="425214" y="82641"/>
                </a:cubicBezTo>
                <a:cubicBezTo>
                  <a:pt x="413328" y="82641"/>
                  <a:pt x="395933" y="84539"/>
                  <a:pt x="380916" y="94357"/>
                </a:cubicBezTo>
                <a:lnTo>
                  <a:pt x="380916" y="3708"/>
                </a:lnTo>
                <a:lnTo>
                  <a:pt x="480938" y="3708"/>
                </a:lnTo>
                <a:close/>
                <a:moveTo>
                  <a:pt x="421914" y="172537"/>
                </a:moveTo>
                <a:cubicBezTo>
                  <a:pt x="416372" y="173606"/>
                  <a:pt x="410745" y="174179"/>
                  <a:pt x="405101" y="174247"/>
                </a:cubicBezTo>
                <a:cubicBezTo>
                  <a:pt x="390683" y="174247"/>
                  <a:pt x="380643" y="167543"/>
                  <a:pt x="380438" y="151910"/>
                </a:cubicBezTo>
                <a:lnTo>
                  <a:pt x="427027" y="151910"/>
                </a:lnTo>
                <a:close/>
                <a:moveTo>
                  <a:pt x="364275" y="90064"/>
                </a:moveTo>
                <a:lnTo>
                  <a:pt x="364275" y="110759"/>
                </a:lnTo>
                <a:cubicBezTo>
                  <a:pt x="358044" y="119364"/>
                  <a:pt x="353522" y="129082"/>
                  <a:pt x="350951" y="139390"/>
                </a:cubicBezTo>
                <a:cubicBezTo>
                  <a:pt x="350195" y="142258"/>
                  <a:pt x="349663" y="145180"/>
                  <a:pt x="349360" y="148130"/>
                </a:cubicBezTo>
                <a:lnTo>
                  <a:pt x="334669" y="148130"/>
                </a:lnTo>
                <a:lnTo>
                  <a:pt x="347223" y="88524"/>
                </a:lnTo>
                <a:lnTo>
                  <a:pt x="304943" y="88524"/>
                </a:lnTo>
                <a:lnTo>
                  <a:pt x="267110" y="148164"/>
                </a:lnTo>
                <a:lnTo>
                  <a:pt x="264339" y="148164"/>
                </a:lnTo>
                <a:lnTo>
                  <a:pt x="264339" y="3759"/>
                </a:lnTo>
                <a:lnTo>
                  <a:pt x="364326" y="3759"/>
                </a:lnTo>
                <a:close/>
                <a:moveTo>
                  <a:pt x="308449" y="148130"/>
                </a:moveTo>
                <a:lnTo>
                  <a:pt x="293398" y="148130"/>
                </a:lnTo>
                <a:lnTo>
                  <a:pt x="316163" y="112315"/>
                </a:lnTo>
                <a:close/>
                <a:moveTo>
                  <a:pt x="247731" y="88388"/>
                </a:moveTo>
                <a:lnTo>
                  <a:pt x="222709" y="88388"/>
                </a:lnTo>
                <a:lnTo>
                  <a:pt x="205606" y="148130"/>
                </a:lnTo>
                <a:lnTo>
                  <a:pt x="179027" y="148130"/>
                </a:lnTo>
                <a:cubicBezTo>
                  <a:pt x="192538" y="143136"/>
                  <a:pt x="200765" y="133592"/>
                  <a:pt x="203314" y="119413"/>
                </a:cubicBezTo>
                <a:cubicBezTo>
                  <a:pt x="205400" y="108399"/>
                  <a:pt x="204408" y="101164"/>
                  <a:pt x="199893" y="95725"/>
                </a:cubicBezTo>
                <a:cubicBezTo>
                  <a:pt x="193154" y="87652"/>
                  <a:pt x="179642" y="88353"/>
                  <a:pt x="167653" y="88353"/>
                </a:cubicBezTo>
                <a:lnTo>
                  <a:pt x="147796" y="88353"/>
                </a:lnTo>
                <a:lnTo>
                  <a:pt x="147796" y="3759"/>
                </a:lnTo>
                <a:lnTo>
                  <a:pt x="247697" y="3759"/>
                </a:lnTo>
                <a:close/>
                <a:moveTo>
                  <a:pt x="231740" y="148130"/>
                </a:moveTo>
                <a:lnTo>
                  <a:pt x="242258" y="110759"/>
                </a:lnTo>
                <a:lnTo>
                  <a:pt x="242635" y="148130"/>
                </a:lnTo>
                <a:close/>
                <a:moveTo>
                  <a:pt x="158981" y="133934"/>
                </a:moveTo>
                <a:lnTo>
                  <a:pt x="158981" y="133934"/>
                </a:lnTo>
                <a:cubicBezTo>
                  <a:pt x="158007" y="133934"/>
                  <a:pt x="157032" y="134054"/>
                  <a:pt x="155920" y="134054"/>
                </a:cubicBezTo>
                <a:cubicBezTo>
                  <a:pt x="154466" y="134054"/>
                  <a:pt x="153320" y="134054"/>
                  <a:pt x="152243" y="134054"/>
                </a:cubicBezTo>
                <a:lnTo>
                  <a:pt x="145846" y="134054"/>
                </a:lnTo>
                <a:lnTo>
                  <a:pt x="148805" y="123125"/>
                </a:lnTo>
                <a:lnTo>
                  <a:pt x="150207" y="117686"/>
                </a:lnTo>
                <a:lnTo>
                  <a:pt x="153628" y="104961"/>
                </a:lnTo>
                <a:cubicBezTo>
                  <a:pt x="155116" y="104961"/>
                  <a:pt x="156570" y="104961"/>
                  <a:pt x="157972" y="104961"/>
                </a:cubicBezTo>
                <a:lnTo>
                  <a:pt x="162915" y="104961"/>
                </a:lnTo>
                <a:cubicBezTo>
                  <a:pt x="171467" y="104961"/>
                  <a:pt x="176718" y="105440"/>
                  <a:pt x="178668" y="108159"/>
                </a:cubicBezTo>
                <a:cubicBezTo>
                  <a:pt x="180156" y="110212"/>
                  <a:pt x="179967" y="113735"/>
                  <a:pt x="178206" y="119105"/>
                </a:cubicBezTo>
                <a:cubicBezTo>
                  <a:pt x="175196" y="128341"/>
                  <a:pt x="171364" y="133045"/>
                  <a:pt x="159084" y="133986"/>
                </a:cubicBezTo>
                <a:moveTo>
                  <a:pt x="131291" y="93741"/>
                </a:moveTo>
                <a:lnTo>
                  <a:pt x="129717" y="98872"/>
                </a:lnTo>
                <a:lnTo>
                  <a:pt x="115419" y="146471"/>
                </a:lnTo>
                <a:lnTo>
                  <a:pt x="114854" y="148181"/>
                </a:lnTo>
                <a:lnTo>
                  <a:pt x="67683" y="148181"/>
                </a:lnTo>
                <a:lnTo>
                  <a:pt x="64006" y="140365"/>
                </a:lnTo>
                <a:lnTo>
                  <a:pt x="114683" y="88524"/>
                </a:lnTo>
                <a:lnTo>
                  <a:pt x="82187" y="88524"/>
                </a:lnTo>
                <a:lnTo>
                  <a:pt x="42507" y="131283"/>
                </a:lnTo>
                <a:lnTo>
                  <a:pt x="55351" y="88524"/>
                </a:lnTo>
                <a:lnTo>
                  <a:pt x="31270" y="88524"/>
                </a:lnTo>
                <a:lnTo>
                  <a:pt x="31270" y="3759"/>
                </a:lnTo>
                <a:lnTo>
                  <a:pt x="131188" y="3759"/>
                </a:lnTo>
                <a:close/>
                <a:moveTo>
                  <a:pt x="377119" y="-89"/>
                </a:moveTo>
                <a:lnTo>
                  <a:pt x="377119" y="97076"/>
                </a:lnTo>
                <a:cubicBezTo>
                  <a:pt x="373861" y="99667"/>
                  <a:pt x="370856" y="102560"/>
                  <a:pt x="368140" y="105713"/>
                </a:cubicBezTo>
                <a:lnTo>
                  <a:pt x="368140" y="-89"/>
                </a:lnTo>
                <a:lnTo>
                  <a:pt x="260525" y="-89"/>
                </a:lnTo>
                <a:lnTo>
                  <a:pt x="260525" y="88388"/>
                </a:lnTo>
                <a:lnTo>
                  <a:pt x="251614" y="88388"/>
                </a:lnTo>
                <a:lnTo>
                  <a:pt x="251614" y="-89"/>
                </a:lnTo>
                <a:lnTo>
                  <a:pt x="143965" y="-89"/>
                </a:lnTo>
                <a:lnTo>
                  <a:pt x="143965" y="88524"/>
                </a:lnTo>
                <a:lnTo>
                  <a:pt x="135071" y="88524"/>
                </a:lnTo>
                <a:lnTo>
                  <a:pt x="135071" y="-89"/>
                </a:lnTo>
                <a:lnTo>
                  <a:pt x="27456" y="-89"/>
                </a:lnTo>
                <a:lnTo>
                  <a:pt x="27456" y="100907"/>
                </a:lnTo>
                <a:lnTo>
                  <a:pt x="-47" y="192480"/>
                </a:lnTo>
                <a:lnTo>
                  <a:pt x="24120" y="192480"/>
                </a:lnTo>
                <a:lnTo>
                  <a:pt x="36247" y="151927"/>
                </a:lnTo>
                <a:lnTo>
                  <a:pt x="39667" y="151927"/>
                </a:lnTo>
                <a:lnTo>
                  <a:pt x="59696" y="192480"/>
                </a:lnTo>
                <a:lnTo>
                  <a:pt x="89028" y="192480"/>
                </a:lnTo>
                <a:lnTo>
                  <a:pt x="69513" y="151927"/>
                </a:lnTo>
                <a:lnTo>
                  <a:pt x="113623" y="151927"/>
                </a:lnTo>
                <a:lnTo>
                  <a:pt x="101377" y="192480"/>
                </a:lnTo>
                <a:lnTo>
                  <a:pt x="127785" y="192480"/>
                </a:lnTo>
                <a:lnTo>
                  <a:pt x="139860" y="152047"/>
                </a:lnTo>
                <a:lnTo>
                  <a:pt x="145641" y="152047"/>
                </a:lnTo>
                <a:lnTo>
                  <a:pt x="145641" y="151927"/>
                </a:lnTo>
                <a:lnTo>
                  <a:pt x="204408" y="151927"/>
                </a:lnTo>
                <a:lnTo>
                  <a:pt x="192761" y="192360"/>
                </a:lnTo>
                <a:lnTo>
                  <a:pt x="219374" y="192360"/>
                </a:lnTo>
                <a:lnTo>
                  <a:pt x="230662" y="151927"/>
                </a:lnTo>
                <a:lnTo>
                  <a:pt x="242635" y="151927"/>
                </a:lnTo>
                <a:lnTo>
                  <a:pt x="242960" y="192360"/>
                </a:lnTo>
                <a:lnTo>
                  <a:pt x="265280" y="192360"/>
                </a:lnTo>
                <a:lnTo>
                  <a:pt x="290935" y="151927"/>
                </a:lnTo>
                <a:lnTo>
                  <a:pt x="307713" y="151927"/>
                </a:lnTo>
                <a:lnTo>
                  <a:pt x="299059" y="192360"/>
                </a:lnTo>
                <a:lnTo>
                  <a:pt x="325227" y="192360"/>
                </a:lnTo>
                <a:lnTo>
                  <a:pt x="333779" y="151927"/>
                </a:lnTo>
                <a:lnTo>
                  <a:pt x="348933" y="151927"/>
                </a:lnTo>
                <a:cubicBezTo>
                  <a:pt x="348334" y="164464"/>
                  <a:pt x="351533" y="175872"/>
                  <a:pt x="359845" y="183517"/>
                </a:cubicBezTo>
                <a:cubicBezTo>
                  <a:pt x="370004" y="192839"/>
                  <a:pt x="385603" y="194617"/>
                  <a:pt x="397131" y="194617"/>
                </a:cubicBezTo>
                <a:cubicBezTo>
                  <a:pt x="413526" y="194421"/>
                  <a:pt x="429850" y="192418"/>
                  <a:pt x="445807" y="188648"/>
                </a:cubicBezTo>
                <a:lnTo>
                  <a:pt x="454872" y="151927"/>
                </a:lnTo>
                <a:lnTo>
                  <a:pt x="484786" y="151927"/>
                </a:lnTo>
                <a:lnTo>
                  <a:pt x="484786" y="-89"/>
                </a:lnTo>
                <a:close/>
              </a:path>
            </a:pathLst>
          </a:custGeom>
          <a:solidFill>
            <a:schemeClr val="tx2"/>
          </a:solidFill>
          <a:ln w="1683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06184C1-206B-3E21-1902-23B90B59F396}"/>
              </a:ext>
            </a:extLst>
          </p:cNvPr>
          <p:cNvSpPr/>
          <p:nvPr userDrawn="1"/>
        </p:nvSpPr>
        <p:spPr>
          <a:xfrm>
            <a:off x="994857" y="349296"/>
            <a:ext cx="10213876" cy="27432"/>
          </a:xfrm>
          <a:prstGeom prst="rect">
            <a:avLst/>
          </a:prstGeom>
          <a:solidFill>
            <a:srgbClr val="1E49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/>
            <a:endParaRPr lang="en-US" sz="11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7730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20" r:id="rId1"/>
    <p:sldLayoutId id="2147484721" r:id="rId2"/>
    <p:sldLayoutId id="2147484722" r:id="rId3"/>
    <p:sldLayoutId id="2147484726" r:id="rId4"/>
    <p:sldLayoutId id="2147484727" r:id="rId5"/>
  </p:sldLayoutIdLst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44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sz="1600" b="1" kern="1200">
          <a:solidFill>
            <a:schemeClr val="accent2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sz="1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180975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•"/>
        <a:defRPr sz="1600" kern="1200">
          <a:solidFill>
            <a:schemeClr val="accent2"/>
          </a:solidFill>
          <a:latin typeface="+mn-lt"/>
          <a:ea typeface="+mn-ea"/>
          <a:cs typeface="+mn-cs"/>
        </a:defRPr>
      </a:lvl3pPr>
      <a:lvl4pPr marL="361950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-"/>
        <a:defRPr sz="1600" kern="1200">
          <a:solidFill>
            <a:schemeClr val="accent2"/>
          </a:solidFill>
          <a:latin typeface="+mn-lt"/>
          <a:ea typeface="+mn-ea"/>
          <a:cs typeface="+mn-cs"/>
        </a:defRPr>
      </a:lvl4pPr>
      <a:lvl5pPr marL="542925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•"/>
        <a:defRPr sz="1600" kern="1200" baseline="0">
          <a:solidFill>
            <a:schemeClr val="accent2"/>
          </a:solidFill>
          <a:latin typeface="+mn-lt"/>
          <a:ea typeface="+mn-ea"/>
          <a:cs typeface="+mn-cs"/>
        </a:defRPr>
      </a:lvl5pPr>
      <a:lvl6pPr marL="719138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500" kern="1200">
          <a:solidFill>
            <a:schemeClr val="tx2"/>
          </a:solidFill>
          <a:latin typeface="+mn-lt"/>
          <a:ea typeface="+mn-ea"/>
          <a:cs typeface="+mn-cs"/>
        </a:defRPr>
      </a:lvl6pPr>
      <a:lvl7pPr marL="8969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7pPr>
      <a:lvl8pPr marL="10747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500" kern="1200">
          <a:solidFill>
            <a:schemeClr val="tx2"/>
          </a:solidFill>
          <a:latin typeface="+mn-lt"/>
          <a:ea typeface="+mn-ea"/>
          <a:cs typeface="+mn-cs"/>
        </a:defRPr>
      </a:lvl8pPr>
      <a:lvl9pPr marL="1257300" indent="-182563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702">
          <p15:clr>
            <a:srgbClr val="F26B43"/>
          </p15:clr>
        </p15:guide>
        <p15:guide id="2" pos="627">
          <p15:clr>
            <a:srgbClr val="F26B43"/>
          </p15:clr>
        </p15:guide>
        <p15:guide id="3" pos="7055">
          <p15:clr>
            <a:srgbClr val="F26B43"/>
          </p15:clr>
        </p15:guide>
        <p15:guide id="4" orient="horz" pos="838">
          <p15:clr>
            <a:srgbClr val="F26B43"/>
          </p15:clr>
        </p15:guide>
        <p15:guide id="5" orient="horz" pos="612">
          <p15:clr>
            <a:srgbClr val="F26B43"/>
          </p15:clr>
        </p15:guide>
        <p15:guide id="6" orient="horz" pos="272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1896" y="441591"/>
            <a:ext cx="10879104" cy="533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1895" y="1199054"/>
            <a:ext cx="10879104" cy="471395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Shape 8"/>
          <p:cNvSpPr txBox="1">
            <a:spLocks/>
          </p:cNvSpPr>
          <p:nvPr userDrawn="1"/>
        </p:nvSpPr>
        <p:spPr>
          <a:xfrm>
            <a:off x="10946607" y="6266997"/>
            <a:ext cx="242486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GB" sz="1000" smtClean="0">
                <a:solidFill>
                  <a:schemeClr val="accent2"/>
                </a:solidFill>
                <a:latin typeface="+mn-lt"/>
                <a:ea typeface="Arial"/>
                <a:cs typeface="Arial" panose="020B0604020202020204" pitchFamily="34" charset="0"/>
              </a:rPr>
              <a:pPr algn="r"/>
              <a:t>‹#›</a:t>
            </a:fld>
            <a:endParaRPr lang="en-GB" sz="1000">
              <a:solidFill>
                <a:schemeClr val="accent2"/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024B3B3-3138-44BB-8DDD-6BDCEF24DEDC}"/>
              </a:ext>
            </a:extLst>
          </p:cNvPr>
          <p:cNvCxnSpPr/>
          <p:nvPr userDrawn="1"/>
        </p:nvCxnSpPr>
        <p:spPr>
          <a:xfrm>
            <a:off x="10928548" y="6266997"/>
            <a:ext cx="0" cy="149412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C64B2DF-7F4F-4A38-98F8-CD0EC02935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20998" y="6320117"/>
            <a:ext cx="469647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600" kern="1200" noProof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rPr>
              <a:t>© </a:t>
            </a:r>
            <a:r>
              <a:rPr lang="en-US" sz="600" kern="1200" noProof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rPr>
              <a:t>2025 KPMG LLP, a Delaware limited liability partnership and a member firm of the KPMG global organization of independent member firms affiliated with KPMG International Limited, a private English company limited by guarantee. All rights reserved.</a:t>
            </a:r>
            <a:endParaRPr lang="en-GB" sz="600" kern="1200" noProof="0">
              <a:solidFill>
                <a:schemeClr val="bg1">
                  <a:lumMod val="65000"/>
                </a:schemeClr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9348061-72C9-478E-BD03-BEB5481046D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1800" y="6320118"/>
            <a:ext cx="428967" cy="1728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B7BED66-79ED-40E1-BB0E-9B1B08BF1A81}"/>
              </a:ext>
            </a:extLst>
          </p:cNvPr>
          <p:cNvSpPr txBox="1"/>
          <p:nvPr userDrawn="1"/>
        </p:nvSpPr>
        <p:spPr>
          <a:xfrm>
            <a:off x="431800" y="86110"/>
            <a:ext cx="3466960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sz="1000" b="1" i="0" spc="-10" baseline="0">
                <a:solidFill>
                  <a:schemeClr val="bg1">
                    <a:lumMod val="50000"/>
                    <a:alpha val="4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Arial" panose="020B0604020202020204" pitchFamily="34" charset="0"/>
              </a:rPr>
              <a:t>S&amp;P Global + KPMG</a:t>
            </a:r>
            <a:endParaRPr lang="en-US" sz="1000" b="0" i="0" spc="-10" baseline="0">
              <a:solidFill>
                <a:schemeClr val="bg1">
                  <a:lumMod val="50000"/>
                  <a:alpha val="45000"/>
                </a:schemeClr>
              </a:solidFill>
              <a:latin typeface="Yu Gothic" panose="020B0400000000000000" pitchFamily="34" charset="-128"/>
              <a:ea typeface="Yu Gothic" panose="020B0400000000000000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1380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25" r:id="rId1"/>
  </p:sldLayoutIdLst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4400" kern="1200">
          <a:solidFill>
            <a:srgbClr val="002060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sz="1500" b="1" kern="1200">
          <a:solidFill>
            <a:schemeClr val="accent2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sz="15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180975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•"/>
        <a:defRPr sz="1500" kern="1200">
          <a:solidFill>
            <a:schemeClr val="accent2"/>
          </a:solidFill>
          <a:latin typeface="+mn-lt"/>
          <a:ea typeface="+mn-ea"/>
          <a:cs typeface="+mn-cs"/>
        </a:defRPr>
      </a:lvl3pPr>
      <a:lvl4pPr marL="361950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-"/>
        <a:defRPr sz="1500" kern="1200">
          <a:solidFill>
            <a:schemeClr val="accent2"/>
          </a:solidFill>
          <a:latin typeface="+mn-lt"/>
          <a:ea typeface="+mn-ea"/>
          <a:cs typeface="+mn-cs"/>
        </a:defRPr>
      </a:lvl4pPr>
      <a:lvl5pPr marL="542925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•"/>
        <a:defRPr sz="1500" kern="1200" baseline="0">
          <a:solidFill>
            <a:schemeClr val="accent2"/>
          </a:solidFill>
          <a:latin typeface="+mn-lt"/>
          <a:ea typeface="+mn-ea"/>
          <a:cs typeface="+mn-cs"/>
        </a:defRPr>
      </a:lvl5pPr>
      <a:lvl6pPr marL="719138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500" kern="1200">
          <a:solidFill>
            <a:schemeClr val="tx2"/>
          </a:solidFill>
          <a:latin typeface="+mn-lt"/>
          <a:ea typeface="+mn-ea"/>
          <a:cs typeface="+mn-cs"/>
        </a:defRPr>
      </a:lvl6pPr>
      <a:lvl7pPr marL="8969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7pPr>
      <a:lvl8pPr marL="10747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500" kern="1200">
          <a:solidFill>
            <a:schemeClr val="tx2"/>
          </a:solidFill>
          <a:latin typeface="+mn-lt"/>
          <a:ea typeface="+mn-ea"/>
          <a:cs typeface="+mn-cs"/>
        </a:defRPr>
      </a:lvl8pPr>
      <a:lvl9pPr marL="1257300" indent="-182563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627">
          <p15:clr>
            <a:srgbClr val="F26B43"/>
          </p15:clr>
        </p15:guide>
        <p15:guide id="3" pos="7055">
          <p15:clr>
            <a:srgbClr val="F26B43"/>
          </p15:clr>
        </p15:guide>
        <p15:guide id="4" orient="horz" pos="838">
          <p15:clr>
            <a:srgbClr val="F26B43"/>
          </p15:clr>
        </p15:guide>
        <p15:guide id="5" orient="horz" pos="612">
          <p15:clr>
            <a:srgbClr val="F26B43"/>
          </p15:clr>
        </p15:guide>
        <p15:guide id="6" orient="horz" pos="272">
          <p15:clr>
            <a:srgbClr val="F26B43"/>
          </p15:clr>
        </p15:guide>
        <p15:guide id="7" orient="horz" pos="3702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5364" y="431800"/>
            <a:ext cx="10204450" cy="533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5362" y="1330325"/>
            <a:ext cx="10200683" cy="45466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Shape 8"/>
          <p:cNvSpPr txBox="1">
            <a:spLocks/>
          </p:cNvSpPr>
          <p:nvPr userDrawn="1"/>
        </p:nvSpPr>
        <p:spPr>
          <a:xfrm>
            <a:off x="10946607" y="6266997"/>
            <a:ext cx="242486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GB" sz="900" smtClean="0">
                <a:solidFill>
                  <a:schemeClr val="accent2"/>
                </a:solidFill>
                <a:latin typeface="+mn-lt"/>
                <a:ea typeface="Arial"/>
                <a:cs typeface="Arial" panose="020B0604020202020204" pitchFamily="34" charset="0"/>
              </a:rPr>
              <a:pPr algn="r"/>
              <a:t>‹#›</a:t>
            </a:fld>
            <a:endParaRPr lang="en-GB" sz="900">
              <a:solidFill>
                <a:schemeClr val="accent2"/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885684" y="6266997"/>
            <a:ext cx="466751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kern="1200" noProof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rPr>
              <a:t>© 2025 KPMG LLP, a Delaware limited liability partnership and a member firm of the KPMG global organization of independent member firms affiliated with KPMG International Limited, a private English company limited by guarantee. All rights reserved. </a:t>
            </a:r>
          </a:p>
        </p:txBody>
      </p:sp>
      <p:sp>
        <p:nvSpPr>
          <p:cNvPr id="4" name="Graphic 8">
            <a:extLst>
              <a:ext uri="{FF2B5EF4-FFF2-40B4-BE49-F238E27FC236}">
                <a16:creationId xmlns:a16="http://schemas.microsoft.com/office/drawing/2014/main" id="{9AC77B96-D96C-4FA2-858B-DEE0A3A7B7B6}"/>
              </a:ext>
            </a:extLst>
          </p:cNvPr>
          <p:cNvSpPr/>
          <p:nvPr/>
        </p:nvSpPr>
        <p:spPr>
          <a:xfrm>
            <a:off x="1003200" y="6266996"/>
            <a:ext cx="484832" cy="194706"/>
          </a:xfrm>
          <a:custGeom>
            <a:avLst/>
            <a:gdLst>
              <a:gd name="connsiteX0" fmla="*/ 480938 w 484832"/>
              <a:gd name="connsiteY0" fmla="*/ 148130 h 194706"/>
              <a:gd name="connsiteX1" fmla="*/ 455744 w 484832"/>
              <a:gd name="connsiteY1" fmla="*/ 148130 h 194706"/>
              <a:gd name="connsiteX2" fmla="*/ 459917 w 484832"/>
              <a:gd name="connsiteY2" fmla="*/ 131488 h 194706"/>
              <a:gd name="connsiteX3" fmla="*/ 409445 w 484832"/>
              <a:gd name="connsiteY3" fmla="*/ 131488 h 194706"/>
              <a:gd name="connsiteX4" fmla="*/ 405289 w 484832"/>
              <a:gd name="connsiteY4" fmla="*/ 148130 h 194706"/>
              <a:gd name="connsiteX5" fmla="*/ 380916 w 484832"/>
              <a:gd name="connsiteY5" fmla="*/ 148130 h 194706"/>
              <a:gd name="connsiteX6" fmla="*/ 380916 w 484832"/>
              <a:gd name="connsiteY6" fmla="*/ 144709 h 194706"/>
              <a:gd name="connsiteX7" fmla="*/ 382079 w 484832"/>
              <a:gd name="connsiteY7" fmla="*/ 138775 h 194706"/>
              <a:gd name="connsiteX8" fmla="*/ 418715 w 484832"/>
              <a:gd name="connsiteY8" fmla="*/ 103062 h 194706"/>
              <a:gd name="connsiteX9" fmla="*/ 433698 w 484832"/>
              <a:gd name="connsiteY9" fmla="*/ 117292 h 194706"/>
              <a:gd name="connsiteX10" fmla="*/ 463732 w 484832"/>
              <a:gd name="connsiteY10" fmla="*/ 117292 h 194706"/>
              <a:gd name="connsiteX11" fmla="*/ 461234 w 484832"/>
              <a:gd name="connsiteY11" fmla="*/ 95058 h 194706"/>
              <a:gd name="connsiteX12" fmla="*/ 425214 w 484832"/>
              <a:gd name="connsiteY12" fmla="*/ 82641 h 194706"/>
              <a:gd name="connsiteX13" fmla="*/ 380916 w 484832"/>
              <a:gd name="connsiteY13" fmla="*/ 94357 h 194706"/>
              <a:gd name="connsiteX14" fmla="*/ 380916 w 484832"/>
              <a:gd name="connsiteY14" fmla="*/ 3708 h 194706"/>
              <a:gd name="connsiteX15" fmla="*/ 480938 w 484832"/>
              <a:gd name="connsiteY15" fmla="*/ 3708 h 194706"/>
              <a:gd name="connsiteX16" fmla="*/ 421914 w 484832"/>
              <a:gd name="connsiteY16" fmla="*/ 172537 h 194706"/>
              <a:gd name="connsiteX17" fmla="*/ 405101 w 484832"/>
              <a:gd name="connsiteY17" fmla="*/ 174247 h 194706"/>
              <a:gd name="connsiteX18" fmla="*/ 380438 w 484832"/>
              <a:gd name="connsiteY18" fmla="*/ 151910 h 194706"/>
              <a:gd name="connsiteX19" fmla="*/ 427027 w 484832"/>
              <a:gd name="connsiteY19" fmla="*/ 151910 h 194706"/>
              <a:gd name="connsiteX20" fmla="*/ 364275 w 484832"/>
              <a:gd name="connsiteY20" fmla="*/ 90064 h 194706"/>
              <a:gd name="connsiteX21" fmla="*/ 364275 w 484832"/>
              <a:gd name="connsiteY21" fmla="*/ 110759 h 194706"/>
              <a:gd name="connsiteX22" fmla="*/ 350951 w 484832"/>
              <a:gd name="connsiteY22" fmla="*/ 139390 h 194706"/>
              <a:gd name="connsiteX23" fmla="*/ 349360 w 484832"/>
              <a:gd name="connsiteY23" fmla="*/ 148130 h 194706"/>
              <a:gd name="connsiteX24" fmla="*/ 334669 w 484832"/>
              <a:gd name="connsiteY24" fmla="*/ 148130 h 194706"/>
              <a:gd name="connsiteX25" fmla="*/ 347223 w 484832"/>
              <a:gd name="connsiteY25" fmla="*/ 88524 h 194706"/>
              <a:gd name="connsiteX26" fmla="*/ 304943 w 484832"/>
              <a:gd name="connsiteY26" fmla="*/ 88524 h 194706"/>
              <a:gd name="connsiteX27" fmla="*/ 267110 w 484832"/>
              <a:gd name="connsiteY27" fmla="*/ 148164 h 194706"/>
              <a:gd name="connsiteX28" fmla="*/ 264339 w 484832"/>
              <a:gd name="connsiteY28" fmla="*/ 148164 h 194706"/>
              <a:gd name="connsiteX29" fmla="*/ 264339 w 484832"/>
              <a:gd name="connsiteY29" fmla="*/ 3759 h 194706"/>
              <a:gd name="connsiteX30" fmla="*/ 364326 w 484832"/>
              <a:gd name="connsiteY30" fmla="*/ 3759 h 194706"/>
              <a:gd name="connsiteX31" fmla="*/ 308449 w 484832"/>
              <a:gd name="connsiteY31" fmla="*/ 148130 h 194706"/>
              <a:gd name="connsiteX32" fmla="*/ 293398 w 484832"/>
              <a:gd name="connsiteY32" fmla="*/ 148130 h 194706"/>
              <a:gd name="connsiteX33" fmla="*/ 316163 w 484832"/>
              <a:gd name="connsiteY33" fmla="*/ 112315 h 194706"/>
              <a:gd name="connsiteX34" fmla="*/ 247731 w 484832"/>
              <a:gd name="connsiteY34" fmla="*/ 88388 h 194706"/>
              <a:gd name="connsiteX35" fmla="*/ 222709 w 484832"/>
              <a:gd name="connsiteY35" fmla="*/ 88388 h 194706"/>
              <a:gd name="connsiteX36" fmla="*/ 205606 w 484832"/>
              <a:gd name="connsiteY36" fmla="*/ 148130 h 194706"/>
              <a:gd name="connsiteX37" fmla="*/ 179027 w 484832"/>
              <a:gd name="connsiteY37" fmla="*/ 148130 h 194706"/>
              <a:gd name="connsiteX38" fmla="*/ 203314 w 484832"/>
              <a:gd name="connsiteY38" fmla="*/ 119413 h 194706"/>
              <a:gd name="connsiteX39" fmla="*/ 199893 w 484832"/>
              <a:gd name="connsiteY39" fmla="*/ 95725 h 194706"/>
              <a:gd name="connsiteX40" fmla="*/ 167653 w 484832"/>
              <a:gd name="connsiteY40" fmla="*/ 88353 h 194706"/>
              <a:gd name="connsiteX41" fmla="*/ 147796 w 484832"/>
              <a:gd name="connsiteY41" fmla="*/ 88353 h 194706"/>
              <a:gd name="connsiteX42" fmla="*/ 147796 w 484832"/>
              <a:gd name="connsiteY42" fmla="*/ 3759 h 194706"/>
              <a:gd name="connsiteX43" fmla="*/ 247697 w 484832"/>
              <a:gd name="connsiteY43" fmla="*/ 3759 h 194706"/>
              <a:gd name="connsiteX44" fmla="*/ 231740 w 484832"/>
              <a:gd name="connsiteY44" fmla="*/ 148130 h 194706"/>
              <a:gd name="connsiteX45" fmla="*/ 242258 w 484832"/>
              <a:gd name="connsiteY45" fmla="*/ 110759 h 194706"/>
              <a:gd name="connsiteX46" fmla="*/ 242635 w 484832"/>
              <a:gd name="connsiteY46" fmla="*/ 148130 h 194706"/>
              <a:gd name="connsiteX47" fmla="*/ 158981 w 484832"/>
              <a:gd name="connsiteY47" fmla="*/ 133934 h 194706"/>
              <a:gd name="connsiteX48" fmla="*/ 158981 w 484832"/>
              <a:gd name="connsiteY48" fmla="*/ 133934 h 194706"/>
              <a:gd name="connsiteX49" fmla="*/ 155920 w 484832"/>
              <a:gd name="connsiteY49" fmla="*/ 134054 h 194706"/>
              <a:gd name="connsiteX50" fmla="*/ 152243 w 484832"/>
              <a:gd name="connsiteY50" fmla="*/ 134054 h 194706"/>
              <a:gd name="connsiteX51" fmla="*/ 145846 w 484832"/>
              <a:gd name="connsiteY51" fmla="*/ 134054 h 194706"/>
              <a:gd name="connsiteX52" fmla="*/ 148805 w 484832"/>
              <a:gd name="connsiteY52" fmla="*/ 123125 h 194706"/>
              <a:gd name="connsiteX53" fmla="*/ 150207 w 484832"/>
              <a:gd name="connsiteY53" fmla="*/ 117686 h 194706"/>
              <a:gd name="connsiteX54" fmla="*/ 153628 w 484832"/>
              <a:gd name="connsiteY54" fmla="*/ 104961 h 194706"/>
              <a:gd name="connsiteX55" fmla="*/ 157972 w 484832"/>
              <a:gd name="connsiteY55" fmla="*/ 104961 h 194706"/>
              <a:gd name="connsiteX56" fmla="*/ 162915 w 484832"/>
              <a:gd name="connsiteY56" fmla="*/ 104961 h 194706"/>
              <a:gd name="connsiteX57" fmla="*/ 178668 w 484832"/>
              <a:gd name="connsiteY57" fmla="*/ 108159 h 194706"/>
              <a:gd name="connsiteX58" fmla="*/ 178206 w 484832"/>
              <a:gd name="connsiteY58" fmla="*/ 119105 h 194706"/>
              <a:gd name="connsiteX59" fmla="*/ 159084 w 484832"/>
              <a:gd name="connsiteY59" fmla="*/ 133986 h 194706"/>
              <a:gd name="connsiteX60" fmla="*/ 131291 w 484832"/>
              <a:gd name="connsiteY60" fmla="*/ 93741 h 194706"/>
              <a:gd name="connsiteX61" fmla="*/ 129717 w 484832"/>
              <a:gd name="connsiteY61" fmla="*/ 98872 h 194706"/>
              <a:gd name="connsiteX62" fmla="*/ 115419 w 484832"/>
              <a:gd name="connsiteY62" fmla="*/ 146471 h 194706"/>
              <a:gd name="connsiteX63" fmla="*/ 114854 w 484832"/>
              <a:gd name="connsiteY63" fmla="*/ 148181 h 194706"/>
              <a:gd name="connsiteX64" fmla="*/ 67683 w 484832"/>
              <a:gd name="connsiteY64" fmla="*/ 148181 h 194706"/>
              <a:gd name="connsiteX65" fmla="*/ 64006 w 484832"/>
              <a:gd name="connsiteY65" fmla="*/ 140365 h 194706"/>
              <a:gd name="connsiteX66" fmla="*/ 114683 w 484832"/>
              <a:gd name="connsiteY66" fmla="*/ 88524 h 194706"/>
              <a:gd name="connsiteX67" fmla="*/ 82187 w 484832"/>
              <a:gd name="connsiteY67" fmla="*/ 88524 h 194706"/>
              <a:gd name="connsiteX68" fmla="*/ 42507 w 484832"/>
              <a:gd name="connsiteY68" fmla="*/ 131283 h 194706"/>
              <a:gd name="connsiteX69" fmla="*/ 55351 w 484832"/>
              <a:gd name="connsiteY69" fmla="*/ 88524 h 194706"/>
              <a:gd name="connsiteX70" fmla="*/ 31270 w 484832"/>
              <a:gd name="connsiteY70" fmla="*/ 88524 h 194706"/>
              <a:gd name="connsiteX71" fmla="*/ 31270 w 484832"/>
              <a:gd name="connsiteY71" fmla="*/ 3759 h 194706"/>
              <a:gd name="connsiteX72" fmla="*/ 131188 w 484832"/>
              <a:gd name="connsiteY72" fmla="*/ 3759 h 194706"/>
              <a:gd name="connsiteX73" fmla="*/ 377119 w 484832"/>
              <a:gd name="connsiteY73" fmla="*/ -89 h 194706"/>
              <a:gd name="connsiteX74" fmla="*/ 377119 w 484832"/>
              <a:gd name="connsiteY74" fmla="*/ 97076 h 194706"/>
              <a:gd name="connsiteX75" fmla="*/ 368140 w 484832"/>
              <a:gd name="connsiteY75" fmla="*/ 105713 h 194706"/>
              <a:gd name="connsiteX76" fmla="*/ 368140 w 484832"/>
              <a:gd name="connsiteY76" fmla="*/ -89 h 194706"/>
              <a:gd name="connsiteX77" fmla="*/ 260525 w 484832"/>
              <a:gd name="connsiteY77" fmla="*/ -89 h 194706"/>
              <a:gd name="connsiteX78" fmla="*/ 260525 w 484832"/>
              <a:gd name="connsiteY78" fmla="*/ 88388 h 194706"/>
              <a:gd name="connsiteX79" fmla="*/ 251614 w 484832"/>
              <a:gd name="connsiteY79" fmla="*/ 88388 h 194706"/>
              <a:gd name="connsiteX80" fmla="*/ 251614 w 484832"/>
              <a:gd name="connsiteY80" fmla="*/ -89 h 194706"/>
              <a:gd name="connsiteX81" fmla="*/ 143965 w 484832"/>
              <a:gd name="connsiteY81" fmla="*/ -89 h 194706"/>
              <a:gd name="connsiteX82" fmla="*/ 143965 w 484832"/>
              <a:gd name="connsiteY82" fmla="*/ 88524 h 194706"/>
              <a:gd name="connsiteX83" fmla="*/ 135071 w 484832"/>
              <a:gd name="connsiteY83" fmla="*/ 88524 h 194706"/>
              <a:gd name="connsiteX84" fmla="*/ 135071 w 484832"/>
              <a:gd name="connsiteY84" fmla="*/ -89 h 194706"/>
              <a:gd name="connsiteX85" fmla="*/ 27456 w 484832"/>
              <a:gd name="connsiteY85" fmla="*/ -89 h 194706"/>
              <a:gd name="connsiteX86" fmla="*/ 27456 w 484832"/>
              <a:gd name="connsiteY86" fmla="*/ 100907 h 194706"/>
              <a:gd name="connsiteX87" fmla="*/ -47 w 484832"/>
              <a:gd name="connsiteY87" fmla="*/ 192480 h 194706"/>
              <a:gd name="connsiteX88" fmla="*/ 24120 w 484832"/>
              <a:gd name="connsiteY88" fmla="*/ 192480 h 194706"/>
              <a:gd name="connsiteX89" fmla="*/ 36247 w 484832"/>
              <a:gd name="connsiteY89" fmla="*/ 151927 h 194706"/>
              <a:gd name="connsiteX90" fmla="*/ 39667 w 484832"/>
              <a:gd name="connsiteY90" fmla="*/ 151927 h 194706"/>
              <a:gd name="connsiteX91" fmla="*/ 59696 w 484832"/>
              <a:gd name="connsiteY91" fmla="*/ 192480 h 194706"/>
              <a:gd name="connsiteX92" fmla="*/ 89028 w 484832"/>
              <a:gd name="connsiteY92" fmla="*/ 192480 h 194706"/>
              <a:gd name="connsiteX93" fmla="*/ 69513 w 484832"/>
              <a:gd name="connsiteY93" fmla="*/ 151927 h 194706"/>
              <a:gd name="connsiteX94" fmla="*/ 113623 w 484832"/>
              <a:gd name="connsiteY94" fmla="*/ 151927 h 194706"/>
              <a:gd name="connsiteX95" fmla="*/ 101377 w 484832"/>
              <a:gd name="connsiteY95" fmla="*/ 192480 h 194706"/>
              <a:gd name="connsiteX96" fmla="*/ 127785 w 484832"/>
              <a:gd name="connsiteY96" fmla="*/ 192480 h 194706"/>
              <a:gd name="connsiteX97" fmla="*/ 139860 w 484832"/>
              <a:gd name="connsiteY97" fmla="*/ 152047 h 194706"/>
              <a:gd name="connsiteX98" fmla="*/ 145641 w 484832"/>
              <a:gd name="connsiteY98" fmla="*/ 152047 h 194706"/>
              <a:gd name="connsiteX99" fmla="*/ 145641 w 484832"/>
              <a:gd name="connsiteY99" fmla="*/ 151927 h 194706"/>
              <a:gd name="connsiteX100" fmla="*/ 204408 w 484832"/>
              <a:gd name="connsiteY100" fmla="*/ 151927 h 194706"/>
              <a:gd name="connsiteX101" fmla="*/ 192761 w 484832"/>
              <a:gd name="connsiteY101" fmla="*/ 192360 h 194706"/>
              <a:gd name="connsiteX102" fmla="*/ 219374 w 484832"/>
              <a:gd name="connsiteY102" fmla="*/ 192360 h 194706"/>
              <a:gd name="connsiteX103" fmla="*/ 230662 w 484832"/>
              <a:gd name="connsiteY103" fmla="*/ 151927 h 194706"/>
              <a:gd name="connsiteX104" fmla="*/ 242635 w 484832"/>
              <a:gd name="connsiteY104" fmla="*/ 151927 h 194706"/>
              <a:gd name="connsiteX105" fmla="*/ 242960 w 484832"/>
              <a:gd name="connsiteY105" fmla="*/ 192360 h 194706"/>
              <a:gd name="connsiteX106" fmla="*/ 265280 w 484832"/>
              <a:gd name="connsiteY106" fmla="*/ 192360 h 194706"/>
              <a:gd name="connsiteX107" fmla="*/ 290935 w 484832"/>
              <a:gd name="connsiteY107" fmla="*/ 151927 h 194706"/>
              <a:gd name="connsiteX108" fmla="*/ 307713 w 484832"/>
              <a:gd name="connsiteY108" fmla="*/ 151927 h 194706"/>
              <a:gd name="connsiteX109" fmla="*/ 299059 w 484832"/>
              <a:gd name="connsiteY109" fmla="*/ 192360 h 194706"/>
              <a:gd name="connsiteX110" fmla="*/ 325227 w 484832"/>
              <a:gd name="connsiteY110" fmla="*/ 192360 h 194706"/>
              <a:gd name="connsiteX111" fmla="*/ 333779 w 484832"/>
              <a:gd name="connsiteY111" fmla="*/ 151927 h 194706"/>
              <a:gd name="connsiteX112" fmla="*/ 348933 w 484832"/>
              <a:gd name="connsiteY112" fmla="*/ 151927 h 194706"/>
              <a:gd name="connsiteX113" fmla="*/ 359845 w 484832"/>
              <a:gd name="connsiteY113" fmla="*/ 183517 h 194706"/>
              <a:gd name="connsiteX114" fmla="*/ 397131 w 484832"/>
              <a:gd name="connsiteY114" fmla="*/ 194617 h 194706"/>
              <a:gd name="connsiteX115" fmla="*/ 445807 w 484832"/>
              <a:gd name="connsiteY115" fmla="*/ 188648 h 194706"/>
              <a:gd name="connsiteX116" fmla="*/ 454872 w 484832"/>
              <a:gd name="connsiteY116" fmla="*/ 151927 h 194706"/>
              <a:gd name="connsiteX117" fmla="*/ 484786 w 484832"/>
              <a:gd name="connsiteY117" fmla="*/ 151927 h 194706"/>
              <a:gd name="connsiteX118" fmla="*/ 484786 w 484832"/>
              <a:gd name="connsiteY118" fmla="*/ -89 h 194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484832" h="194706">
                <a:moveTo>
                  <a:pt x="480938" y="148130"/>
                </a:moveTo>
                <a:lnTo>
                  <a:pt x="455744" y="148130"/>
                </a:lnTo>
                <a:lnTo>
                  <a:pt x="459917" y="131488"/>
                </a:lnTo>
                <a:lnTo>
                  <a:pt x="409445" y="131488"/>
                </a:lnTo>
                <a:lnTo>
                  <a:pt x="405289" y="148130"/>
                </a:lnTo>
                <a:lnTo>
                  <a:pt x="380916" y="148130"/>
                </a:lnTo>
                <a:lnTo>
                  <a:pt x="380916" y="144709"/>
                </a:lnTo>
                <a:cubicBezTo>
                  <a:pt x="381293" y="142845"/>
                  <a:pt x="381618" y="140878"/>
                  <a:pt x="382079" y="138775"/>
                </a:cubicBezTo>
                <a:cubicBezTo>
                  <a:pt x="386526" y="120816"/>
                  <a:pt x="398311" y="103062"/>
                  <a:pt x="418715" y="103062"/>
                </a:cubicBezTo>
                <a:cubicBezTo>
                  <a:pt x="426771" y="103062"/>
                  <a:pt x="434792" y="106141"/>
                  <a:pt x="433698" y="117292"/>
                </a:cubicBezTo>
                <a:lnTo>
                  <a:pt x="463732" y="117292"/>
                </a:lnTo>
                <a:cubicBezTo>
                  <a:pt x="464912" y="112161"/>
                  <a:pt x="466896" y="103216"/>
                  <a:pt x="461234" y="95058"/>
                </a:cubicBezTo>
                <a:cubicBezTo>
                  <a:pt x="454821" y="86198"/>
                  <a:pt x="441942" y="82641"/>
                  <a:pt x="425214" y="82641"/>
                </a:cubicBezTo>
                <a:cubicBezTo>
                  <a:pt x="413328" y="82641"/>
                  <a:pt x="395933" y="84539"/>
                  <a:pt x="380916" y="94357"/>
                </a:cubicBezTo>
                <a:lnTo>
                  <a:pt x="380916" y="3708"/>
                </a:lnTo>
                <a:lnTo>
                  <a:pt x="480938" y="3708"/>
                </a:lnTo>
                <a:close/>
                <a:moveTo>
                  <a:pt x="421914" y="172537"/>
                </a:moveTo>
                <a:cubicBezTo>
                  <a:pt x="416372" y="173606"/>
                  <a:pt x="410745" y="174179"/>
                  <a:pt x="405101" y="174247"/>
                </a:cubicBezTo>
                <a:cubicBezTo>
                  <a:pt x="390683" y="174247"/>
                  <a:pt x="380643" y="167543"/>
                  <a:pt x="380438" y="151910"/>
                </a:cubicBezTo>
                <a:lnTo>
                  <a:pt x="427027" y="151910"/>
                </a:lnTo>
                <a:close/>
                <a:moveTo>
                  <a:pt x="364275" y="90064"/>
                </a:moveTo>
                <a:lnTo>
                  <a:pt x="364275" y="110759"/>
                </a:lnTo>
                <a:cubicBezTo>
                  <a:pt x="358044" y="119364"/>
                  <a:pt x="353522" y="129082"/>
                  <a:pt x="350951" y="139390"/>
                </a:cubicBezTo>
                <a:cubicBezTo>
                  <a:pt x="350195" y="142258"/>
                  <a:pt x="349663" y="145180"/>
                  <a:pt x="349360" y="148130"/>
                </a:cubicBezTo>
                <a:lnTo>
                  <a:pt x="334669" y="148130"/>
                </a:lnTo>
                <a:lnTo>
                  <a:pt x="347223" y="88524"/>
                </a:lnTo>
                <a:lnTo>
                  <a:pt x="304943" y="88524"/>
                </a:lnTo>
                <a:lnTo>
                  <a:pt x="267110" y="148164"/>
                </a:lnTo>
                <a:lnTo>
                  <a:pt x="264339" y="148164"/>
                </a:lnTo>
                <a:lnTo>
                  <a:pt x="264339" y="3759"/>
                </a:lnTo>
                <a:lnTo>
                  <a:pt x="364326" y="3759"/>
                </a:lnTo>
                <a:close/>
                <a:moveTo>
                  <a:pt x="308449" y="148130"/>
                </a:moveTo>
                <a:lnTo>
                  <a:pt x="293398" y="148130"/>
                </a:lnTo>
                <a:lnTo>
                  <a:pt x="316163" y="112315"/>
                </a:lnTo>
                <a:close/>
                <a:moveTo>
                  <a:pt x="247731" y="88388"/>
                </a:moveTo>
                <a:lnTo>
                  <a:pt x="222709" y="88388"/>
                </a:lnTo>
                <a:lnTo>
                  <a:pt x="205606" y="148130"/>
                </a:lnTo>
                <a:lnTo>
                  <a:pt x="179027" y="148130"/>
                </a:lnTo>
                <a:cubicBezTo>
                  <a:pt x="192538" y="143136"/>
                  <a:pt x="200765" y="133592"/>
                  <a:pt x="203314" y="119413"/>
                </a:cubicBezTo>
                <a:cubicBezTo>
                  <a:pt x="205400" y="108399"/>
                  <a:pt x="204408" y="101164"/>
                  <a:pt x="199893" y="95725"/>
                </a:cubicBezTo>
                <a:cubicBezTo>
                  <a:pt x="193154" y="87652"/>
                  <a:pt x="179642" y="88353"/>
                  <a:pt x="167653" y="88353"/>
                </a:cubicBezTo>
                <a:lnTo>
                  <a:pt x="147796" y="88353"/>
                </a:lnTo>
                <a:lnTo>
                  <a:pt x="147796" y="3759"/>
                </a:lnTo>
                <a:lnTo>
                  <a:pt x="247697" y="3759"/>
                </a:lnTo>
                <a:close/>
                <a:moveTo>
                  <a:pt x="231740" y="148130"/>
                </a:moveTo>
                <a:lnTo>
                  <a:pt x="242258" y="110759"/>
                </a:lnTo>
                <a:lnTo>
                  <a:pt x="242635" y="148130"/>
                </a:lnTo>
                <a:close/>
                <a:moveTo>
                  <a:pt x="158981" y="133934"/>
                </a:moveTo>
                <a:lnTo>
                  <a:pt x="158981" y="133934"/>
                </a:lnTo>
                <a:cubicBezTo>
                  <a:pt x="158007" y="133934"/>
                  <a:pt x="157032" y="134054"/>
                  <a:pt x="155920" y="134054"/>
                </a:cubicBezTo>
                <a:cubicBezTo>
                  <a:pt x="154466" y="134054"/>
                  <a:pt x="153320" y="134054"/>
                  <a:pt x="152243" y="134054"/>
                </a:cubicBezTo>
                <a:lnTo>
                  <a:pt x="145846" y="134054"/>
                </a:lnTo>
                <a:lnTo>
                  <a:pt x="148805" y="123125"/>
                </a:lnTo>
                <a:lnTo>
                  <a:pt x="150207" y="117686"/>
                </a:lnTo>
                <a:lnTo>
                  <a:pt x="153628" y="104961"/>
                </a:lnTo>
                <a:cubicBezTo>
                  <a:pt x="155116" y="104961"/>
                  <a:pt x="156570" y="104961"/>
                  <a:pt x="157972" y="104961"/>
                </a:cubicBezTo>
                <a:lnTo>
                  <a:pt x="162915" y="104961"/>
                </a:lnTo>
                <a:cubicBezTo>
                  <a:pt x="171467" y="104961"/>
                  <a:pt x="176718" y="105440"/>
                  <a:pt x="178668" y="108159"/>
                </a:cubicBezTo>
                <a:cubicBezTo>
                  <a:pt x="180156" y="110212"/>
                  <a:pt x="179967" y="113735"/>
                  <a:pt x="178206" y="119105"/>
                </a:cubicBezTo>
                <a:cubicBezTo>
                  <a:pt x="175196" y="128341"/>
                  <a:pt x="171364" y="133045"/>
                  <a:pt x="159084" y="133986"/>
                </a:cubicBezTo>
                <a:moveTo>
                  <a:pt x="131291" y="93741"/>
                </a:moveTo>
                <a:lnTo>
                  <a:pt x="129717" y="98872"/>
                </a:lnTo>
                <a:lnTo>
                  <a:pt x="115419" y="146471"/>
                </a:lnTo>
                <a:lnTo>
                  <a:pt x="114854" y="148181"/>
                </a:lnTo>
                <a:lnTo>
                  <a:pt x="67683" y="148181"/>
                </a:lnTo>
                <a:lnTo>
                  <a:pt x="64006" y="140365"/>
                </a:lnTo>
                <a:lnTo>
                  <a:pt x="114683" y="88524"/>
                </a:lnTo>
                <a:lnTo>
                  <a:pt x="82187" y="88524"/>
                </a:lnTo>
                <a:lnTo>
                  <a:pt x="42507" y="131283"/>
                </a:lnTo>
                <a:lnTo>
                  <a:pt x="55351" y="88524"/>
                </a:lnTo>
                <a:lnTo>
                  <a:pt x="31270" y="88524"/>
                </a:lnTo>
                <a:lnTo>
                  <a:pt x="31270" y="3759"/>
                </a:lnTo>
                <a:lnTo>
                  <a:pt x="131188" y="3759"/>
                </a:lnTo>
                <a:close/>
                <a:moveTo>
                  <a:pt x="377119" y="-89"/>
                </a:moveTo>
                <a:lnTo>
                  <a:pt x="377119" y="97076"/>
                </a:lnTo>
                <a:cubicBezTo>
                  <a:pt x="373861" y="99667"/>
                  <a:pt x="370856" y="102560"/>
                  <a:pt x="368140" y="105713"/>
                </a:cubicBezTo>
                <a:lnTo>
                  <a:pt x="368140" y="-89"/>
                </a:lnTo>
                <a:lnTo>
                  <a:pt x="260525" y="-89"/>
                </a:lnTo>
                <a:lnTo>
                  <a:pt x="260525" y="88388"/>
                </a:lnTo>
                <a:lnTo>
                  <a:pt x="251614" y="88388"/>
                </a:lnTo>
                <a:lnTo>
                  <a:pt x="251614" y="-89"/>
                </a:lnTo>
                <a:lnTo>
                  <a:pt x="143965" y="-89"/>
                </a:lnTo>
                <a:lnTo>
                  <a:pt x="143965" y="88524"/>
                </a:lnTo>
                <a:lnTo>
                  <a:pt x="135071" y="88524"/>
                </a:lnTo>
                <a:lnTo>
                  <a:pt x="135071" y="-89"/>
                </a:lnTo>
                <a:lnTo>
                  <a:pt x="27456" y="-89"/>
                </a:lnTo>
                <a:lnTo>
                  <a:pt x="27456" y="100907"/>
                </a:lnTo>
                <a:lnTo>
                  <a:pt x="-47" y="192480"/>
                </a:lnTo>
                <a:lnTo>
                  <a:pt x="24120" y="192480"/>
                </a:lnTo>
                <a:lnTo>
                  <a:pt x="36247" y="151927"/>
                </a:lnTo>
                <a:lnTo>
                  <a:pt x="39667" y="151927"/>
                </a:lnTo>
                <a:lnTo>
                  <a:pt x="59696" y="192480"/>
                </a:lnTo>
                <a:lnTo>
                  <a:pt x="89028" y="192480"/>
                </a:lnTo>
                <a:lnTo>
                  <a:pt x="69513" y="151927"/>
                </a:lnTo>
                <a:lnTo>
                  <a:pt x="113623" y="151927"/>
                </a:lnTo>
                <a:lnTo>
                  <a:pt x="101377" y="192480"/>
                </a:lnTo>
                <a:lnTo>
                  <a:pt x="127785" y="192480"/>
                </a:lnTo>
                <a:lnTo>
                  <a:pt x="139860" y="152047"/>
                </a:lnTo>
                <a:lnTo>
                  <a:pt x="145641" y="152047"/>
                </a:lnTo>
                <a:lnTo>
                  <a:pt x="145641" y="151927"/>
                </a:lnTo>
                <a:lnTo>
                  <a:pt x="204408" y="151927"/>
                </a:lnTo>
                <a:lnTo>
                  <a:pt x="192761" y="192360"/>
                </a:lnTo>
                <a:lnTo>
                  <a:pt x="219374" y="192360"/>
                </a:lnTo>
                <a:lnTo>
                  <a:pt x="230662" y="151927"/>
                </a:lnTo>
                <a:lnTo>
                  <a:pt x="242635" y="151927"/>
                </a:lnTo>
                <a:lnTo>
                  <a:pt x="242960" y="192360"/>
                </a:lnTo>
                <a:lnTo>
                  <a:pt x="265280" y="192360"/>
                </a:lnTo>
                <a:lnTo>
                  <a:pt x="290935" y="151927"/>
                </a:lnTo>
                <a:lnTo>
                  <a:pt x="307713" y="151927"/>
                </a:lnTo>
                <a:lnTo>
                  <a:pt x="299059" y="192360"/>
                </a:lnTo>
                <a:lnTo>
                  <a:pt x="325227" y="192360"/>
                </a:lnTo>
                <a:lnTo>
                  <a:pt x="333779" y="151927"/>
                </a:lnTo>
                <a:lnTo>
                  <a:pt x="348933" y="151927"/>
                </a:lnTo>
                <a:cubicBezTo>
                  <a:pt x="348334" y="164464"/>
                  <a:pt x="351533" y="175872"/>
                  <a:pt x="359845" y="183517"/>
                </a:cubicBezTo>
                <a:cubicBezTo>
                  <a:pt x="370004" y="192839"/>
                  <a:pt x="385603" y="194617"/>
                  <a:pt x="397131" y="194617"/>
                </a:cubicBezTo>
                <a:cubicBezTo>
                  <a:pt x="413526" y="194421"/>
                  <a:pt x="429850" y="192418"/>
                  <a:pt x="445807" y="188648"/>
                </a:cubicBezTo>
                <a:lnTo>
                  <a:pt x="454872" y="151927"/>
                </a:lnTo>
                <a:lnTo>
                  <a:pt x="484786" y="151927"/>
                </a:lnTo>
                <a:lnTo>
                  <a:pt x="484786" y="-89"/>
                </a:lnTo>
                <a:close/>
              </a:path>
            </a:pathLst>
          </a:custGeom>
          <a:solidFill>
            <a:schemeClr val="tx2"/>
          </a:solidFill>
          <a:ln w="1683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6182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62" r:id="rId1"/>
    <p:sldLayoutId id="2147484605" r:id="rId2"/>
  </p:sldLayoutIdLst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44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714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41313" indent="-1651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73088" indent="-2317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03275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719138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500" kern="1200">
          <a:solidFill>
            <a:schemeClr val="tx2"/>
          </a:solidFill>
          <a:latin typeface="+mn-lt"/>
          <a:ea typeface="+mn-ea"/>
          <a:cs typeface="+mn-cs"/>
        </a:defRPr>
      </a:lvl6pPr>
      <a:lvl7pPr marL="8969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7pPr>
      <a:lvl8pPr marL="10747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500" kern="1200">
          <a:solidFill>
            <a:schemeClr val="tx2"/>
          </a:solidFill>
          <a:latin typeface="+mn-lt"/>
          <a:ea typeface="+mn-ea"/>
          <a:cs typeface="+mn-cs"/>
        </a:defRPr>
      </a:lvl8pPr>
      <a:lvl9pPr marL="1257300" indent="-182563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702">
          <p15:clr>
            <a:srgbClr val="F26B43"/>
          </p15:clr>
        </p15:guide>
        <p15:guide id="2" pos="627">
          <p15:clr>
            <a:srgbClr val="F26B43"/>
          </p15:clr>
        </p15:guide>
        <p15:guide id="3" pos="7055">
          <p15:clr>
            <a:srgbClr val="F26B43"/>
          </p15:clr>
        </p15:guide>
        <p15:guide id="4" orient="horz" pos="838">
          <p15:clr>
            <a:srgbClr val="F26B43"/>
          </p15:clr>
        </p15:guide>
        <p15:guide id="5" orient="horz" pos="612">
          <p15:clr>
            <a:srgbClr val="F26B43"/>
          </p15:clr>
        </p15:guide>
        <p15:guide id="6" orient="horz" pos="272">
          <p15:clr>
            <a:srgbClr val="F26B43"/>
          </p15:clr>
        </p15:guide>
      </p15:sldGuideLst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1896" y="441591"/>
            <a:ext cx="10879104" cy="533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1895" y="1199054"/>
            <a:ext cx="10879104" cy="471395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Shape 8"/>
          <p:cNvSpPr txBox="1">
            <a:spLocks/>
          </p:cNvSpPr>
          <p:nvPr userDrawn="1"/>
        </p:nvSpPr>
        <p:spPr>
          <a:xfrm>
            <a:off x="10946607" y="6266997"/>
            <a:ext cx="242486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GB" sz="1000" smtClean="0">
                <a:solidFill>
                  <a:schemeClr val="accent2"/>
                </a:solidFill>
                <a:latin typeface="+mn-lt"/>
                <a:ea typeface="Arial"/>
                <a:cs typeface="Arial" panose="020B0604020202020204" pitchFamily="34" charset="0"/>
              </a:rPr>
              <a:pPr algn="r"/>
              <a:t>‹#›</a:t>
            </a:fld>
            <a:endParaRPr lang="en-GB" sz="1000">
              <a:solidFill>
                <a:schemeClr val="accent2"/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024B3B3-3138-44BB-8DDD-6BDCEF24DEDC}"/>
              </a:ext>
            </a:extLst>
          </p:cNvPr>
          <p:cNvCxnSpPr/>
          <p:nvPr userDrawn="1"/>
        </p:nvCxnSpPr>
        <p:spPr>
          <a:xfrm>
            <a:off x="10928548" y="6266997"/>
            <a:ext cx="0" cy="149412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C64B2DF-7F4F-4A38-98F8-CD0EC02935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20998" y="6320117"/>
            <a:ext cx="469647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600" kern="1200" noProof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rPr>
              <a:t>© </a:t>
            </a:r>
            <a:r>
              <a:rPr lang="en-US" sz="600" kern="1200" noProof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rPr>
              <a:t>2025 KPMG LLP, a Delaware limited liability partnership and a member firm of the KPMG global organization of independent member firms affiliated with KPMG International Limited, a private English company limited by guarantee. All rights reserved.</a:t>
            </a:r>
            <a:endParaRPr lang="en-GB" sz="600" kern="1200" noProof="0">
              <a:solidFill>
                <a:schemeClr val="bg1">
                  <a:lumMod val="65000"/>
                </a:schemeClr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9348061-72C9-478E-BD03-BEB5481046D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1800" y="6320118"/>
            <a:ext cx="428967" cy="17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338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08" r:id="rId1"/>
  </p:sldLayoutIdLst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4400" kern="1200">
          <a:solidFill>
            <a:srgbClr val="002060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sz="1500" b="1" kern="1200">
          <a:solidFill>
            <a:schemeClr val="accent2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sz="15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180975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•"/>
        <a:defRPr sz="1500" kern="1200">
          <a:solidFill>
            <a:schemeClr val="accent2"/>
          </a:solidFill>
          <a:latin typeface="+mn-lt"/>
          <a:ea typeface="+mn-ea"/>
          <a:cs typeface="+mn-cs"/>
        </a:defRPr>
      </a:lvl3pPr>
      <a:lvl4pPr marL="361950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-"/>
        <a:defRPr sz="1500" kern="1200">
          <a:solidFill>
            <a:schemeClr val="accent2"/>
          </a:solidFill>
          <a:latin typeface="+mn-lt"/>
          <a:ea typeface="+mn-ea"/>
          <a:cs typeface="+mn-cs"/>
        </a:defRPr>
      </a:lvl4pPr>
      <a:lvl5pPr marL="542925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•"/>
        <a:defRPr sz="1500" kern="1200" baseline="0">
          <a:solidFill>
            <a:schemeClr val="accent2"/>
          </a:solidFill>
          <a:latin typeface="+mn-lt"/>
          <a:ea typeface="+mn-ea"/>
          <a:cs typeface="+mn-cs"/>
        </a:defRPr>
      </a:lvl5pPr>
      <a:lvl6pPr marL="719138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500" kern="1200">
          <a:solidFill>
            <a:schemeClr val="tx2"/>
          </a:solidFill>
          <a:latin typeface="+mn-lt"/>
          <a:ea typeface="+mn-ea"/>
          <a:cs typeface="+mn-cs"/>
        </a:defRPr>
      </a:lvl6pPr>
      <a:lvl7pPr marL="8969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7pPr>
      <a:lvl8pPr marL="10747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500" kern="1200">
          <a:solidFill>
            <a:schemeClr val="tx2"/>
          </a:solidFill>
          <a:latin typeface="+mn-lt"/>
          <a:ea typeface="+mn-ea"/>
          <a:cs typeface="+mn-cs"/>
        </a:defRPr>
      </a:lvl8pPr>
      <a:lvl9pPr marL="1257300" indent="-182563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627">
          <p15:clr>
            <a:srgbClr val="F26B43"/>
          </p15:clr>
        </p15:guide>
        <p15:guide id="3" pos="7055">
          <p15:clr>
            <a:srgbClr val="F26B43"/>
          </p15:clr>
        </p15:guide>
        <p15:guide id="4" orient="horz" pos="838">
          <p15:clr>
            <a:srgbClr val="F26B43"/>
          </p15:clr>
        </p15:guide>
        <p15:guide id="5" orient="horz" pos="612">
          <p15:clr>
            <a:srgbClr val="F26B43"/>
          </p15:clr>
        </p15:guide>
        <p15:guide id="6" orient="horz" pos="272">
          <p15:clr>
            <a:srgbClr val="F26B43"/>
          </p15:clr>
        </p15:guide>
        <p15:guide id="7" orient="horz" pos="3702">
          <p15:clr>
            <a:srgbClr val="F26B43"/>
          </p15:clr>
        </p15:guide>
      </p15:sldGuideLst>
    </p:ext>
  </p:extLst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3B0ADAFF-E4BF-4540-B722-5036B0444DD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9"/>
            </p:custDataLst>
            <p:extLst>
              <p:ext uri="{D42A27DB-BD31-4B8C-83A1-F6EECF244321}">
                <p14:modId xmlns:p14="http://schemas.microsoft.com/office/powerpoint/2010/main" val="182485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0" imgW="347" imgH="348" progId="TCLayout.ActiveDocument.1">
                  <p:embed/>
                </p:oleObj>
              </mc:Choice>
              <mc:Fallback>
                <p:oleObj name="think-cell Slide" r:id="rId50" imgW="347" imgH="348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3B0ADAFF-E4BF-4540-B722-5036B0444D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5364" y="431800"/>
            <a:ext cx="10204450" cy="533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5362" y="1330325"/>
            <a:ext cx="10200683" cy="45466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Shape 8"/>
          <p:cNvSpPr txBox="1">
            <a:spLocks/>
          </p:cNvSpPr>
          <p:nvPr userDrawn="1"/>
        </p:nvSpPr>
        <p:spPr>
          <a:xfrm>
            <a:off x="10946607" y="6266997"/>
            <a:ext cx="242486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GB" sz="900" smtClean="0">
                <a:solidFill>
                  <a:schemeClr val="accent2"/>
                </a:solidFill>
                <a:latin typeface="+mn-lt"/>
                <a:ea typeface="Arial"/>
                <a:cs typeface="Arial" panose="020B0604020202020204" pitchFamily="34" charset="0"/>
              </a:rPr>
              <a:pPr algn="r"/>
              <a:t>‹#›</a:t>
            </a:fld>
            <a:endParaRPr lang="en-GB" sz="900">
              <a:solidFill>
                <a:schemeClr val="accent2"/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885684" y="6266997"/>
            <a:ext cx="466751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kern="1200" noProof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rPr>
              <a:t>© 2025 KPMG LLP, a Delaware limited liability partnership and a member firm of the KPMG global organization of independent member firms affiliated with KPMG International Limited, a private English company limited by guarantee. All rights reserved. </a:t>
            </a:r>
          </a:p>
        </p:txBody>
      </p:sp>
      <p:sp>
        <p:nvSpPr>
          <p:cNvPr id="4" name="Graphic 8">
            <a:extLst>
              <a:ext uri="{FF2B5EF4-FFF2-40B4-BE49-F238E27FC236}">
                <a16:creationId xmlns:a16="http://schemas.microsoft.com/office/drawing/2014/main" id="{9AC77B96-D96C-4FA2-858B-DEE0A3A7B7B6}"/>
              </a:ext>
            </a:extLst>
          </p:cNvPr>
          <p:cNvSpPr/>
          <p:nvPr/>
        </p:nvSpPr>
        <p:spPr>
          <a:xfrm>
            <a:off x="1003200" y="6266996"/>
            <a:ext cx="484832" cy="194706"/>
          </a:xfrm>
          <a:custGeom>
            <a:avLst/>
            <a:gdLst>
              <a:gd name="connsiteX0" fmla="*/ 480938 w 484832"/>
              <a:gd name="connsiteY0" fmla="*/ 148130 h 194706"/>
              <a:gd name="connsiteX1" fmla="*/ 455744 w 484832"/>
              <a:gd name="connsiteY1" fmla="*/ 148130 h 194706"/>
              <a:gd name="connsiteX2" fmla="*/ 459917 w 484832"/>
              <a:gd name="connsiteY2" fmla="*/ 131488 h 194706"/>
              <a:gd name="connsiteX3" fmla="*/ 409445 w 484832"/>
              <a:gd name="connsiteY3" fmla="*/ 131488 h 194706"/>
              <a:gd name="connsiteX4" fmla="*/ 405289 w 484832"/>
              <a:gd name="connsiteY4" fmla="*/ 148130 h 194706"/>
              <a:gd name="connsiteX5" fmla="*/ 380916 w 484832"/>
              <a:gd name="connsiteY5" fmla="*/ 148130 h 194706"/>
              <a:gd name="connsiteX6" fmla="*/ 380916 w 484832"/>
              <a:gd name="connsiteY6" fmla="*/ 144709 h 194706"/>
              <a:gd name="connsiteX7" fmla="*/ 382079 w 484832"/>
              <a:gd name="connsiteY7" fmla="*/ 138775 h 194706"/>
              <a:gd name="connsiteX8" fmla="*/ 418715 w 484832"/>
              <a:gd name="connsiteY8" fmla="*/ 103062 h 194706"/>
              <a:gd name="connsiteX9" fmla="*/ 433698 w 484832"/>
              <a:gd name="connsiteY9" fmla="*/ 117292 h 194706"/>
              <a:gd name="connsiteX10" fmla="*/ 463732 w 484832"/>
              <a:gd name="connsiteY10" fmla="*/ 117292 h 194706"/>
              <a:gd name="connsiteX11" fmla="*/ 461234 w 484832"/>
              <a:gd name="connsiteY11" fmla="*/ 95058 h 194706"/>
              <a:gd name="connsiteX12" fmla="*/ 425214 w 484832"/>
              <a:gd name="connsiteY12" fmla="*/ 82641 h 194706"/>
              <a:gd name="connsiteX13" fmla="*/ 380916 w 484832"/>
              <a:gd name="connsiteY13" fmla="*/ 94357 h 194706"/>
              <a:gd name="connsiteX14" fmla="*/ 380916 w 484832"/>
              <a:gd name="connsiteY14" fmla="*/ 3708 h 194706"/>
              <a:gd name="connsiteX15" fmla="*/ 480938 w 484832"/>
              <a:gd name="connsiteY15" fmla="*/ 3708 h 194706"/>
              <a:gd name="connsiteX16" fmla="*/ 421914 w 484832"/>
              <a:gd name="connsiteY16" fmla="*/ 172537 h 194706"/>
              <a:gd name="connsiteX17" fmla="*/ 405101 w 484832"/>
              <a:gd name="connsiteY17" fmla="*/ 174247 h 194706"/>
              <a:gd name="connsiteX18" fmla="*/ 380438 w 484832"/>
              <a:gd name="connsiteY18" fmla="*/ 151910 h 194706"/>
              <a:gd name="connsiteX19" fmla="*/ 427027 w 484832"/>
              <a:gd name="connsiteY19" fmla="*/ 151910 h 194706"/>
              <a:gd name="connsiteX20" fmla="*/ 364275 w 484832"/>
              <a:gd name="connsiteY20" fmla="*/ 90064 h 194706"/>
              <a:gd name="connsiteX21" fmla="*/ 364275 w 484832"/>
              <a:gd name="connsiteY21" fmla="*/ 110759 h 194706"/>
              <a:gd name="connsiteX22" fmla="*/ 350951 w 484832"/>
              <a:gd name="connsiteY22" fmla="*/ 139390 h 194706"/>
              <a:gd name="connsiteX23" fmla="*/ 349360 w 484832"/>
              <a:gd name="connsiteY23" fmla="*/ 148130 h 194706"/>
              <a:gd name="connsiteX24" fmla="*/ 334669 w 484832"/>
              <a:gd name="connsiteY24" fmla="*/ 148130 h 194706"/>
              <a:gd name="connsiteX25" fmla="*/ 347223 w 484832"/>
              <a:gd name="connsiteY25" fmla="*/ 88524 h 194706"/>
              <a:gd name="connsiteX26" fmla="*/ 304943 w 484832"/>
              <a:gd name="connsiteY26" fmla="*/ 88524 h 194706"/>
              <a:gd name="connsiteX27" fmla="*/ 267110 w 484832"/>
              <a:gd name="connsiteY27" fmla="*/ 148164 h 194706"/>
              <a:gd name="connsiteX28" fmla="*/ 264339 w 484832"/>
              <a:gd name="connsiteY28" fmla="*/ 148164 h 194706"/>
              <a:gd name="connsiteX29" fmla="*/ 264339 w 484832"/>
              <a:gd name="connsiteY29" fmla="*/ 3759 h 194706"/>
              <a:gd name="connsiteX30" fmla="*/ 364326 w 484832"/>
              <a:gd name="connsiteY30" fmla="*/ 3759 h 194706"/>
              <a:gd name="connsiteX31" fmla="*/ 308449 w 484832"/>
              <a:gd name="connsiteY31" fmla="*/ 148130 h 194706"/>
              <a:gd name="connsiteX32" fmla="*/ 293398 w 484832"/>
              <a:gd name="connsiteY32" fmla="*/ 148130 h 194706"/>
              <a:gd name="connsiteX33" fmla="*/ 316163 w 484832"/>
              <a:gd name="connsiteY33" fmla="*/ 112315 h 194706"/>
              <a:gd name="connsiteX34" fmla="*/ 247731 w 484832"/>
              <a:gd name="connsiteY34" fmla="*/ 88388 h 194706"/>
              <a:gd name="connsiteX35" fmla="*/ 222709 w 484832"/>
              <a:gd name="connsiteY35" fmla="*/ 88388 h 194706"/>
              <a:gd name="connsiteX36" fmla="*/ 205606 w 484832"/>
              <a:gd name="connsiteY36" fmla="*/ 148130 h 194706"/>
              <a:gd name="connsiteX37" fmla="*/ 179027 w 484832"/>
              <a:gd name="connsiteY37" fmla="*/ 148130 h 194706"/>
              <a:gd name="connsiteX38" fmla="*/ 203314 w 484832"/>
              <a:gd name="connsiteY38" fmla="*/ 119413 h 194706"/>
              <a:gd name="connsiteX39" fmla="*/ 199893 w 484832"/>
              <a:gd name="connsiteY39" fmla="*/ 95725 h 194706"/>
              <a:gd name="connsiteX40" fmla="*/ 167653 w 484832"/>
              <a:gd name="connsiteY40" fmla="*/ 88353 h 194706"/>
              <a:gd name="connsiteX41" fmla="*/ 147796 w 484832"/>
              <a:gd name="connsiteY41" fmla="*/ 88353 h 194706"/>
              <a:gd name="connsiteX42" fmla="*/ 147796 w 484832"/>
              <a:gd name="connsiteY42" fmla="*/ 3759 h 194706"/>
              <a:gd name="connsiteX43" fmla="*/ 247697 w 484832"/>
              <a:gd name="connsiteY43" fmla="*/ 3759 h 194706"/>
              <a:gd name="connsiteX44" fmla="*/ 231740 w 484832"/>
              <a:gd name="connsiteY44" fmla="*/ 148130 h 194706"/>
              <a:gd name="connsiteX45" fmla="*/ 242258 w 484832"/>
              <a:gd name="connsiteY45" fmla="*/ 110759 h 194706"/>
              <a:gd name="connsiteX46" fmla="*/ 242635 w 484832"/>
              <a:gd name="connsiteY46" fmla="*/ 148130 h 194706"/>
              <a:gd name="connsiteX47" fmla="*/ 158981 w 484832"/>
              <a:gd name="connsiteY47" fmla="*/ 133934 h 194706"/>
              <a:gd name="connsiteX48" fmla="*/ 158981 w 484832"/>
              <a:gd name="connsiteY48" fmla="*/ 133934 h 194706"/>
              <a:gd name="connsiteX49" fmla="*/ 155920 w 484832"/>
              <a:gd name="connsiteY49" fmla="*/ 134054 h 194706"/>
              <a:gd name="connsiteX50" fmla="*/ 152243 w 484832"/>
              <a:gd name="connsiteY50" fmla="*/ 134054 h 194706"/>
              <a:gd name="connsiteX51" fmla="*/ 145846 w 484832"/>
              <a:gd name="connsiteY51" fmla="*/ 134054 h 194706"/>
              <a:gd name="connsiteX52" fmla="*/ 148805 w 484832"/>
              <a:gd name="connsiteY52" fmla="*/ 123125 h 194706"/>
              <a:gd name="connsiteX53" fmla="*/ 150207 w 484832"/>
              <a:gd name="connsiteY53" fmla="*/ 117686 h 194706"/>
              <a:gd name="connsiteX54" fmla="*/ 153628 w 484832"/>
              <a:gd name="connsiteY54" fmla="*/ 104961 h 194706"/>
              <a:gd name="connsiteX55" fmla="*/ 157972 w 484832"/>
              <a:gd name="connsiteY55" fmla="*/ 104961 h 194706"/>
              <a:gd name="connsiteX56" fmla="*/ 162915 w 484832"/>
              <a:gd name="connsiteY56" fmla="*/ 104961 h 194706"/>
              <a:gd name="connsiteX57" fmla="*/ 178668 w 484832"/>
              <a:gd name="connsiteY57" fmla="*/ 108159 h 194706"/>
              <a:gd name="connsiteX58" fmla="*/ 178206 w 484832"/>
              <a:gd name="connsiteY58" fmla="*/ 119105 h 194706"/>
              <a:gd name="connsiteX59" fmla="*/ 159084 w 484832"/>
              <a:gd name="connsiteY59" fmla="*/ 133986 h 194706"/>
              <a:gd name="connsiteX60" fmla="*/ 131291 w 484832"/>
              <a:gd name="connsiteY60" fmla="*/ 93741 h 194706"/>
              <a:gd name="connsiteX61" fmla="*/ 129717 w 484832"/>
              <a:gd name="connsiteY61" fmla="*/ 98872 h 194706"/>
              <a:gd name="connsiteX62" fmla="*/ 115419 w 484832"/>
              <a:gd name="connsiteY62" fmla="*/ 146471 h 194706"/>
              <a:gd name="connsiteX63" fmla="*/ 114854 w 484832"/>
              <a:gd name="connsiteY63" fmla="*/ 148181 h 194706"/>
              <a:gd name="connsiteX64" fmla="*/ 67683 w 484832"/>
              <a:gd name="connsiteY64" fmla="*/ 148181 h 194706"/>
              <a:gd name="connsiteX65" fmla="*/ 64006 w 484832"/>
              <a:gd name="connsiteY65" fmla="*/ 140365 h 194706"/>
              <a:gd name="connsiteX66" fmla="*/ 114683 w 484832"/>
              <a:gd name="connsiteY66" fmla="*/ 88524 h 194706"/>
              <a:gd name="connsiteX67" fmla="*/ 82187 w 484832"/>
              <a:gd name="connsiteY67" fmla="*/ 88524 h 194706"/>
              <a:gd name="connsiteX68" fmla="*/ 42507 w 484832"/>
              <a:gd name="connsiteY68" fmla="*/ 131283 h 194706"/>
              <a:gd name="connsiteX69" fmla="*/ 55351 w 484832"/>
              <a:gd name="connsiteY69" fmla="*/ 88524 h 194706"/>
              <a:gd name="connsiteX70" fmla="*/ 31270 w 484832"/>
              <a:gd name="connsiteY70" fmla="*/ 88524 h 194706"/>
              <a:gd name="connsiteX71" fmla="*/ 31270 w 484832"/>
              <a:gd name="connsiteY71" fmla="*/ 3759 h 194706"/>
              <a:gd name="connsiteX72" fmla="*/ 131188 w 484832"/>
              <a:gd name="connsiteY72" fmla="*/ 3759 h 194706"/>
              <a:gd name="connsiteX73" fmla="*/ 377119 w 484832"/>
              <a:gd name="connsiteY73" fmla="*/ -89 h 194706"/>
              <a:gd name="connsiteX74" fmla="*/ 377119 w 484832"/>
              <a:gd name="connsiteY74" fmla="*/ 97076 h 194706"/>
              <a:gd name="connsiteX75" fmla="*/ 368140 w 484832"/>
              <a:gd name="connsiteY75" fmla="*/ 105713 h 194706"/>
              <a:gd name="connsiteX76" fmla="*/ 368140 w 484832"/>
              <a:gd name="connsiteY76" fmla="*/ -89 h 194706"/>
              <a:gd name="connsiteX77" fmla="*/ 260525 w 484832"/>
              <a:gd name="connsiteY77" fmla="*/ -89 h 194706"/>
              <a:gd name="connsiteX78" fmla="*/ 260525 w 484832"/>
              <a:gd name="connsiteY78" fmla="*/ 88388 h 194706"/>
              <a:gd name="connsiteX79" fmla="*/ 251614 w 484832"/>
              <a:gd name="connsiteY79" fmla="*/ 88388 h 194706"/>
              <a:gd name="connsiteX80" fmla="*/ 251614 w 484832"/>
              <a:gd name="connsiteY80" fmla="*/ -89 h 194706"/>
              <a:gd name="connsiteX81" fmla="*/ 143965 w 484832"/>
              <a:gd name="connsiteY81" fmla="*/ -89 h 194706"/>
              <a:gd name="connsiteX82" fmla="*/ 143965 w 484832"/>
              <a:gd name="connsiteY82" fmla="*/ 88524 h 194706"/>
              <a:gd name="connsiteX83" fmla="*/ 135071 w 484832"/>
              <a:gd name="connsiteY83" fmla="*/ 88524 h 194706"/>
              <a:gd name="connsiteX84" fmla="*/ 135071 w 484832"/>
              <a:gd name="connsiteY84" fmla="*/ -89 h 194706"/>
              <a:gd name="connsiteX85" fmla="*/ 27456 w 484832"/>
              <a:gd name="connsiteY85" fmla="*/ -89 h 194706"/>
              <a:gd name="connsiteX86" fmla="*/ 27456 w 484832"/>
              <a:gd name="connsiteY86" fmla="*/ 100907 h 194706"/>
              <a:gd name="connsiteX87" fmla="*/ -47 w 484832"/>
              <a:gd name="connsiteY87" fmla="*/ 192480 h 194706"/>
              <a:gd name="connsiteX88" fmla="*/ 24120 w 484832"/>
              <a:gd name="connsiteY88" fmla="*/ 192480 h 194706"/>
              <a:gd name="connsiteX89" fmla="*/ 36247 w 484832"/>
              <a:gd name="connsiteY89" fmla="*/ 151927 h 194706"/>
              <a:gd name="connsiteX90" fmla="*/ 39667 w 484832"/>
              <a:gd name="connsiteY90" fmla="*/ 151927 h 194706"/>
              <a:gd name="connsiteX91" fmla="*/ 59696 w 484832"/>
              <a:gd name="connsiteY91" fmla="*/ 192480 h 194706"/>
              <a:gd name="connsiteX92" fmla="*/ 89028 w 484832"/>
              <a:gd name="connsiteY92" fmla="*/ 192480 h 194706"/>
              <a:gd name="connsiteX93" fmla="*/ 69513 w 484832"/>
              <a:gd name="connsiteY93" fmla="*/ 151927 h 194706"/>
              <a:gd name="connsiteX94" fmla="*/ 113623 w 484832"/>
              <a:gd name="connsiteY94" fmla="*/ 151927 h 194706"/>
              <a:gd name="connsiteX95" fmla="*/ 101377 w 484832"/>
              <a:gd name="connsiteY95" fmla="*/ 192480 h 194706"/>
              <a:gd name="connsiteX96" fmla="*/ 127785 w 484832"/>
              <a:gd name="connsiteY96" fmla="*/ 192480 h 194706"/>
              <a:gd name="connsiteX97" fmla="*/ 139860 w 484832"/>
              <a:gd name="connsiteY97" fmla="*/ 152047 h 194706"/>
              <a:gd name="connsiteX98" fmla="*/ 145641 w 484832"/>
              <a:gd name="connsiteY98" fmla="*/ 152047 h 194706"/>
              <a:gd name="connsiteX99" fmla="*/ 145641 w 484832"/>
              <a:gd name="connsiteY99" fmla="*/ 151927 h 194706"/>
              <a:gd name="connsiteX100" fmla="*/ 204408 w 484832"/>
              <a:gd name="connsiteY100" fmla="*/ 151927 h 194706"/>
              <a:gd name="connsiteX101" fmla="*/ 192761 w 484832"/>
              <a:gd name="connsiteY101" fmla="*/ 192360 h 194706"/>
              <a:gd name="connsiteX102" fmla="*/ 219374 w 484832"/>
              <a:gd name="connsiteY102" fmla="*/ 192360 h 194706"/>
              <a:gd name="connsiteX103" fmla="*/ 230662 w 484832"/>
              <a:gd name="connsiteY103" fmla="*/ 151927 h 194706"/>
              <a:gd name="connsiteX104" fmla="*/ 242635 w 484832"/>
              <a:gd name="connsiteY104" fmla="*/ 151927 h 194706"/>
              <a:gd name="connsiteX105" fmla="*/ 242960 w 484832"/>
              <a:gd name="connsiteY105" fmla="*/ 192360 h 194706"/>
              <a:gd name="connsiteX106" fmla="*/ 265280 w 484832"/>
              <a:gd name="connsiteY106" fmla="*/ 192360 h 194706"/>
              <a:gd name="connsiteX107" fmla="*/ 290935 w 484832"/>
              <a:gd name="connsiteY107" fmla="*/ 151927 h 194706"/>
              <a:gd name="connsiteX108" fmla="*/ 307713 w 484832"/>
              <a:gd name="connsiteY108" fmla="*/ 151927 h 194706"/>
              <a:gd name="connsiteX109" fmla="*/ 299059 w 484832"/>
              <a:gd name="connsiteY109" fmla="*/ 192360 h 194706"/>
              <a:gd name="connsiteX110" fmla="*/ 325227 w 484832"/>
              <a:gd name="connsiteY110" fmla="*/ 192360 h 194706"/>
              <a:gd name="connsiteX111" fmla="*/ 333779 w 484832"/>
              <a:gd name="connsiteY111" fmla="*/ 151927 h 194706"/>
              <a:gd name="connsiteX112" fmla="*/ 348933 w 484832"/>
              <a:gd name="connsiteY112" fmla="*/ 151927 h 194706"/>
              <a:gd name="connsiteX113" fmla="*/ 359845 w 484832"/>
              <a:gd name="connsiteY113" fmla="*/ 183517 h 194706"/>
              <a:gd name="connsiteX114" fmla="*/ 397131 w 484832"/>
              <a:gd name="connsiteY114" fmla="*/ 194617 h 194706"/>
              <a:gd name="connsiteX115" fmla="*/ 445807 w 484832"/>
              <a:gd name="connsiteY115" fmla="*/ 188648 h 194706"/>
              <a:gd name="connsiteX116" fmla="*/ 454872 w 484832"/>
              <a:gd name="connsiteY116" fmla="*/ 151927 h 194706"/>
              <a:gd name="connsiteX117" fmla="*/ 484786 w 484832"/>
              <a:gd name="connsiteY117" fmla="*/ 151927 h 194706"/>
              <a:gd name="connsiteX118" fmla="*/ 484786 w 484832"/>
              <a:gd name="connsiteY118" fmla="*/ -89 h 194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484832" h="194706">
                <a:moveTo>
                  <a:pt x="480938" y="148130"/>
                </a:moveTo>
                <a:lnTo>
                  <a:pt x="455744" y="148130"/>
                </a:lnTo>
                <a:lnTo>
                  <a:pt x="459917" y="131488"/>
                </a:lnTo>
                <a:lnTo>
                  <a:pt x="409445" y="131488"/>
                </a:lnTo>
                <a:lnTo>
                  <a:pt x="405289" y="148130"/>
                </a:lnTo>
                <a:lnTo>
                  <a:pt x="380916" y="148130"/>
                </a:lnTo>
                <a:lnTo>
                  <a:pt x="380916" y="144709"/>
                </a:lnTo>
                <a:cubicBezTo>
                  <a:pt x="381293" y="142845"/>
                  <a:pt x="381618" y="140878"/>
                  <a:pt x="382079" y="138775"/>
                </a:cubicBezTo>
                <a:cubicBezTo>
                  <a:pt x="386526" y="120816"/>
                  <a:pt x="398311" y="103062"/>
                  <a:pt x="418715" y="103062"/>
                </a:cubicBezTo>
                <a:cubicBezTo>
                  <a:pt x="426771" y="103062"/>
                  <a:pt x="434792" y="106141"/>
                  <a:pt x="433698" y="117292"/>
                </a:cubicBezTo>
                <a:lnTo>
                  <a:pt x="463732" y="117292"/>
                </a:lnTo>
                <a:cubicBezTo>
                  <a:pt x="464912" y="112161"/>
                  <a:pt x="466896" y="103216"/>
                  <a:pt x="461234" y="95058"/>
                </a:cubicBezTo>
                <a:cubicBezTo>
                  <a:pt x="454821" y="86198"/>
                  <a:pt x="441942" y="82641"/>
                  <a:pt x="425214" y="82641"/>
                </a:cubicBezTo>
                <a:cubicBezTo>
                  <a:pt x="413328" y="82641"/>
                  <a:pt x="395933" y="84539"/>
                  <a:pt x="380916" y="94357"/>
                </a:cubicBezTo>
                <a:lnTo>
                  <a:pt x="380916" y="3708"/>
                </a:lnTo>
                <a:lnTo>
                  <a:pt x="480938" y="3708"/>
                </a:lnTo>
                <a:close/>
                <a:moveTo>
                  <a:pt x="421914" y="172537"/>
                </a:moveTo>
                <a:cubicBezTo>
                  <a:pt x="416372" y="173606"/>
                  <a:pt x="410745" y="174179"/>
                  <a:pt x="405101" y="174247"/>
                </a:cubicBezTo>
                <a:cubicBezTo>
                  <a:pt x="390683" y="174247"/>
                  <a:pt x="380643" y="167543"/>
                  <a:pt x="380438" y="151910"/>
                </a:cubicBezTo>
                <a:lnTo>
                  <a:pt x="427027" y="151910"/>
                </a:lnTo>
                <a:close/>
                <a:moveTo>
                  <a:pt x="364275" y="90064"/>
                </a:moveTo>
                <a:lnTo>
                  <a:pt x="364275" y="110759"/>
                </a:lnTo>
                <a:cubicBezTo>
                  <a:pt x="358044" y="119364"/>
                  <a:pt x="353522" y="129082"/>
                  <a:pt x="350951" y="139390"/>
                </a:cubicBezTo>
                <a:cubicBezTo>
                  <a:pt x="350195" y="142258"/>
                  <a:pt x="349663" y="145180"/>
                  <a:pt x="349360" y="148130"/>
                </a:cubicBezTo>
                <a:lnTo>
                  <a:pt x="334669" y="148130"/>
                </a:lnTo>
                <a:lnTo>
                  <a:pt x="347223" y="88524"/>
                </a:lnTo>
                <a:lnTo>
                  <a:pt x="304943" y="88524"/>
                </a:lnTo>
                <a:lnTo>
                  <a:pt x="267110" y="148164"/>
                </a:lnTo>
                <a:lnTo>
                  <a:pt x="264339" y="148164"/>
                </a:lnTo>
                <a:lnTo>
                  <a:pt x="264339" y="3759"/>
                </a:lnTo>
                <a:lnTo>
                  <a:pt x="364326" y="3759"/>
                </a:lnTo>
                <a:close/>
                <a:moveTo>
                  <a:pt x="308449" y="148130"/>
                </a:moveTo>
                <a:lnTo>
                  <a:pt x="293398" y="148130"/>
                </a:lnTo>
                <a:lnTo>
                  <a:pt x="316163" y="112315"/>
                </a:lnTo>
                <a:close/>
                <a:moveTo>
                  <a:pt x="247731" y="88388"/>
                </a:moveTo>
                <a:lnTo>
                  <a:pt x="222709" y="88388"/>
                </a:lnTo>
                <a:lnTo>
                  <a:pt x="205606" y="148130"/>
                </a:lnTo>
                <a:lnTo>
                  <a:pt x="179027" y="148130"/>
                </a:lnTo>
                <a:cubicBezTo>
                  <a:pt x="192538" y="143136"/>
                  <a:pt x="200765" y="133592"/>
                  <a:pt x="203314" y="119413"/>
                </a:cubicBezTo>
                <a:cubicBezTo>
                  <a:pt x="205400" y="108399"/>
                  <a:pt x="204408" y="101164"/>
                  <a:pt x="199893" y="95725"/>
                </a:cubicBezTo>
                <a:cubicBezTo>
                  <a:pt x="193154" y="87652"/>
                  <a:pt x="179642" y="88353"/>
                  <a:pt x="167653" y="88353"/>
                </a:cubicBezTo>
                <a:lnTo>
                  <a:pt x="147796" y="88353"/>
                </a:lnTo>
                <a:lnTo>
                  <a:pt x="147796" y="3759"/>
                </a:lnTo>
                <a:lnTo>
                  <a:pt x="247697" y="3759"/>
                </a:lnTo>
                <a:close/>
                <a:moveTo>
                  <a:pt x="231740" y="148130"/>
                </a:moveTo>
                <a:lnTo>
                  <a:pt x="242258" y="110759"/>
                </a:lnTo>
                <a:lnTo>
                  <a:pt x="242635" y="148130"/>
                </a:lnTo>
                <a:close/>
                <a:moveTo>
                  <a:pt x="158981" y="133934"/>
                </a:moveTo>
                <a:lnTo>
                  <a:pt x="158981" y="133934"/>
                </a:lnTo>
                <a:cubicBezTo>
                  <a:pt x="158007" y="133934"/>
                  <a:pt x="157032" y="134054"/>
                  <a:pt x="155920" y="134054"/>
                </a:cubicBezTo>
                <a:cubicBezTo>
                  <a:pt x="154466" y="134054"/>
                  <a:pt x="153320" y="134054"/>
                  <a:pt x="152243" y="134054"/>
                </a:cubicBezTo>
                <a:lnTo>
                  <a:pt x="145846" y="134054"/>
                </a:lnTo>
                <a:lnTo>
                  <a:pt x="148805" y="123125"/>
                </a:lnTo>
                <a:lnTo>
                  <a:pt x="150207" y="117686"/>
                </a:lnTo>
                <a:lnTo>
                  <a:pt x="153628" y="104961"/>
                </a:lnTo>
                <a:cubicBezTo>
                  <a:pt x="155116" y="104961"/>
                  <a:pt x="156570" y="104961"/>
                  <a:pt x="157972" y="104961"/>
                </a:cubicBezTo>
                <a:lnTo>
                  <a:pt x="162915" y="104961"/>
                </a:lnTo>
                <a:cubicBezTo>
                  <a:pt x="171467" y="104961"/>
                  <a:pt x="176718" y="105440"/>
                  <a:pt x="178668" y="108159"/>
                </a:cubicBezTo>
                <a:cubicBezTo>
                  <a:pt x="180156" y="110212"/>
                  <a:pt x="179967" y="113735"/>
                  <a:pt x="178206" y="119105"/>
                </a:cubicBezTo>
                <a:cubicBezTo>
                  <a:pt x="175196" y="128341"/>
                  <a:pt x="171364" y="133045"/>
                  <a:pt x="159084" y="133986"/>
                </a:cubicBezTo>
                <a:moveTo>
                  <a:pt x="131291" y="93741"/>
                </a:moveTo>
                <a:lnTo>
                  <a:pt x="129717" y="98872"/>
                </a:lnTo>
                <a:lnTo>
                  <a:pt x="115419" y="146471"/>
                </a:lnTo>
                <a:lnTo>
                  <a:pt x="114854" y="148181"/>
                </a:lnTo>
                <a:lnTo>
                  <a:pt x="67683" y="148181"/>
                </a:lnTo>
                <a:lnTo>
                  <a:pt x="64006" y="140365"/>
                </a:lnTo>
                <a:lnTo>
                  <a:pt x="114683" y="88524"/>
                </a:lnTo>
                <a:lnTo>
                  <a:pt x="82187" y="88524"/>
                </a:lnTo>
                <a:lnTo>
                  <a:pt x="42507" y="131283"/>
                </a:lnTo>
                <a:lnTo>
                  <a:pt x="55351" y="88524"/>
                </a:lnTo>
                <a:lnTo>
                  <a:pt x="31270" y="88524"/>
                </a:lnTo>
                <a:lnTo>
                  <a:pt x="31270" y="3759"/>
                </a:lnTo>
                <a:lnTo>
                  <a:pt x="131188" y="3759"/>
                </a:lnTo>
                <a:close/>
                <a:moveTo>
                  <a:pt x="377119" y="-89"/>
                </a:moveTo>
                <a:lnTo>
                  <a:pt x="377119" y="97076"/>
                </a:lnTo>
                <a:cubicBezTo>
                  <a:pt x="373861" y="99667"/>
                  <a:pt x="370856" y="102560"/>
                  <a:pt x="368140" y="105713"/>
                </a:cubicBezTo>
                <a:lnTo>
                  <a:pt x="368140" y="-89"/>
                </a:lnTo>
                <a:lnTo>
                  <a:pt x="260525" y="-89"/>
                </a:lnTo>
                <a:lnTo>
                  <a:pt x="260525" y="88388"/>
                </a:lnTo>
                <a:lnTo>
                  <a:pt x="251614" y="88388"/>
                </a:lnTo>
                <a:lnTo>
                  <a:pt x="251614" y="-89"/>
                </a:lnTo>
                <a:lnTo>
                  <a:pt x="143965" y="-89"/>
                </a:lnTo>
                <a:lnTo>
                  <a:pt x="143965" y="88524"/>
                </a:lnTo>
                <a:lnTo>
                  <a:pt x="135071" y="88524"/>
                </a:lnTo>
                <a:lnTo>
                  <a:pt x="135071" y="-89"/>
                </a:lnTo>
                <a:lnTo>
                  <a:pt x="27456" y="-89"/>
                </a:lnTo>
                <a:lnTo>
                  <a:pt x="27456" y="100907"/>
                </a:lnTo>
                <a:lnTo>
                  <a:pt x="-47" y="192480"/>
                </a:lnTo>
                <a:lnTo>
                  <a:pt x="24120" y="192480"/>
                </a:lnTo>
                <a:lnTo>
                  <a:pt x="36247" y="151927"/>
                </a:lnTo>
                <a:lnTo>
                  <a:pt x="39667" y="151927"/>
                </a:lnTo>
                <a:lnTo>
                  <a:pt x="59696" y="192480"/>
                </a:lnTo>
                <a:lnTo>
                  <a:pt x="89028" y="192480"/>
                </a:lnTo>
                <a:lnTo>
                  <a:pt x="69513" y="151927"/>
                </a:lnTo>
                <a:lnTo>
                  <a:pt x="113623" y="151927"/>
                </a:lnTo>
                <a:lnTo>
                  <a:pt x="101377" y="192480"/>
                </a:lnTo>
                <a:lnTo>
                  <a:pt x="127785" y="192480"/>
                </a:lnTo>
                <a:lnTo>
                  <a:pt x="139860" y="152047"/>
                </a:lnTo>
                <a:lnTo>
                  <a:pt x="145641" y="152047"/>
                </a:lnTo>
                <a:lnTo>
                  <a:pt x="145641" y="151927"/>
                </a:lnTo>
                <a:lnTo>
                  <a:pt x="204408" y="151927"/>
                </a:lnTo>
                <a:lnTo>
                  <a:pt x="192761" y="192360"/>
                </a:lnTo>
                <a:lnTo>
                  <a:pt x="219374" y="192360"/>
                </a:lnTo>
                <a:lnTo>
                  <a:pt x="230662" y="151927"/>
                </a:lnTo>
                <a:lnTo>
                  <a:pt x="242635" y="151927"/>
                </a:lnTo>
                <a:lnTo>
                  <a:pt x="242960" y="192360"/>
                </a:lnTo>
                <a:lnTo>
                  <a:pt x="265280" y="192360"/>
                </a:lnTo>
                <a:lnTo>
                  <a:pt x="290935" y="151927"/>
                </a:lnTo>
                <a:lnTo>
                  <a:pt x="307713" y="151927"/>
                </a:lnTo>
                <a:lnTo>
                  <a:pt x="299059" y="192360"/>
                </a:lnTo>
                <a:lnTo>
                  <a:pt x="325227" y="192360"/>
                </a:lnTo>
                <a:lnTo>
                  <a:pt x="333779" y="151927"/>
                </a:lnTo>
                <a:lnTo>
                  <a:pt x="348933" y="151927"/>
                </a:lnTo>
                <a:cubicBezTo>
                  <a:pt x="348334" y="164464"/>
                  <a:pt x="351533" y="175872"/>
                  <a:pt x="359845" y="183517"/>
                </a:cubicBezTo>
                <a:cubicBezTo>
                  <a:pt x="370004" y="192839"/>
                  <a:pt x="385603" y="194617"/>
                  <a:pt x="397131" y="194617"/>
                </a:cubicBezTo>
                <a:cubicBezTo>
                  <a:pt x="413526" y="194421"/>
                  <a:pt x="429850" y="192418"/>
                  <a:pt x="445807" y="188648"/>
                </a:cubicBezTo>
                <a:lnTo>
                  <a:pt x="454872" y="151927"/>
                </a:lnTo>
                <a:lnTo>
                  <a:pt x="484786" y="151927"/>
                </a:lnTo>
                <a:lnTo>
                  <a:pt x="484786" y="-89"/>
                </a:lnTo>
                <a:close/>
              </a:path>
            </a:pathLst>
          </a:custGeom>
          <a:solidFill>
            <a:schemeClr val="tx2"/>
          </a:solidFill>
          <a:ln w="1683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9882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69" r:id="rId1"/>
    <p:sldLayoutId id="2147484670" r:id="rId2"/>
    <p:sldLayoutId id="2147484671" r:id="rId3"/>
    <p:sldLayoutId id="2147484672" r:id="rId4"/>
    <p:sldLayoutId id="2147484673" r:id="rId5"/>
    <p:sldLayoutId id="2147484674" r:id="rId6"/>
    <p:sldLayoutId id="2147484675" r:id="rId7"/>
    <p:sldLayoutId id="2147484676" r:id="rId8"/>
    <p:sldLayoutId id="2147484677" r:id="rId9"/>
    <p:sldLayoutId id="2147484678" r:id="rId10"/>
    <p:sldLayoutId id="2147484679" r:id="rId11"/>
    <p:sldLayoutId id="2147484680" r:id="rId12"/>
    <p:sldLayoutId id="2147484681" r:id="rId13"/>
    <p:sldLayoutId id="2147484682" r:id="rId14"/>
    <p:sldLayoutId id="2147484683" r:id="rId15"/>
    <p:sldLayoutId id="2147484684" r:id="rId16"/>
    <p:sldLayoutId id="2147484685" r:id="rId17"/>
    <p:sldLayoutId id="2147484686" r:id="rId18"/>
    <p:sldLayoutId id="2147484687" r:id="rId19"/>
    <p:sldLayoutId id="2147484688" r:id="rId20"/>
    <p:sldLayoutId id="2147484689" r:id="rId21"/>
    <p:sldLayoutId id="2147484690" r:id="rId22"/>
    <p:sldLayoutId id="2147484691" r:id="rId23"/>
    <p:sldLayoutId id="2147484692" r:id="rId24"/>
    <p:sldLayoutId id="2147484693" r:id="rId25"/>
    <p:sldLayoutId id="2147484694" r:id="rId26"/>
    <p:sldLayoutId id="2147484695" r:id="rId27"/>
    <p:sldLayoutId id="2147484696" r:id="rId28"/>
    <p:sldLayoutId id="2147484697" r:id="rId29"/>
    <p:sldLayoutId id="2147484698" r:id="rId30"/>
    <p:sldLayoutId id="2147484699" r:id="rId31"/>
    <p:sldLayoutId id="2147484700" r:id="rId32"/>
    <p:sldLayoutId id="2147484701" r:id="rId33"/>
    <p:sldLayoutId id="2147484702" r:id="rId34"/>
    <p:sldLayoutId id="2147484703" r:id="rId35"/>
    <p:sldLayoutId id="2147484704" r:id="rId36"/>
    <p:sldLayoutId id="2147484705" r:id="rId37"/>
    <p:sldLayoutId id="2147484706" r:id="rId38"/>
    <p:sldLayoutId id="2147484707" r:id="rId39"/>
    <p:sldLayoutId id="2147484708" r:id="rId40"/>
    <p:sldLayoutId id="2147484709" r:id="rId41"/>
    <p:sldLayoutId id="2147484710" r:id="rId42"/>
    <p:sldLayoutId id="2147484711" r:id="rId43"/>
    <p:sldLayoutId id="2147484712" r:id="rId44"/>
    <p:sldLayoutId id="2147484713" r:id="rId45"/>
    <p:sldLayoutId id="2147484715" r:id="rId46"/>
    <p:sldLayoutId id="2147484716" r:id="rId47"/>
  </p:sldLayoutIdLst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44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sz="1600" b="1" kern="1200">
          <a:solidFill>
            <a:schemeClr val="accent2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80975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361950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542925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719138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500" kern="1200">
          <a:solidFill>
            <a:schemeClr val="tx2"/>
          </a:solidFill>
          <a:latin typeface="+mn-lt"/>
          <a:ea typeface="+mn-ea"/>
          <a:cs typeface="+mn-cs"/>
        </a:defRPr>
      </a:lvl6pPr>
      <a:lvl7pPr marL="8969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7pPr>
      <a:lvl8pPr marL="10747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500" kern="1200">
          <a:solidFill>
            <a:schemeClr val="tx2"/>
          </a:solidFill>
          <a:latin typeface="+mn-lt"/>
          <a:ea typeface="+mn-ea"/>
          <a:cs typeface="+mn-cs"/>
        </a:defRPr>
      </a:lvl8pPr>
      <a:lvl9pPr marL="1257300" indent="-182563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702">
          <p15:clr>
            <a:srgbClr val="F26B43"/>
          </p15:clr>
        </p15:guide>
        <p15:guide id="2" pos="627">
          <p15:clr>
            <a:srgbClr val="F26B43"/>
          </p15:clr>
        </p15:guide>
        <p15:guide id="3" pos="7055">
          <p15:clr>
            <a:srgbClr val="F26B43"/>
          </p15:clr>
        </p15:guide>
        <p15:guide id="4" orient="horz" pos="838">
          <p15:clr>
            <a:srgbClr val="F26B43"/>
          </p15:clr>
        </p15:guide>
        <p15:guide id="5" orient="horz" pos="612">
          <p15:clr>
            <a:srgbClr val="F26B43"/>
          </p15:clr>
        </p15:guide>
        <p15:guide id="6" orient="horz" pos="272">
          <p15:clr>
            <a:srgbClr val="F26B43"/>
          </p15:clr>
        </p15:guide>
      </p15:sldGuideLst>
    </p:ext>
  </p:extLst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BDF6C09B-D44F-5BBD-2575-C8560A4E41B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4677207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53" imgH="363" progId="TCLayout.ActiveDocument.1">
                  <p:embed/>
                </p:oleObj>
              </mc:Choice>
              <mc:Fallback>
                <p:oleObj name="think-cell Slide" r:id="rId5" imgW="353" imgH="363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DF6C09B-D44F-5BBD-2575-C8560A4E41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5364" y="431800"/>
            <a:ext cx="10204450" cy="533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5362" y="1330325"/>
            <a:ext cx="10200683" cy="45466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Shape 8"/>
          <p:cNvSpPr txBox="1">
            <a:spLocks/>
          </p:cNvSpPr>
          <p:nvPr userDrawn="1"/>
        </p:nvSpPr>
        <p:spPr>
          <a:xfrm>
            <a:off x="10946607" y="6266997"/>
            <a:ext cx="242486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GB" sz="900" smtClean="0">
                <a:solidFill>
                  <a:schemeClr val="accent2"/>
                </a:solidFill>
                <a:latin typeface="+mn-lt"/>
                <a:ea typeface="Arial"/>
                <a:cs typeface="Arial" panose="020B0604020202020204" pitchFamily="34" charset="0"/>
              </a:rPr>
              <a:pPr algn="r"/>
              <a:t>‹#›</a:t>
            </a:fld>
            <a:endParaRPr lang="en-GB" sz="900">
              <a:solidFill>
                <a:schemeClr val="accent2"/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885684" y="6266997"/>
            <a:ext cx="466751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kern="1200" noProof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rPr>
              <a:t>© 2025 KPMG LLP, a Delaware limited liability partnership and a member firm of the KPMG global organization of independent member firms affiliated with KPMG International Limited, a private English company limited by guarantee. All rights reserved. USCS023317</a:t>
            </a:r>
          </a:p>
        </p:txBody>
      </p:sp>
      <p:sp>
        <p:nvSpPr>
          <p:cNvPr id="4" name="Graphic 8">
            <a:extLst>
              <a:ext uri="{FF2B5EF4-FFF2-40B4-BE49-F238E27FC236}">
                <a16:creationId xmlns:a16="http://schemas.microsoft.com/office/drawing/2014/main" id="{9AC77B96-D96C-4FA2-858B-DEE0A3A7B7B6}"/>
              </a:ext>
            </a:extLst>
          </p:cNvPr>
          <p:cNvSpPr/>
          <p:nvPr/>
        </p:nvSpPr>
        <p:spPr>
          <a:xfrm>
            <a:off x="1003200" y="6266996"/>
            <a:ext cx="484832" cy="194706"/>
          </a:xfrm>
          <a:custGeom>
            <a:avLst/>
            <a:gdLst>
              <a:gd name="connsiteX0" fmla="*/ 480938 w 484832"/>
              <a:gd name="connsiteY0" fmla="*/ 148130 h 194706"/>
              <a:gd name="connsiteX1" fmla="*/ 455744 w 484832"/>
              <a:gd name="connsiteY1" fmla="*/ 148130 h 194706"/>
              <a:gd name="connsiteX2" fmla="*/ 459917 w 484832"/>
              <a:gd name="connsiteY2" fmla="*/ 131488 h 194706"/>
              <a:gd name="connsiteX3" fmla="*/ 409445 w 484832"/>
              <a:gd name="connsiteY3" fmla="*/ 131488 h 194706"/>
              <a:gd name="connsiteX4" fmla="*/ 405289 w 484832"/>
              <a:gd name="connsiteY4" fmla="*/ 148130 h 194706"/>
              <a:gd name="connsiteX5" fmla="*/ 380916 w 484832"/>
              <a:gd name="connsiteY5" fmla="*/ 148130 h 194706"/>
              <a:gd name="connsiteX6" fmla="*/ 380916 w 484832"/>
              <a:gd name="connsiteY6" fmla="*/ 144709 h 194706"/>
              <a:gd name="connsiteX7" fmla="*/ 382079 w 484832"/>
              <a:gd name="connsiteY7" fmla="*/ 138775 h 194706"/>
              <a:gd name="connsiteX8" fmla="*/ 418715 w 484832"/>
              <a:gd name="connsiteY8" fmla="*/ 103062 h 194706"/>
              <a:gd name="connsiteX9" fmla="*/ 433698 w 484832"/>
              <a:gd name="connsiteY9" fmla="*/ 117292 h 194706"/>
              <a:gd name="connsiteX10" fmla="*/ 463732 w 484832"/>
              <a:gd name="connsiteY10" fmla="*/ 117292 h 194706"/>
              <a:gd name="connsiteX11" fmla="*/ 461234 w 484832"/>
              <a:gd name="connsiteY11" fmla="*/ 95058 h 194706"/>
              <a:gd name="connsiteX12" fmla="*/ 425214 w 484832"/>
              <a:gd name="connsiteY12" fmla="*/ 82641 h 194706"/>
              <a:gd name="connsiteX13" fmla="*/ 380916 w 484832"/>
              <a:gd name="connsiteY13" fmla="*/ 94357 h 194706"/>
              <a:gd name="connsiteX14" fmla="*/ 380916 w 484832"/>
              <a:gd name="connsiteY14" fmla="*/ 3708 h 194706"/>
              <a:gd name="connsiteX15" fmla="*/ 480938 w 484832"/>
              <a:gd name="connsiteY15" fmla="*/ 3708 h 194706"/>
              <a:gd name="connsiteX16" fmla="*/ 421914 w 484832"/>
              <a:gd name="connsiteY16" fmla="*/ 172537 h 194706"/>
              <a:gd name="connsiteX17" fmla="*/ 405101 w 484832"/>
              <a:gd name="connsiteY17" fmla="*/ 174247 h 194706"/>
              <a:gd name="connsiteX18" fmla="*/ 380438 w 484832"/>
              <a:gd name="connsiteY18" fmla="*/ 151910 h 194706"/>
              <a:gd name="connsiteX19" fmla="*/ 427027 w 484832"/>
              <a:gd name="connsiteY19" fmla="*/ 151910 h 194706"/>
              <a:gd name="connsiteX20" fmla="*/ 364275 w 484832"/>
              <a:gd name="connsiteY20" fmla="*/ 90064 h 194706"/>
              <a:gd name="connsiteX21" fmla="*/ 364275 w 484832"/>
              <a:gd name="connsiteY21" fmla="*/ 110759 h 194706"/>
              <a:gd name="connsiteX22" fmla="*/ 350951 w 484832"/>
              <a:gd name="connsiteY22" fmla="*/ 139390 h 194706"/>
              <a:gd name="connsiteX23" fmla="*/ 349360 w 484832"/>
              <a:gd name="connsiteY23" fmla="*/ 148130 h 194706"/>
              <a:gd name="connsiteX24" fmla="*/ 334669 w 484832"/>
              <a:gd name="connsiteY24" fmla="*/ 148130 h 194706"/>
              <a:gd name="connsiteX25" fmla="*/ 347223 w 484832"/>
              <a:gd name="connsiteY25" fmla="*/ 88524 h 194706"/>
              <a:gd name="connsiteX26" fmla="*/ 304943 w 484832"/>
              <a:gd name="connsiteY26" fmla="*/ 88524 h 194706"/>
              <a:gd name="connsiteX27" fmla="*/ 267110 w 484832"/>
              <a:gd name="connsiteY27" fmla="*/ 148164 h 194706"/>
              <a:gd name="connsiteX28" fmla="*/ 264339 w 484832"/>
              <a:gd name="connsiteY28" fmla="*/ 148164 h 194706"/>
              <a:gd name="connsiteX29" fmla="*/ 264339 w 484832"/>
              <a:gd name="connsiteY29" fmla="*/ 3759 h 194706"/>
              <a:gd name="connsiteX30" fmla="*/ 364326 w 484832"/>
              <a:gd name="connsiteY30" fmla="*/ 3759 h 194706"/>
              <a:gd name="connsiteX31" fmla="*/ 308449 w 484832"/>
              <a:gd name="connsiteY31" fmla="*/ 148130 h 194706"/>
              <a:gd name="connsiteX32" fmla="*/ 293398 w 484832"/>
              <a:gd name="connsiteY32" fmla="*/ 148130 h 194706"/>
              <a:gd name="connsiteX33" fmla="*/ 316163 w 484832"/>
              <a:gd name="connsiteY33" fmla="*/ 112315 h 194706"/>
              <a:gd name="connsiteX34" fmla="*/ 247731 w 484832"/>
              <a:gd name="connsiteY34" fmla="*/ 88388 h 194706"/>
              <a:gd name="connsiteX35" fmla="*/ 222709 w 484832"/>
              <a:gd name="connsiteY35" fmla="*/ 88388 h 194706"/>
              <a:gd name="connsiteX36" fmla="*/ 205606 w 484832"/>
              <a:gd name="connsiteY36" fmla="*/ 148130 h 194706"/>
              <a:gd name="connsiteX37" fmla="*/ 179027 w 484832"/>
              <a:gd name="connsiteY37" fmla="*/ 148130 h 194706"/>
              <a:gd name="connsiteX38" fmla="*/ 203314 w 484832"/>
              <a:gd name="connsiteY38" fmla="*/ 119413 h 194706"/>
              <a:gd name="connsiteX39" fmla="*/ 199893 w 484832"/>
              <a:gd name="connsiteY39" fmla="*/ 95725 h 194706"/>
              <a:gd name="connsiteX40" fmla="*/ 167653 w 484832"/>
              <a:gd name="connsiteY40" fmla="*/ 88353 h 194706"/>
              <a:gd name="connsiteX41" fmla="*/ 147796 w 484832"/>
              <a:gd name="connsiteY41" fmla="*/ 88353 h 194706"/>
              <a:gd name="connsiteX42" fmla="*/ 147796 w 484832"/>
              <a:gd name="connsiteY42" fmla="*/ 3759 h 194706"/>
              <a:gd name="connsiteX43" fmla="*/ 247697 w 484832"/>
              <a:gd name="connsiteY43" fmla="*/ 3759 h 194706"/>
              <a:gd name="connsiteX44" fmla="*/ 231740 w 484832"/>
              <a:gd name="connsiteY44" fmla="*/ 148130 h 194706"/>
              <a:gd name="connsiteX45" fmla="*/ 242258 w 484832"/>
              <a:gd name="connsiteY45" fmla="*/ 110759 h 194706"/>
              <a:gd name="connsiteX46" fmla="*/ 242635 w 484832"/>
              <a:gd name="connsiteY46" fmla="*/ 148130 h 194706"/>
              <a:gd name="connsiteX47" fmla="*/ 158981 w 484832"/>
              <a:gd name="connsiteY47" fmla="*/ 133934 h 194706"/>
              <a:gd name="connsiteX48" fmla="*/ 158981 w 484832"/>
              <a:gd name="connsiteY48" fmla="*/ 133934 h 194706"/>
              <a:gd name="connsiteX49" fmla="*/ 155920 w 484832"/>
              <a:gd name="connsiteY49" fmla="*/ 134054 h 194706"/>
              <a:gd name="connsiteX50" fmla="*/ 152243 w 484832"/>
              <a:gd name="connsiteY50" fmla="*/ 134054 h 194706"/>
              <a:gd name="connsiteX51" fmla="*/ 145846 w 484832"/>
              <a:gd name="connsiteY51" fmla="*/ 134054 h 194706"/>
              <a:gd name="connsiteX52" fmla="*/ 148805 w 484832"/>
              <a:gd name="connsiteY52" fmla="*/ 123125 h 194706"/>
              <a:gd name="connsiteX53" fmla="*/ 150207 w 484832"/>
              <a:gd name="connsiteY53" fmla="*/ 117686 h 194706"/>
              <a:gd name="connsiteX54" fmla="*/ 153628 w 484832"/>
              <a:gd name="connsiteY54" fmla="*/ 104961 h 194706"/>
              <a:gd name="connsiteX55" fmla="*/ 157972 w 484832"/>
              <a:gd name="connsiteY55" fmla="*/ 104961 h 194706"/>
              <a:gd name="connsiteX56" fmla="*/ 162915 w 484832"/>
              <a:gd name="connsiteY56" fmla="*/ 104961 h 194706"/>
              <a:gd name="connsiteX57" fmla="*/ 178668 w 484832"/>
              <a:gd name="connsiteY57" fmla="*/ 108159 h 194706"/>
              <a:gd name="connsiteX58" fmla="*/ 178206 w 484832"/>
              <a:gd name="connsiteY58" fmla="*/ 119105 h 194706"/>
              <a:gd name="connsiteX59" fmla="*/ 159084 w 484832"/>
              <a:gd name="connsiteY59" fmla="*/ 133986 h 194706"/>
              <a:gd name="connsiteX60" fmla="*/ 131291 w 484832"/>
              <a:gd name="connsiteY60" fmla="*/ 93741 h 194706"/>
              <a:gd name="connsiteX61" fmla="*/ 129717 w 484832"/>
              <a:gd name="connsiteY61" fmla="*/ 98872 h 194706"/>
              <a:gd name="connsiteX62" fmla="*/ 115419 w 484832"/>
              <a:gd name="connsiteY62" fmla="*/ 146471 h 194706"/>
              <a:gd name="connsiteX63" fmla="*/ 114854 w 484832"/>
              <a:gd name="connsiteY63" fmla="*/ 148181 h 194706"/>
              <a:gd name="connsiteX64" fmla="*/ 67683 w 484832"/>
              <a:gd name="connsiteY64" fmla="*/ 148181 h 194706"/>
              <a:gd name="connsiteX65" fmla="*/ 64006 w 484832"/>
              <a:gd name="connsiteY65" fmla="*/ 140365 h 194706"/>
              <a:gd name="connsiteX66" fmla="*/ 114683 w 484832"/>
              <a:gd name="connsiteY66" fmla="*/ 88524 h 194706"/>
              <a:gd name="connsiteX67" fmla="*/ 82187 w 484832"/>
              <a:gd name="connsiteY67" fmla="*/ 88524 h 194706"/>
              <a:gd name="connsiteX68" fmla="*/ 42507 w 484832"/>
              <a:gd name="connsiteY68" fmla="*/ 131283 h 194706"/>
              <a:gd name="connsiteX69" fmla="*/ 55351 w 484832"/>
              <a:gd name="connsiteY69" fmla="*/ 88524 h 194706"/>
              <a:gd name="connsiteX70" fmla="*/ 31270 w 484832"/>
              <a:gd name="connsiteY70" fmla="*/ 88524 h 194706"/>
              <a:gd name="connsiteX71" fmla="*/ 31270 w 484832"/>
              <a:gd name="connsiteY71" fmla="*/ 3759 h 194706"/>
              <a:gd name="connsiteX72" fmla="*/ 131188 w 484832"/>
              <a:gd name="connsiteY72" fmla="*/ 3759 h 194706"/>
              <a:gd name="connsiteX73" fmla="*/ 377119 w 484832"/>
              <a:gd name="connsiteY73" fmla="*/ -89 h 194706"/>
              <a:gd name="connsiteX74" fmla="*/ 377119 w 484832"/>
              <a:gd name="connsiteY74" fmla="*/ 97076 h 194706"/>
              <a:gd name="connsiteX75" fmla="*/ 368140 w 484832"/>
              <a:gd name="connsiteY75" fmla="*/ 105713 h 194706"/>
              <a:gd name="connsiteX76" fmla="*/ 368140 w 484832"/>
              <a:gd name="connsiteY76" fmla="*/ -89 h 194706"/>
              <a:gd name="connsiteX77" fmla="*/ 260525 w 484832"/>
              <a:gd name="connsiteY77" fmla="*/ -89 h 194706"/>
              <a:gd name="connsiteX78" fmla="*/ 260525 w 484832"/>
              <a:gd name="connsiteY78" fmla="*/ 88388 h 194706"/>
              <a:gd name="connsiteX79" fmla="*/ 251614 w 484832"/>
              <a:gd name="connsiteY79" fmla="*/ 88388 h 194706"/>
              <a:gd name="connsiteX80" fmla="*/ 251614 w 484832"/>
              <a:gd name="connsiteY80" fmla="*/ -89 h 194706"/>
              <a:gd name="connsiteX81" fmla="*/ 143965 w 484832"/>
              <a:gd name="connsiteY81" fmla="*/ -89 h 194706"/>
              <a:gd name="connsiteX82" fmla="*/ 143965 w 484832"/>
              <a:gd name="connsiteY82" fmla="*/ 88524 h 194706"/>
              <a:gd name="connsiteX83" fmla="*/ 135071 w 484832"/>
              <a:gd name="connsiteY83" fmla="*/ 88524 h 194706"/>
              <a:gd name="connsiteX84" fmla="*/ 135071 w 484832"/>
              <a:gd name="connsiteY84" fmla="*/ -89 h 194706"/>
              <a:gd name="connsiteX85" fmla="*/ 27456 w 484832"/>
              <a:gd name="connsiteY85" fmla="*/ -89 h 194706"/>
              <a:gd name="connsiteX86" fmla="*/ 27456 w 484832"/>
              <a:gd name="connsiteY86" fmla="*/ 100907 h 194706"/>
              <a:gd name="connsiteX87" fmla="*/ -47 w 484832"/>
              <a:gd name="connsiteY87" fmla="*/ 192480 h 194706"/>
              <a:gd name="connsiteX88" fmla="*/ 24120 w 484832"/>
              <a:gd name="connsiteY88" fmla="*/ 192480 h 194706"/>
              <a:gd name="connsiteX89" fmla="*/ 36247 w 484832"/>
              <a:gd name="connsiteY89" fmla="*/ 151927 h 194706"/>
              <a:gd name="connsiteX90" fmla="*/ 39667 w 484832"/>
              <a:gd name="connsiteY90" fmla="*/ 151927 h 194706"/>
              <a:gd name="connsiteX91" fmla="*/ 59696 w 484832"/>
              <a:gd name="connsiteY91" fmla="*/ 192480 h 194706"/>
              <a:gd name="connsiteX92" fmla="*/ 89028 w 484832"/>
              <a:gd name="connsiteY92" fmla="*/ 192480 h 194706"/>
              <a:gd name="connsiteX93" fmla="*/ 69513 w 484832"/>
              <a:gd name="connsiteY93" fmla="*/ 151927 h 194706"/>
              <a:gd name="connsiteX94" fmla="*/ 113623 w 484832"/>
              <a:gd name="connsiteY94" fmla="*/ 151927 h 194706"/>
              <a:gd name="connsiteX95" fmla="*/ 101377 w 484832"/>
              <a:gd name="connsiteY95" fmla="*/ 192480 h 194706"/>
              <a:gd name="connsiteX96" fmla="*/ 127785 w 484832"/>
              <a:gd name="connsiteY96" fmla="*/ 192480 h 194706"/>
              <a:gd name="connsiteX97" fmla="*/ 139860 w 484832"/>
              <a:gd name="connsiteY97" fmla="*/ 152047 h 194706"/>
              <a:gd name="connsiteX98" fmla="*/ 145641 w 484832"/>
              <a:gd name="connsiteY98" fmla="*/ 152047 h 194706"/>
              <a:gd name="connsiteX99" fmla="*/ 145641 w 484832"/>
              <a:gd name="connsiteY99" fmla="*/ 151927 h 194706"/>
              <a:gd name="connsiteX100" fmla="*/ 204408 w 484832"/>
              <a:gd name="connsiteY100" fmla="*/ 151927 h 194706"/>
              <a:gd name="connsiteX101" fmla="*/ 192761 w 484832"/>
              <a:gd name="connsiteY101" fmla="*/ 192360 h 194706"/>
              <a:gd name="connsiteX102" fmla="*/ 219374 w 484832"/>
              <a:gd name="connsiteY102" fmla="*/ 192360 h 194706"/>
              <a:gd name="connsiteX103" fmla="*/ 230662 w 484832"/>
              <a:gd name="connsiteY103" fmla="*/ 151927 h 194706"/>
              <a:gd name="connsiteX104" fmla="*/ 242635 w 484832"/>
              <a:gd name="connsiteY104" fmla="*/ 151927 h 194706"/>
              <a:gd name="connsiteX105" fmla="*/ 242960 w 484832"/>
              <a:gd name="connsiteY105" fmla="*/ 192360 h 194706"/>
              <a:gd name="connsiteX106" fmla="*/ 265280 w 484832"/>
              <a:gd name="connsiteY106" fmla="*/ 192360 h 194706"/>
              <a:gd name="connsiteX107" fmla="*/ 290935 w 484832"/>
              <a:gd name="connsiteY107" fmla="*/ 151927 h 194706"/>
              <a:gd name="connsiteX108" fmla="*/ 307713 w 484832"/>
              <a:gd name="connsiteY108" fmla="*/ 151927 h 194706"/>
              <a:gd name="connsiteX109" fmla="*/ 299059 w 484832"/>
              <a:gd name="connsiteY109" fmla="*/ 192360 h 194706"/>
              <a:gd name="connsiteX110" fmla="*/ 325227 w 484832"/>
              <a:gd name="connsiteY110" fmla="*/ 192360 h 194706"/>
              <a:gd name="connsiteX111" fmla="*/ 333779 w 484832"/>
              <a:gd name="connsiteY111" fmla="*/ 151927 h 194706"/>
              <a:gd name="connsiteX112" fmla="*/ 348933 w 484832"/>
              <a:gd name="connsiteY112" fmla="*/ 151927 h 194706"/>
              <a:gd name="connsiteX113" fmla="*/ 359845 w 484832"/>
              <a:gd name="connsiteY113" fmla="*/ 183517 h 194706"/>
              <a:gd name="connsiteX114" fmla="*/ 397131 w 484832"/>
              <a:gd name="connsiteY114" fmla="*/ 194617 h 194706"/>
              <a:gd name="connsiteX115" fmla="*/ 445807 w 484832"/>
              <a:gd name="connsiteY115" fmla="*/ 188648 h 194706"/>
              <a:gd name="connsiteX116" fmla="*/ 454872 w 484832"/>
              <a:gd name="connsiteY116" fmla="*/ 151927 h 194706"/>
              <a:gd name="connsiteX117" fmla="*/ 484786 w 484832"/>
              <a:gd name="connsiteY117" fmla="*/ 151927 h 194706"/>
              <a:gd name="connsiteX118" fmla="*/ 484786 w 484832"/>
              <a:gd name="connsiteY118" fmla="*/ -89 h 194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484832" h="194706">
                <a:moveTo>
                  <a:pt x="480938" y="148130"/>
                </a:moveTo>
                <a:lnTo>
                  <a:pt x="455744" y="148130"/>
                </a:lnTo>
                <a:lnTo>
                  <a:pt x="459917" y="131488"/>
                </a:lnTo>
                <a:lnTo>
                  <a:pt x="409445" y="131488"/>
                </a:lnTo>
                <a:lnTo>
                  <a:pt x="405289" y="148130"/>
                </a:lnTo>
                <a:lnTo>
                  <a:pt x="380916" y="148130"/>
                </a:lnTo>
                <a:lnTo>
                  <a:pt x="380916" y="144709"/>
                </a:lnTo>
                <a:cubicBezTo>
                  <a:pt x="381293" y="142845"/>
                  <a:pt x="381618" y="140878"/>
                  <a:pt x="382079" y="138775"/>
                </a:cubicBezTo>
                <a:cubicBezTo>
                  <a:pt x="386526" y="120816"/>
                  <a:pt x="398311" y="103062"/>
                  <a:pt x="418715" y="103062"/>
                </a:cubicBezTo>
                <a:cubicBezTo>
                  <a:pt x="426771" y="103062"/>
                  <a:pt x="434792" y="106141"/>
                  <a:pt x="433698" y="117292"/>
                </a:cubicBezTo>
                <a:lnTo>
                  <a:pt x="463732" y="117292"/>
                </a:lnTo>
                <a:cubicBezTo>
                  <a:pt x="464912" y="112161"/>
                  <a:pt x="466896" y="103216"/>
                  <a:pt x="461234" y="95058"/>
                </a:cubicBezTo>
                <a:cubicBezTo>
                  <a:pt x="454821" y="86198"/>
                  <a:pt x="441942" y="82641"/>
                  <a:pt x="425214" y="82641"/>
                </a:cubicBezTo>
                <a:cubicBezTo>
                  <a:pt x="413328" y="82641"/>
                  <a:pt x="395933" y="84539"/>
                  <a:pt x="380916" y="94357"/>
                </a:cubicBezTo>
                <a:lnTo>
                  <a:pt x="380916" y="3708"/>
                </a:lnTo>
                <a:lnTo>
                  <a:pt x="480938" y="3708"/>
                </a:lnTo>
                <a:close/>
                <a:moveTo>
                  <a:pt x="421914" y="172537"/>
                </a:moveTo>
                <a:cubicBezTo>
                  <a:pt x="416372" y="173606"/>
                  <a:pt x="410745" y="174179"/>
                  <a:pt x="405101" y="174247"/>
                </a:cubicBezTo>
                <a:cubicBezTo>
                  <a:pt x="390683" y="174247"/>
                  <a:pt x="380643" y="167543"/>
                  <a:pt x="380438" y="151910"/>
                </a:cubicBezTo>
                <a:lnTo>
                  <a:pt x="427027" y="151910"/>
                </a:lnTo>
                <a:close/>
                <a:moveTo>
                  <a:pt x="364275" y="90064"/>
                </a:moveTo>
                <a:lnTo>
                  <a:pt x="364275" y="110759"/>
                </a:lnTo>
                <a:cubicBezTo>
                  <a:pt x="358044" y="119364"/>
                  <a:pt x="353522" y="129082"/>
                  <a:pt x="350951" y="139390"/>
                </a:cubicBezTo>
                <a:cubicBezTo>
                  <a:pt x="350195" y="142258"/>
                  <a:pt x="349663" y="145180"/>
                  <a:pt x="349360" y="148130"/>
                </a:cubicBezTo>
                <a:lnTo>
                  <a:pt x="334669" y="148130"/>
                </a:lnTo>
                <a:lnTo>
                  <a:pt x="347223" y="88524"/>
                </a:lnTo>
                <a:lnTo>
                  <a:pt x="304943" y="88524"/>
                </a:lnTo>
                <a:lnTo>
                  <a:pt x="267110" y="148164"/>
                </a:lnTo>
                <a:lnTo>
                  <a:pt x="264339" y="148164"/>
                </a:lnTo>
                <a:lnTo>
                  <a:pt x="264339" y="3759"/>
                </a:lnTo>
                <a:lnTo>
                  <a:pt x="364326" y="3759"/>
                </a:lnTo>
                <a:close/>
                <a:moveTo>
                  <a:pt x="308449" y="148130"/>
                </a:moveTo>
                <a:lnTo>
                  <a:pt x="293398" y="148130"/>
                </a:lnTo>
                <a:lnTo>
                  <a:pt x="316163" y="112315"/>
                </a:lnTo>
                <a:close/>
                <a:moveTo>
                  <a:pt x="247731" y="88388"/>
                </a:moveTo>
                <a:lnTo>
                  <a:pt x="222709" y="88388"/>
                </a:lnTo>
                <a:lnTo>
                  <a:pt x="205606" y="148130"/>
                </a:lnTo>
                <a:lnTo>
                  <a:pt x="179027" y="148130"/>
                </a:lnTo>
                <a:cubicBezTo>
                  <a:pt x="192538" y="143136"/>
                  <a:pt x="200765" y="133592"/>
                  <a:pt x="203314" y="119413"/>
                </a:cubicBezTo>
                <a:cubicBezTo>
                  <a:pt x="205400" y="108399"/>
                  <a:pt x="204408" y="101164"/>
                  <a:pt x="199893" y="95725"/>
                </a:cubicBezTo>
                <a:cubicBezTo>
                  <a:pt x="193154" y="87652"/>
                  <a:pt x="179642" y="88353"/>
                  <a:pt x="167653" y="88353"/>
                </a:cubicBezTo>
                <a:lnTo>
                  <a:pt x="147796" y="88353"/>
                </a:lnTo>
                <a:lnTo>
                  <a:pt x="147796" y="3759"/>
                </a:lnTo>
                <a:lnTo>
                  <a:pt x="247697" y="3759"/>
                </a:lnTo>
                <a:close/>
                <a:moveTo>
                  <a:pt x="231740" y="148130"/>
                </a:moveTo>
                <a:lnTo>
                  <a:pt x="242258" y="110759"/>
                </a:lnTo>
                <a:lnTo>
                  <a:pt x="242635" y="148130"/>
                </a:lnTo>
                <a:close/>
                <a:moveTo>
                  <a:pt x="158981" y="133934"/>
                </a:moveTo>
                <a:lnTo>
                  <a:pt x="158981" y="133934"/>
                </a:lnTo>
                <a:cubicBezTo>
                  <a:pt x="158007" y="133934"/>
                  <a:pt x="157032" y="134054"/>
                  <a:pt x="155920" y="134054"/>
                </a:cubicBezTo>
                <a:cubicBezTo>
                  <a:pt x="154466" y="134054"/>
                  <a:pt x="153320" y="134054"/>
                  <a:pt x="152243" y="134054"/>
                </a:cubicBezTo>
                <a:lnTo>
                  <a:pt x="145846" y="134054"/>
                </a:lnTo>
                <a:lnTo>
                  <a:pt x="148805" y="123125"/>
                </a:lnTo>
                <a:lnTo>
                  <a:pt x="150207" y="117686"/>
                </a:lnTo>
                <a:lnTo>
                  <a:pt x="153628" y="104961"/>
                </a:lnTo>
                <a:cubicBezTo>
                  <a:pt x="155116" y="104961"/>
                  <a:pt x="156570" y="104961"/>
                  <a:pt x="157972" y="104961"/>
                </a:cubicBezTo>
                <a:lnTo>
                  <a:pt x="162915" y="104961"/>
                </a:lnTo>
                <a:cubicBezTo>
                  <a:pt x="171467" y="104961"/>
                  <a:pt x="176718" y="105440"/>
                  <a:pt x="178668" y="108159"/>
                </a:cubicBezTo>
                <a:cubicBezTo>
                  <a:pt x="180156" y="110212"/>
                  <a:pt x="179967" y="113735"/>
                  <a:pt x="178206" y="119105"/>
                </a:cubicBezTo>
                <a:cubicBezTo>
                  <a:pt x="175196" y="128341"/>
                  <a:pt x="171364" y="133045"/>
                  <a:pt x="159084" y="133986"/>
                </a:cubicBezTo>
                <a:moveTo>
                  <a:pt x="131291" y="93741"/>
                </a:moveTo>
                <a:lnTo>
                  <a:pt x="129717" y="98872"/>
                </a:lnTo>
                <a:lnTo>
                  <a:pt x="115419" y="146471"/>
                </a:lnTo>
                <a:lnTo>
                  <a:pt x="114854" y="148181"/>
                </a:lnTo>
                <a:lnTo>
                  <a:pt x="67683" y="148181"/>
                </a:lnTo>
                <a:lnTo>
                  <a:pt x="64006" y="140365"/>
                </a:lnTo>
                <a:lnTo>
                  <a:pt x="114683" y="88524"/>
                </a:lnTo>
                <a:lnTo>
                  <a:pt x="82187" y="88524"/>
                </a:lnTo>
                <a:lnTo>
                  <a:pt x="42507" y="131283"/>
                </a:lnTo>
                <a:lnTo>
                  <a:pt x="55351" y="88524"/>
                </a:lnTo>
                <a:lnTo>
                  <a:pt x="31270" y="88524"/>
                </a:lnTo>
                <a:lnTo>
                  <a:pt x="31270" y="3759"/>
                </a:lnTo>
                <a:lnTo>
                  <a:pt x="131188" y="3759"/>
                </a:lnTo>
                <a:close/>
                <a:moveTo>
                  <a:pt x="377119" y="-89"/>
                </a:moveTo>
                <a:lnTo>
                  <a:pt x="377119" y="97076"/>
                </a:lnTo>
                <a:cubicBezTo>
                  <a:pt x="373861" y="99667"/>
                  <a:pt x="370856" y="102560"/>
                  <a:pt x="368140" y="105713"/>
                </a:cubicBezTo>
                <a:lnTo>
                  <a:pt x="368140" y="-89"/>
                </a:lnTo>
                <a:lnTo>
                  <a:pt x="260525" y="-89"/>
                </a:lnTo>
                <a:lnTo>
                  <a:pt x="260525" y="88388"/>
                </a:lnTo>
                <a:lnTo>
                  <a:pt x="251614" y="88388"/>
                </a:lnTo>
                <a:lnTo>
                  <a:pt x="251614" y="-89"/>
                </a:lnTo>
                <a:lnTo>
                  <a:pt x="143965" y="-89"/>
                </a:lnTo>
                <a:lnTo>
                  <a:pt x="143965" y="88524"/>
                </a:lnTo>
                <a:lnTo>
                  <a:pt x="135071" y="88524"/>
                </a:lnTo>
                <a:lnTo>
                  <a:pt x="135071" y="-89"/>
                </a:lnTo>
                <a:lnTo>
                  <a:pt x="27456" y="-89"/>
                </a:lnTo>
                <a:lnTo>
                  <a:pt x="27456" y="100907"/>
                </a:lnTo>
                <a:lnTo>
                  <a:pt x="-47" y="192480"/>
                </a:lnTo>
                <a:lnTo>
                  <a:pt x="24120" y="192480"/>
                </a:lnTo>
                <a:lnTo>
                  <a:pt x="36247" y="151927"/>
                </a:lnTo>
                <a:lnTo>
                  <a:pt x="39667" y="151927"/>
                </a:lnTo>
                <a:lnTo>
                  <a:pt x="59696" y="192480"/>
                </a:lnTo>
                <a:lnTo>
                  <a:pt x="89028" y="192480"/>
                </a:lnTo>
                <a:lnTo>
                  <a:pt x="69513" y="151927"/>
                </a:lnTo>
                <a:lnTo>
                  <a:pt x="113623" y="151927"/>
                </a:lnTo>
                <a:lnTo>
                  <a:pt x="101377" y="192480"/>
                </a:lnTo>
                <a:lnTo>
                  <a:pt x="127785" y="192480"/>
                </a:lnTo>
                <a:lnTo>
                  <a:pt x="139860" y="152047"/>
                </a:lnTo>
                <a:lnTo>
                  <a:pt x="145641" y="152047"/>
                </a:lnTo>
                <a:lnTo>
                  <a:pt x="145641" y="151927"/>
                </a:lnTo>
                <a:lnTo>
                  <a:pt x="204408" y="151927"/>
                </a:lnTo>
                <a:lnTo>
                  <a:pt x="192761" y="192360"/>
                </a:lnTo>
                <a:lnTo>
                  <a:pt x="219374" y="192360"/>
                </a:lnTo>
                <a:lnTo>
                  <a:pt x="230662" y="151927"/>
                </a:lnTo>
                <a:lnTo>
                  <a:pt x="242635" y="151927"/>
                </a:lnTo>
                <a:lnTo>
                  <a:pt x="242960" y="192360"/>
                </a:lnTo>
                <a:lnTo>
                  <a:pt x="265280" y="192360"/>
                </a:lnTo>
                <a:lnTo>
                  <a:pt x="290935" y="151927"/>
                </a:lnTo>
                <a:lnTo>
                  <a:pt x="307713" y="151927"/>
                </a:lnTo>
                <a:lnTo>
                  <a:pt x="299059" y="192360"/>
                </a:lnTo>
                <a:lnTo>
                  <a:pt x="325227" y="192360"/>
                </a:lnTo>
                <a:lnTo>
                  <a:pt x="333779" y="151927"/>
                </a:lnTo>
                <a:lnTo>
                  <a:pt x="348933" y="151927"/>
                </a:lnTo>
                <a:cubicBezTo>
                  <a:pt x="348334" y="164464"/>
                  <a:pt x="351533" y="175872"/>
                  <a:pt x="359845" y="183517"/>
                </a:cubicBezTo>
                <a:cubicBezTo>
                  <a:pt x="370004" y="192839"/>
                  <a:pt x="385603" y="194617"/>
                  <a:pt x="397131" y="194617"/>
                </a:cubicBezTo>
                <a:cubicBezTo>
                  <a:pt x="413526" y="194421"/>
                  <a:pt x="429850" y="192418"/>
                  <a:pt x="445807" y="188648"/>
                </a:cubicBezTo>
                <a:lnTo>
                  <a:pt x="454872" y="151927"/>
                </a:lnTo>
                <a:lnTo>
                  <a:pt x="484786" y="151927"/>
                </a:lnTo>
                <a:lnTo>
                  <a:pt x="484786" y="-89"/>
                </a:lnTo>
                <a:close/>
              </a:path>
            </a:pathLst>
          </a:custGeom>
          <a:solidFill>
            <a:schemeClr val="tx2"/>
          </a:solidFill>
          <a:ln w="1683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1045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34" r:id="rId1"/>
    <p:sldLayoutId id="2147484635" r:id="rId2"/>
  </p:sldLayoutIdLst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44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714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41313" indent="-1651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73088" indent="-2317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03275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719138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500" kern="1200">
          <a:solidFill>
            <a:schemeClr val="tx2"/>
          </a:solidFill>
          <a:latin typeface="+mn-lt"/>
          <a:ea typeface="+mn-ea"/>
          <a:cs typeface="+mn-cs"/>
        </a:defRPr>
      </a:lvl6pPr>
      <a:lvl7pPr marL="8969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7pPr>
      <a:lvl8pPr marL="10747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500" kern="1200">
          <a:solidFill>
            <a:schemeClr val="tx2"/>
          </a:solidFill>
          <a:latin typeface="+mn-lt"/>
          <a:ea typeface="+mn-ea"/>
          <a:cs typeface="+mn-cs"/>
        </a:defRPr>
      </a:lvl8pPr>
      <a:lvl9pPr marL="1257300" indent="-182563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702">
          <p15:clr>
            <a:srgbClr val="F26B43"/>
          </p15:clr>
        </p15:guide>
        <p15:guide id="2" pos="627">
          <p15:clr>
            <a:srgbClr val="F26B43"/>
          </p15:clr>
        </p15:guide>
        <p15:guide id="3" pos="7055">
          <p15:clr>
            <a:srgbClr val="F26B43"/>
          </p15:clr>
        </p15:guide>
        <p15:guide id="4" orient="horz" pos="838">
          <p15:clr>
            <a:srgbClr val="F26B43"/>
          </p15:clr>
        </p15:guide>
        <p15:guide id="5" orient="horz" pos="612">
          <p15:clr>
            <a:srgbClr val="F26B43"/>
          </p15:clr>
        </p15:guide>
        <p15:guide id="6" orient="horz" pos="27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DBF29-EB6B-EFFE-AFA9-B19F15632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2E37E77-D9D1-D598-7D7F-57B1FAA7FD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5363" y="1896610"/>
            <a:ext cx="4610926" cy="1687512"/>
          </a:xfrm>
        </p:spPr>
        <p:txBody>
          <a:bodyPr/>
          <a:lstStyle/>
          <a:p>
            <a:r>
              <a:rPr lang="en-US" sz="8000" dirty="0">
                <a:solidFill>
                  <a:schemeClr val="bg1"/>
                </a:solidFill>
              </a:rPr>
              <a:t>Microsoft Fabric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2E65F47-5C4D-1E73-CA11-566BDB9F0DD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95363" y="5253389"/>
            <a:ext cx="5507038" cy="215444"/>
          </a:xfrm>
        </p:spPr>
        <p:txBody>
          <a:bodyPr>
            <a:spAutoFit/>
          </a:bodyPr>
          <a:lstStyle/>
          <a:p>
            <a:pPr lvl="1"/>
            <a:r>
              <a:rPr lang="en-US" dirty="0">
                <a:solidFill>
                  <a:schemeClr val="bg1"/>
                </a:solidFill>
              </a:rPr>
              <a:t>March 11, 2026</a:t>
            </a:r>
          </a:p>
        </p:txBody>
      </p:sp>
    </p:spTree>
    <p:extLst>
      <p:ext uri="{BB962C8B-B14F-4D97-AF65-F5344CB8AC3E}">
        <p14:creationId xmlns:p14="http://schemas.microsoft.com/office/powerpoint/2010/main" val="16526207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4B9B4-D8D7-FE18-2B5E-443089547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1DD2E148-9C4E-01D5-D450-0B7EF44D973E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16" name="Picture 15" descr="A group of people working on laptops&#10;&#10;Description automatically generated with low confidence">
              <a:extLst>
                <a:ext uri="{FF2B5EF4-FFF2-40B4-BE49-F238E27FC236}">
                  <a16:creationId xmlns:a16="http://schemas.microsoft.com/office/drawing/2014/main" id="{3A3D2F41-1F1B-BF00-FD8C-A92DE8CED2C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700337" y="0"/>
              <a:ext cx="9491663" cy="6858000"/>
            </a:xfrm>
            <a:prstGeom prst="rect">
              <a:avLst/>
            </a:prstGeom>
          </p:spPr>
        </p:pic>
        <p:pic>
          <p:nvPicPr>
            <p:cNvPr id="17" name="Picture 16" descr="A group of people working on laptops&#10;&#10;Description automatically generated with low confidence">
              <a:extLst>
                <a:ext uri="{FF2B5EF4-FFF2-40B4-BE49-F238E27FC236}">
                  <a16:creationId xmlns:a16="http://schemas.microsoft.com/office/drawing/2014/main" id="{84BFA9AC-65B3-02D3-10A3-A6A19AD31DE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flipH="1">
              <a:off x="0" y="0"/>
              <a:ext cx="2700337" cy="6858000"/>
            </a:xfrm>
            <a:prstGeom prst="rect">
              <a:avLst/>
            </a:prstGeom>
          </p:spPr>
        </p:pic>
      </p:grpSp>
      <p:sp>
        <p:nvSpPr>
          <p:cNvPr id="4" name="object 4">
            <a:extLst>
              <a:ext uri="{FF2B5EF4-FFF2-40B4-BE49-F238E27FC236}">
                <a16:creationId xmlns:a16="http://schemas.microsoft.com/office/drawing/2014/main" id="{95B8D22C-D2B4-2C16-8658-221FD566EC29}"/>
              </a:ext>
            </a:extLst>
          </p:cNvPr>
          <p:cNvSpPr/>
          <p:nvPr/>
        </p:nvSpPr>
        <p:spPr>
          <a:xfrm>
            <a:off x="10928604" y="6515100"/>
            <a:ext cx="0" cy="149860"/>
          </a:xfrm>
          <a:custGeom>
            <a:avLst/>
            <a:gdLst/>
            <a:ahLst/>
            <a:cxnLst/>
            <a:rect l="l" t="t" r="r" b="b"/>
            <a:pathLst>
              <a:path h="149859">
                <a:moveTo>
                  <a:pt x="0" y="0"/>
                </a:moveTo>
                <a:lnTo>
                  <a:pt x="0" y="149415"/>
                </a:lnTo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6031D52A-99BF-1632-F29D-2940D15449AC}"/>
              </a:ext>
            </a:extLst>
          </p:cNvPr>
          <p:cNvSpPr/>
          <p:nvPr/>
        </p:nvSpPr>
        <p:spPr>
          <a:xfrm>
            <a:off x="1002747" y="6486060"/>
            <a:ext cx="485140" cy="193675"/>
          </a:xfrm>
          <a:custGeom>
            <a:avLst/>
            <a:gdLst/>
            <a:ahLst/>
            <a:cxnLst/>
            <a:rect l="l" t="t" r="r" b="b"/>
            <a:pathLst>
              <a:path w="485140" h="193675">
                <a:moveTo>
                  <a:pt x="380329" y="151104"/>
                </a:moveTo>
                <a:lnTo>
                  <a:pt x="348830" y="151104"/>
                </a:lnTo>
                <a:lnTo>
                  <a:pt x="349115" y="160198"/>
                </a:lnTo>
                <a:lnTo>
                  <a:pt x="377863" y="191501"/>
                </a:lnTo>
                <a:lnTo>
                  <a:pt x="397014" y="193548"/>
                </a:lnTo>
                <a:lnTo>
                  <a:pt x="409285" y="193062"/>
                </a:lnTo>
                <a:lnTo>
                  <a:pt x="421503" y="191909"/>
                </a:lnTo>
                <a:lnTo>
                  <a:pt x="433640" y="190090"/>
                </a:lnTo>
                <a:lnTo>
                  <a:pt x="445668" y="187604"/>
                </a:lnTo>
                <a:lnTo>
                  <a:pt x="449219" y="173291"/>
                </a:lnTo>
                <a:lnTo>
                  <a:pt x="404977" y="173291"/>
                </a:lnTo>
                <a:lnTo>
                  <a:pt x="395073" y="172008"/>
                </a:lnTo>
                <a:lnTo>
                  <a:pt x="387323" y="168021"/>
                </a:lnTo>
                <a:lnTo>
                  <a:pt x="382237" y="161118"/>
                </a:lnTo>
                <a:lnTo>
                  <a:pt x="380329" y="151104"/>
                </a:lnTo>
                <a:close/>
              </a:path>
              <a:path w="485140" h="193675">
                <a:moveTo>
                  <a:pt x="135064" y="0"/>
                </a:moveTo>
                <a:lnTo>
                  <a:pt x="27482" y="0"/>
                </a:lnTo>
                <a:lnTo>
                  <a:pt x="27406" y="100647"/>
                </a:lnTo>
                <a:lnTo>
                  <a:pt x="0" y="191414"/>
                </a:lnTo>
                <a:lnTo>
                  <a:pt x="24155" y="191414"/>
                </a:lnTo>
                <a:lnTo>
                  <a:pt x="36271" y="151104"/>
                </a:lnTo>
                <a:lnTo>
                  <a:pt x="380329" y="151104"/>
                </a:lnTo>
                <a:lnTo>
                  <a:pt x="484631" y="151091"/>
                </a:lnTo>
                <a:lnTo>
                  <a:pt x="484631" y="147383"/>
                </a:lnTo>
                <a:lnTo>
                  <a:pt x="67703" y="147383"/>
                </a:lnTo>
                <a:lnTo>
                  <a:pt x="64020" y="139611"/>
                </a:lnTo>
                <a:lnTo>
                  <a:pt x="72899" y="130581"/>
                </a:lnTo>
                <a:lnTo>
                  <a:pt x="42532" y="130581"/>
                </a:lnTo>
                <a:lnTo>
                  <a:pt x="55371" y="88087"/>
                </a:lnTo>
                <a:lnTo>
                  <a:pt x="31305" y="88087"/>
                </a:lnTo>
                <a:lnTo>
                  <a:pt x="31305" y="3822"/>
                </a:lnTo>
                <a:lnTo>
                  <a:pt x="135064" y="3822"/>
                </a:lnTo>
                <a:lnTo>
                  <a:pt x="135064" y="0"/>
                </a:lnTo>
                <a:close/>
              </a:path>
              <a:path w="485140" h="193675">
                <a:moveTo>
                  <a:pt x="69532" y="151104"/>
                </a:moveTo>
                <a:lnTo>
                  <a:pt x="39700" y="151104"/>
                </a:lnTo>
                <a:lnTo>
                  <a:pt x="59715" y="191414"/>
                </a:lnTo>
                <a:lnTo>
                  <a:pt x="89039" y="191414"/>
                </a:lnTo>
                <a:lnTo>
                  <a:pt x="69532" y="151104"/>
                </a:lnTo>
                <a:close/>
              </a:path>
              <a:path w="485140" h="193675">
                <a:moveTo>
                  <a:pt x="145630" y="151104"/>
                </a:moveTo>
                <a:lnTo>
                  <a:pt x="113614" y="151104"/>
                </a:lnTo>
                <a:lnTo>
                  <a:pt x="101384" y="191414"/>
                </a:lnTo>
                <a:lnTo>
                  <a:pt x="127774" y="191414"/>
                </a:lnTo>
                <a:lnTo>
                  <a:pt x="139852" y="151231"/>
                </a:lnTo>
                <a:lnTo>
                  <a:pt x="145630" y="151231"/>
                </a:lnTo>
                <a:close/>
              </a:path>
              <a:path w="485140" h="193675">
                <a:moveTo>
                  <a:pt x="230606" y="151104"/>
                </a:moveTo>
                <a:lnTo>
                  <a:pt x="204368" y="151104"/>
                </a:lnTo>
                <a:lnTo>
                  <a:pt x="192722" y="191300"/>
                </a:lnTo>
                <a:lnTo>
                  <a:pt x="219329" y="191300"/>
                </a:lnTo>
                <a:lnTo>
                  <a:pt x="230606" y="151104"/>
                </a:lnTo>
                <a:close/>
              </a:path>
              <a:path w="485140" h="193675">
                <a:moveTo>
                  <a:pt x="290855" y="151104"/>
                </a:moveTo>
                <a:lnTo>
                  <a:pt x="242582" y="151104"/>
                </a:lnTo>
                <a:lnTo>
                  <a:pt x="242900" y="191300"/>
                </a:lnTo>
                <a:lnTo>
                  <a:pt x="265214" y="191300"/>
                </a:lnTo>
                <a:lnTo>
                  <a:pt x="290855" y="151104"/>
                </a:lnTo>
                <a:close/>
              </a:path>
              <a:path w="485140" h="193675">
                <a:moveTo>
                  <a:pt x="333679" y="151104"/>
                </a:moveTo>
                <a:lnTo>
                  <a:pt x="307632" y="151104"/>
                </a:lnTo>
                <a:lnTo>
                  <a:pt x="298983" y="191300"/>
                </a:lnTo>
                <a:lnTo>
                  <a:pt x="325132" y="191300"/>
                </a:lnTo>
                <a:lnTo>
                  <a:pt x="333679" y="151104"/>
                </a:lnTo>
                <a:close/>
              </a:path>
              <a:path w="485140" h="193675">
                <a:moveTo>
                  <a:pt x="484631" y="151091"/>
                </a:moveTo>
                <a:lnTo>
                  <a:pt x="426897" y="151091"/>
                </a:lnTo>
                <a:lnTo>
                  <a:pt x="421779" y="171589"/>
                </a:lnTo>
                <a:lnTo>
                  <a:pt x="416242" y="172656"/>
                </a:lnTo>
                <a:lnTo>
                  <a:pt x="410616" y="173228"/>
                </a:lnTo>
                <a:lnTo>
                  <a:pt x="404977" y="173291"/>
                </a:lnTo>
                <a:lnTo>
                  <a:pt x="449219" y="173291"/>
                </a:lnTo>
                <a:lnTo>
                  <a:pt x="454723" y="151104"/>
                </a:lnTo>
                <a:lnTo>
                  <a:pt x="484631" y="151104"/>
                </a:lnTo>
                <a:close/>
              </a:path>
              <a:path w="485140" h="193675">
                <a:moveTo>
                  <a:pt x="135064" y="3822"/>
                </a:moveTo>
                <a:lnTo>
                  <a:pt x="131178" y="3822"/>
                </a:lnTo>
                <a:lnTo>
                  <a:pt x="131279" y="93268"/>
                </a:lnTo>
                <a:lnTo>
                  <a:pt x="124056" y="117068"/>
                </a:lnTo>
                <a:lnTo>
                  <a:pt x="115417" y="145681"/>
                </a:lnTo>
                <a:lnTo>
                  <a:pt x="114846" y="147383"/>
                </a:lnTo>
                <a:lnTo>
                  <a:pt x="484631" y="147383"/>
                </a:lnTo>
                <a:lnTo>
                  <a:pt x="264274" y="147370"/>
                </a:lnTo>
                <a:lnTo>
                  <a:pt x="178993" y="147332"/>
                </a:lnTo>
                <a:lnTo>
                  <a:pt x="188129" y="142759"/>
                </a:lnTo>
                <a:lnTo>
                  <a:pt x="195245" y="136482"/>
                </a:lnTo>
                <a:lnTo>
                  <a:pt x="197236" y="133337"/>
                </a:lnTo>
                <a:lnTo>
                  <a:pt x="145834" y="133337"/>
                </a:lnTo>
                <a:lnTo>
                  <a:pt x="148793" y="122478"/>
                </a:lnTo>
                <a:lnTo>
                  <a:pt x="150296" y="116674"/>
                </a:lnTo>
                <a:lnTo>
                  <a:pt x="153606" y="104419"/>
                </a:lnTo>
                <a:lnTo>
                  <a:pt x="204888" y="104419"/>
                </a:lnTo>
                <a:lnTo>
                  <a:pt x="204368" y="100647"/>
                </a:lnTo>
                <a:lnTo>
                  <a:pt x="199859" y="95237"/>
                </a:lnTo>
                <a:lnTo>
                  <a:pt x="193664" y="90706"/>
                </a:lnTo>
                <a:lnTo>
                  <a:pt x="185710" y="88563"/>
                </a:lnTo>
                <a:lnTo>
                  <a:pt x="179036" y="88087"/>
                </a:lnTo>
                <a:lnTo>
                  <a:pt x="135064" y="88087"/>
                </a:lnTo>
                <a:lnTo>
                  <a:pt x="135064" y="3822"/>
                </a:lnTo>
                <a:close/>
              </a:path>
              <a:path w="485140" h="193675">
                <a:moveTo>
                  <a:pt x="347129" y="88087"/>
                </a:moveTo>
                <a:lnTo>
                  <a:pt x="304863" y="88087"/>
                </a:lnTo>
                <a:lnTo>
                  <a:pt x="267042" y="147370"/>
                </a:lnTo>
                <a:lnTo>
                  <a:pt x="484631" y="147370"/>
                </a:lnTo>
                <a:lnTo>
                  <a:pt x="293319" y="147332"/>
                </a:lnTo>
                <a:lnTo>
                  <a:pt x="316077" y="111734"/>
                </a:lnTo>
                <a:lnTo>
                  <a:pt x="342120" y="111734"/>
                </a:lnTo>
                <a:lnTo>
                  <a:pt x="347129" y="88087"/>
                </a:lnTo>
                <a:close/>
              </a:path>
              <a:path w="485140" h="193675">
                <a:moveTo>
                  <a:pt x="368033" y="0"/>
                </a:moveTo>
                <a:lnTo>
                  <a:pt x="260464" y="0"/>
                </a:lnTo>
                <a:lnTo>
                  <a:pt x="260464" y="87947"/>
                </a:lnTo>
                <a:lnTo>
                  <a:pt x="222656" y="87947"/>
                </a:lnTo>
                <a:lnTo>
                  <a:pt x="205562" y="147332"/>
                </a:lnTo>
                <a:lnTo>
                  <a:pt x="231686" y="147332"/>
                </a:lnTo>
                <a:lnTo>
                  <a:pt x="242201" y="110185"/>
                </a:lnTo>
                <a:lnTo>
                  <a:pt x="264274" y="110185"/>
                </a:lnTo>
                <a:lnTo>
                  <a:pt x="264274" y="3822"/>
                </a:lnTo>
                <a:lnTo>
                  <a:pt x="368033" y="3822"/>
                </a:lnTo>
                <a:lnTo>
                  <a:pt x="368033" y="0"/>
                </a:lnTo>
                <a:close/>
              </a:path>
              <a:path w="485140" h="193675">
                <a:moveTo>
                  <a:pt x="264274" y="110185"/>
                </a:moveTo>
                <a:lnTo>
                  <a:pt x="242201" y="110185"/>
                </a:lnTo>
                <a:lnTo>
                  <a:pt x="242582" y="147332"/>
                </a:lnTo>
                <a:lnTo>
                  <a:pt x="264274" y="147332"/>
                </a:lnTo>
                <a:lnTo>
                  <a:pt x="264274" y="110185"/>
                </a:lnTo>
                <a:close/>
              </a:path>
              <a:path w="485140" h="193675">
                <a:moveTo>
                  <a:pt x="342120" y="111734"/>
                </a:moveTo>
                <a:lnTo>
                  <a:pt x="316077" y="111734"/>
                </a:lnTo>
                <a:lnTo>
                  <a:pt x="308368" y="147332"/>
                </a:lnTo>
                <a:lnTo>
                  <a:pt x="334581" y="147332"/>
                </a:lnTo>
                <a:lnTo>
                  <a:pt x="342120" y="111734"/>
                </a:lnTo>
                <a:close/>
              </a:path>
              <a:path w="485140" h="193675">
                <a:moveTo>
                  <a:pt x="368033" y="3822"/>
                </a:moveTo>
                <a:lnTo>
                  <a:pt x="364223" y="3822"/>
                </a:lnTo>
                <a:lnTo>
                  <a:pt x="364172" y="110185"/>
                </a:lnTo>
                <a:lnTo>
                  <a:pt x="359820" y="116796"/>
                </a:lnTo>
                <a:lnTo>
                  <a:pt x="349262" y="147332"/>
                </a:lnTo>
                <a:lnTo>
                  <a:pt x="380809" y="147332"/>
                </a:lnTo>
                <a:lnTo>
                  <a:pt x="380809" y="143929"/>
                </a:lnTo>
                <a:lnTo>
                  <a:pt x="381177" y="142074"/>
                </a:lnTo>
                <a:lnTo>
                  <a:pt x="404889" y="105564"/>
                </a:lnTo>
                <a:lnTo>
                  <a:pt x="406674" y="105168"/>
                </a:lnTo>
                <a:lnTo>
                  <a:pt x="368033" y="105168"/>
                </a:lnTo>
                <a:lnTo>
                  <a:pt x="368033" y="3822"/>
                </a:lnTo>
                <a:close/>
              </a:path>
              <a:path w="485140" h="193675">
                <a:moveTo>
                  <a:pt x="459765" y="130784"/>
                </a:moveTo>
                <a:lnTo>
                  <a:pt x="409320" y="130784"/>
                </a:lnTo>
                <a:lnTo>
                  <a:pt x="405168" y="147332"/>
                </a:lnTo>
                <a:lnTo>
                  <a:pt x="455599" y="147332"/>
                </a:lnTo>
                <a:lnTo>
                  <a:pt x="459765" y="130784"/>
                </a:lnTo>
                <a:close/>
              </a:path>
              <a:path w="485140" h="193675">
                <a:moveTo>
                  <a:pt x="484631" y="3771"/>
                </a:moveTo>
                <a:lnTo>
                  <a:pt x="480783" y="3771"/>
                </a:lnTo>
                <a:lnTo>
                  <a:pt x="480783" y="147332"/>
                </a:lnTo>
                <a:lnTo>
                  <a:pt x="484631" y="147332"/>
                </a:lnTo>
                <a:lnTo>
                  <a:pt x="484631" y="3771"/>
                </a:lnTo>
                <a:close/>
              </a:path>
              <a:path w="485140" h="193675">
                <a:moveTo>
                  <a:pt x="158965" y="133223"/>
                </a:moveTo>
                <a:lnTo>
                  <a:pt x="157987" y="133223"/>
                </a:lnTo>
                <a:lnTo>
                  <a:pt x="157010" y="133337"/>
                </a:lnTo>
                <a:lnTo>
                  <a:pt x="197236" y="133337"/>
                </a:lnTo>
                <a:lnTo>
                  <a:pt x="159067" y="133273"/>
                </a:lnTo>
                <a:close/>
              </a:path>
              <a:path w="485140" h="193675">
                <a:moveTo>
                  <a:pt x="204888" y="104419"/>
                </a:moveTo>
                <a:lnTo>
                  <a:pt x="171437" y="104419"/>
                </a:lnTo>
                <a:lnTo>
                  <a:pt x="176695" y="104902"/>
                </a:lnTo>
                <a:lnTo>
                  <a:pt x="180124" y="109639"/>
                </a:lnTo>
                <a:lnTo>
                  <a:pt x="179933" y="113144"/>
                </a:lnTo>
                <a:lnTo>
                  <a:pt x="175171" y="127660"/>
                </a:lnTo>
                <a:lnTo>
                  <a:pt x="171335" y="132334"/>
                </a:lnTo>
                <a:lnTo>
                  <a:pt x="159067" y="133273"/>
                </a:lnTo>
                <a:lnTo>
                  <a:pt x="197277" y="133273"/>
                </a:lnTo>
                <a:lnTo>
                  <a:pt x="200305" y="128492"/>
                </a:lnTo>
                <a:lnTo>
                  <a:pt x="203276" y="118783"/>
                </a:lnTo>
                <a:lnTo>
                  <a:pt x="205358" y="107835"/>
                </a:lnTo>
                <a:lnTo>
                  <a:pt x="204888" y="104419"/>
                </a:lnTo>
                <a:close/>
              </a:path>
              <a:path w="485140" h="193675">
                <a:moveTo>
                  <a:pt x="114681" y="88087"/>
                </a:moveTo>
                <a:lnTo>
                  <a:pt x="82194" y="88087"/>
                </a:lnTo>
                <a:lnTo>
                  <a:pt x="42532" y="130581"/>
                </a:lnTo>
                <a:lnTo>
                  <a:pt x="72899" y="130581"/>
                </a:lnTo>
                <a:lnTo>
                  <a:pt x="114681" y="88087"/>
                </a:lnTo>
                <a:close/>
              </a:path>
              <a:path w="485140" h="193675">
                <a:moveTo>
                  <a:pt x="466643" y="102527"/>
                </a:moveTo>
                <a:lnTo>
                  <a:pt x="426643" y="102527"/>
                </a:lnTo>
                <a:lnTo>
                  <a:pt x="434657" y="105587"/>
                </a:lnTo>
                <a:lnTo>
                  <a:pt x="433565" y="116674"/>
                </a:lnTo>
                <a:lnTo>
                  <a:pt x="463588" y="116674"/>
                </a:lnTo>
                <a:lnTo>
                  <a:pt x="465201" y="109639"/>
                </a:lnTo>
                <a:lnTo>
                  <a:pt x="466750" y="102679"/>
                </a:lnTo>
                <a:lnTo>
                  <a:pt x="466643" y="102527"/>
                </a:lnTo>
                <a:close/>
              </a:path>
              <a:path w="485140" h="193675">
                <a:moveTo>
                  <a:pt x="484631" y="0"/>
                </a:moveTo>
                <a:lnTo>
                  <a:pt x="377012" y="0"/>
                </a:lnTo>
                <a:lnTo>
                  <a:pt x="377012" y="96583"/>
                </a:lnTo>
                <a:lnTo>
                  <a:pt x="373748" y="99161"/>
                </a:lnTo>
                <a:lnTo>
                  <a:pt x="370751" y="102031"/>
                </a:lnTo>
                <a:lnTo>
                  <a:pt x="368033" y="105168"/>
                </a:lnTo>
                <a:lnTo>
                  <a:pt x="406674" y="105168"/>
                </a:lnTo>
                <a:lnTo>
                  <a:pt x="418592" y="102527"/>
                </a:lnTo>
                <a:lnTo>
                  <a:pt x="466643" y="102527"/>
                </a:lnTo>
                <a:lnTo>
                  <a:pt x="461086" y="94576"/>
                </a:lnTo>
                <a:lnTo>
                  <a:pt x="460346" y="93878"/>
                </a:lnTo>
                <a:lnTo>
                  <a:pt x="380809" y="93878"/>
                </a:lnTo>
                <a:lnTo>
                  <a:pt x="380809" y="3771"/>
                </a:lnTo>
                <a:lnTo>
                  <a:pt x="484631" y="3771"/>
                </a:lnTo>
                <a:lnTo>
                  <a:pt x="484631" y="0"/>
                </a:lnTo>
                <a:close/>
              </a:path>
              <a:path w="485140" h="193675">
                <a:moveTo>
                  <a:pt x="425081" y="82232"/>
                </a:moveTo>
                <a:lnTo>
                  <a:pt x="415263" y="82680"/>
                </a:lnTo>
                <a:lnTo>
                  <a:pt x="404117" y="84397"/>
                </a:lnTo>
                <a:lnTo>
                  <a:pt x="392377" y="87947"/>
                </a:lnTo>
                <a:lnTo>
                  <a:pt x="380809" y="93878"/>
                </a:lnTo>
                <a:lnTo>
                  <a:pt x="460346" y="93878"/>
                </a:lnTo>
                <a:lnTo>
                  <a:pt x="455106" y="88929"/>
                </a:lnTo>
                <a:lnTo>
                  <a:pt x="446951" y="85099"/>
                </a:lnTo>
                <a:lnTo>
                  <a:pt x="436861" y="82921"/>
                </a:lnTo>
                <a:lnTo>
                  <a:pt x="425081" y="82232"/>
                </a:lnTo>
                <a:close/>
              </a:path>
              <a:path w="485140" h="193675">
                <a:moveTo>
                  <a:pt x="251548" y="0"/>
                </a:moveTo>
                <a:lnTo>
                  <a:pt x="143954" y="0"/>
                </a:lnTo>
                <a:lnTo>
                  <a:pt x="143954" y="88087"/>
                </a:lnTo>
                <a:lnTo>
                  <a:pt x="179036" y="88087"/>
                </a:lnTo>
                <a:lnTo>
                  <a:pt x="176773" y="87925"/>
                </a:lnTo>
                <a:lnTo>
                  <a:pt x="147777" y="87909"/>
                </a:lnTo>
                <a:lnTo>
                  <a:pt x="147777" y="3822"/>
                </a:lnTo>
                <a:lnTo>
                  <a:pt x="251548" y="3822"/>
                </a:lnTo>
                <a:lnTo>
                  <a:pt x="251548" y="0"/>
                </a:lnTo>
                <a:close/>
              </a:path>
              <a:path w="485140" h="193675">
                <a:moveTo>
                  <a:pt x="251548" y="3822"/>
                </a:moveTo>
                <a:lnTo>
                  <a:pt x="247637" y="3822"/>
                </a:lnTo>
                <a:lnTo>
                  <a:pt x="247675" y="87947"/>
                </a:lnTo>
                <a:lnTo>
                  <a:pt x="251548" y="87947"/>
                </a:lnTo>
                <a:lnTo>
                  <a:pt x="251548" y="382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E073920C-7E51-F65E-A2EA-DD58DB766064}"/>
              </a:ext>
            </a:extLst>
          </p:cNvPr>
          <p:cNvSpPr txBox="1"/>
          <p:nvPr/>
        </p:nvSpPr>
        <p:spPr>
          <a:xfrm>
            <a:off x="11009090" y="6429207"/>
            <a:ext cx="217170" cy="2463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000" b="0" i="0" u="none" strike="noStrike" kern="1200" cap="none" spc="-5" normalizeH="0" baseline="0" noProof="0" dirty="0">
                <a:ln>
                  <a:noFill/>
                </a:ln>
                <a:solidFill>
                  <a:srgbClr val="00338D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381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D5FBC8B9-396D-0E95-2863-0E9BDF225318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743777" y="6458772"/>
            <a:ext cx="8550910" cy="923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600" b="0" i="0" kern="1200">
                <a:solidFill>
                  <a:srgbClr val="A6A6A6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2025 </a:t>
            </a:r>
            <a:r>
              <a:rPr kumimoji="0" lang="en-US" sz="600" b="0" i="0" u="none" strike="noStrike" kern="1200" cap="none" spc="-5" normalizeH="0" baseline="0" noProof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KPMG LLP, </a:t>
            </a: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 </a:t>
            </a:r>
            <a:r>
              <a:rPr kumimoji="0" lang="en-US" sz="600" b="0" i="0" u="none" strike="noStrike" kern="1200" cap="none" spc="-5" normalizeH="0" baseline="0" noProof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Delaware </a:t>
            </a: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limited </a:t>
            </a:r>
            <a:r>
              <a:rPr kumimoji="0" lang="en-US" sz="600" b="0" i="0" u="none" strike="noStrike" kern="1200" cap="none" spc="5" normalizeH="0" baseline="0" noProof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liability </a:t>
            </a: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partnership and a </a:t>
            </a:r>
            <a:r>
              <a:rPr kumimoji="0" lang="en-US" sz="600" b="0" i="0" u="none" strike="noStrike" kern="1200" cap="none" spc="-10" normalizeH="0" baseline="0" noProof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member </a:t>
            </a: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firm of the </a:t>
            </a:r>
            <a:r>
              <a:rPr kumimoji="0" lang="en-US" sz="600" b="0" i="0" u="none" strike="noStrike" kern="1200" cap="none" spc="-5" normalizeH="0" baseline="0" noProof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KPMG </a:t>
            </a: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global organization of independent </a:t>
            </a:r>
            <a:r>
              <a:rPr kumimoji="0" lang="en-US" sz="600" b="0" i="0" u="none" strike="noStrike" kern="1200" cap="none" spc="-10" normalizeH="0" baseline="0" noProof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member </a:t>
            </a:r>
            <a:r>
              <a:rPr kumimoji="0" lang="en-US" sz="600" b="0" i="0" u="none" strike="noStrike" kern="1200" cap="none" spc="-5" normalizeH="0" baseline="0" noProof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firms </a:t>
            </a: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affiliated </a:t>
            </a:r>
            <a:r>
              <a:rPr kumimoji="0" lang="en-US" sz="600" b="0" i="0" u="none" strike="noStrike" kern="1200" cap="none" spc="-5" normalizeH="0" baseline="0" noProof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with KPMG </a:t>
            </a: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International Limited, a private English </a:t>
            </a:r>
            <a:r>
              <a:rPr kumimoji="0" lang="en-US" sz="600" b="0" i="0" u="none" strike="noStrike" kern="1200" cap="none" spc="-5" normalizeH="0" baseline="0" noProof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company </a:t>
            </a: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limited by guarantee. All rights</a:t>
            </a:r>
            <a:r>
              <a:rPr kumimoji="0" lang="en-US" sz="600" b="0" i="0" u="none" strike="noStrike" kern="1200" cap="none" spc="125" normalizeH="0" baseline="0" noProof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US" sz="600" b="0" i="0" u="none" strike="noStrike" kern="1200" cap="none" spc="-5" normalizeH="0" baseline="0" noProof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reserved.</a:t>
            </a:r>
            <a:endParaRPr kumimoji="0" sz="600" b="0" i="0" u="none" strike="noStrike" kern="1200" cap="none" spc="-5" normalizeH="0" baseline="0" noProof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853171-3120-0D84-211C-E29A49AB321E}"/>
              </a:ext>
            </a:extLst>
          </p:cNvPr>
          <p:cNvSpPr/>
          <p:nvPr/>
        </p:nvSpPr>
        <p:spPr>
          <a:xfrm rot="16200000">
            <a:off x="2238425" y="-263893"/>
            <a:ext cx="4225509" cy="66963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/>
            <a:endParaRPr lang="en-GB" sz="1500" err="1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2B5CBC-5EE4-CD50-6846-BD44D7E9E4F8}"/>
              </a:ext>
            </a:extLst>
          </p:cNvPr>
          <p:cNvSpPr txBox="1"/>
          <p:nvPr/>
        </p:nvSpPr>
        <p:spPr>
          <a:xfrm>
            <a:off x="1490663" y="1330008"/>
            <a:ext cx="1900397" cy="5816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70000"/>
              </a:lnSpc>
              <a:spcAft>
                <a:spcPts val="600"/>
              </a:spcAft>
            </a:pPr>
            <a:r>
              <a:rPr lang="en-GB" sz="5400" dirty="0">
                <a:solidFill>
                  <a:schemeClr val="tx2"/>
                </a:solidFill>
                <a:latin typeface="+mj-lt"/>
              </a:rPr>
              <a:t>Agenda</a:t>
            </a:r>
          </a:p>
        </p:txBody>
      </p:sp>
      <p:graphicFrame>
        <p:nvGraphicFramePr>
          <p:cNvPr id="14" name="Table 24">
            <a:extLst>
              <a:ext uri="{FF2B5EF4-FFF2-40B4-BE49-F238E27FC236}">
                <a16:creationId xmlns:a16="http://schemas.microsoft.com/office/drawing/2014/main" id="{DB2B4804-B62B-5C45-6472-6EC4A2D85FD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62049537"/>
              </p:ext>
            </p:extLst>
          </p:nvPr>
        </p:nvGraphicFramePr>
        <p:xfrm>
          <a:off x="1490663" y="1989122"/>
          <a:ext cx="5685389" cy="2540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6729">
                  <a:extLst>
                    <a:ext uri="{9D8B030D-6E8A-4147-A177-3AD203B41FA5}">
                      <a16:colId xmlns:a16="http://schemas.microsoft.com/office/drawing/2014/main" val="1857791330"/>
                    </a:ext>
                  </a:extLst>
                </a:gridCol>
                <a:gridCol w="3618660">
                  <a:extLst>
                    <a:ext uri="{9D8B030D-6E8A-4147-A177-3AD203B41FA5}">
                      <a16:colId xmlns:a16="http://schemas.microsoft.com/office/drawing/2014/main" val="620299569"/>
                    </a:ext>
                  </a:extLst>
                </a:gridCol>
              </a:tblGrid>
              <a:tr h="635064"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GB" sz="3200" b="1" dirty="0">
                          <a:solidFill>
                            <a:srgbClr val="00338D"/>
                          </a:solidFill>
                          <a:latin typeface="+mj-lt"/>
                        </a:rPr>
                        <a:t>10am – 12pm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rgbClr val="00338D"/>
                          </a:solidFill>
                          <a:latin typeface="+mn-lt"/>
                        </a:rPr>
                        <a:t>Microsoft Fabric Overview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9216587"/>
                  </a:ext>
                </a:extLst>
              </a:tr>
              <a:tr h="635064"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GB" sz="3200" b="1" dirty="0">
                          <a:solidFill>
                            <a:srgbClr val="00338D"/>
                          </a:solidFill>
                          <a:latin typeface="+mj-lt"/>
                        </a:rPr>
                        <a:t>12pm-1pm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rgbClr val="00338D"/>
                          </a:solidFill>
                          <a:latin typeface="+mn-lt"/>
                        </a:rPr>
                        <a:t>Lunch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1459236"/>
                  </a:ext>
                </a:extLst>
              </a:tr>
              <a:tr h="635064"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GB" sz="3200" b="1" dirty="0">
                          <a:solidFill>
                            <a:srgbClr val="00338D"/>
                          </a:solidFill>
                          <a:latin typeface="+mj-lt"/>
                        </a:rPr>
                        <a:t>1pm-1:30pm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b="1" dirty="0">
                          <a:solidFill>
                            <a:srgbClr val="00338D"/>
                          </a:solidFill>
                          <a:latin typeface="+mn-lt"/>
                        </a:rPr>
                        <a:t>Lakehouse Tour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0221443"/>
                  </a:ext>
                </a:extLst>
              </a:tr>
              <a:tr h="635064"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GB" sz="3200" b="1" dirty="0">
                          <a:solidFill>
                            <a:srgbClr val="00338D"/>
                          </a:solidFill>
                          <a:latin typeface="+mj-lt"/>
                        </a:rPr>
                        <a:t>1:30pm-3:30pm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38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Migration Deep Dive Session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09558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812743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OCUMENTCLASSIFICATION" val="TRU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OCUMENTCLASSIFICATION" val="TRU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V_COPYRIGHT" val="TRU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KPMG Widescreen [16:9] Feb 2022">
  <a:themeElements>
    <a:clrScheme name="Custom Option">
      <a:dk1>
        <a:srgbClr val="000000"/>
      </a:dk1>
      <a:lt1>
        <a:sysClr val="window" lastClr="FFFFFF"/>
      </a:lt1>
      <a:dk2>
        <a:srgbClr val="00338D"/>
      </a:dk2>
      <a:lt2>
        <a:srgbClr val="ACEAFF"/>
      </a:lt2>
      <a:accent1>
        <a:srgbClr val="1E49E2"/>
      </a:accent1>
      <a:accent2>
        <a:srgbClr val="00338D"/>
      </a:accent2>
      <a:accent3>
        <a:srgbClr val="0C233C"/>
      </a:accent3>
      <a:accent4>
        <a:srgbClr val="00B8F5"/>
      </a:accent4>
      <a:accent5>
        <a:srgbClr val="7213EA"/>
      </a:accent5>
      <a:accent6>
        <a:srgbClr val="FD349C"/>
      </a:accent6>
      <a:hlink>
        <a:srgbClr val="1E49E2"/>
      </a:hlink>
      <a:folHlink>
        <a:srgbClr val="098E80"/>
      </a:folHlink>
    </a:clrScheme>
    <a:fontScheme name="Custom 49">
      <a:majorFont>
        <a:latin typeface="KPMG Bold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54610" tIns="54610" rIns="54610" bIns="54610" rtlCol="0" anchor="ctr"/>
      <a:lstStyle>
        <a:defPPr algn="l">
          <a:defRPr sz="15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 anchor="t" anchorCtr="0">
        <a:noAutofit/>
      </a:bodyPr>
      <a:lstStyle>
        <a:defPPr algn="l">
          <a:spcAft>
            <a:spcPts val="600"/>
          </a:spcAft>
          <a:defRPr sz="1500" b="1" dirty="0" smtClean="0">
            <a:solidFill>
              <a:schemeClr val="tx2"/>
            </a:solidFill>
          </a:defRPr>
        </a:defPPr>
      </a:lstStyle>
    </a:txDef>
  </a:objectDefaults>
  <a:extraClrSchemeLst/>
  <a:custClrLst>
    <a:custClr name="KPMG Blue">
      <a:srgbClr val="00338D"/>
    </a:custClr>
    <a:custClr name="Cobalt">
      <a:srgbClr val="1E49E2"/>
    </a:custClr>
    <a:custClr name="Pacific Blue">
      <a:srgbClr val="00B8F5"/>
    </a:custClr>
    <a:custClr name="Purple">
      <a:srgbClr val="7213EA"/>
    </a:custClr>
    <a:custClr name="Dark Blue">
      <a:srgbClr val="0C233C"/>
    </a:custClr>
    <a:custClr name="Light Blue">
      <a:srgbClr val="ACEAFF"/>
    </a:custClr>
    <a:custClr name="Pink">
      <a:srgbClr val="FD349C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76D2FF"/>
    </a:custClr>
    <a:custClr name="Dark Purple">
      <a:srgbClr val="510DBC"/>
    </a:custClr>
    <a:custClr name="Light Purple">
      <a:srgbClr val="B497FF"/>
    </a:custClr>
    <a:custClr name="Dark Pink">
      <a:srgbClr val="AB0D82"/>
    </a:custClr>
    <a:custClr name="Light Pink">
      <a:srgbClr val="FFA3DA"/>
    </a:custClr>
    <a:custClr name="Dark Green">
      <a:srgbClr val="098E7E"/>
    </a:custClr>
    <a:custClr name="Green">
      <a:srgbClr val="00C0AE"/>
    </a:custClr>
    <a:custClr name="Light Green">
      <a:srgbClr val="63EBDA"/>
    </a:custClr>
    <a:custClr name="Blank">
      <a:srgbClr val="FFFFFF"/>
    </a:custClr>
    <a:custClr name="Blank">
      <a:srgbClr val="FFFFFF"/>
    </a:custClr>
    <a:custClr name="Gray 1">
      <a:srgbClr val="333333"/>
    </a:custClr>
    <a:custClr name="Gray 2">
      <a:srgbClr val="666666"/>
    </a:custClr>
    <a:custClr name="Gray 3">
      <a:srgbClr val="989898"/>
    </a:custClr>
    <a:custClr name="Gray 4">
      <a:srgbClr val="B2B2B2"/>
    </a:custClr>
    <a:custClr name="Gray 5">
      <a:srgbClr val="E5E5E5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1_KPMG Widescreen Standard Template.potx" id="{91D48D0A-CE4D-4E81-B6D9-24A302936E8C}" vid="{B098B618-9C11-4D2E-83D4-6C60D23ED09A}"/>
    </a:ext>
  </a:extLst>
</a:theme>
</file>

<file path=ppt/theme/theme2.xml><?xml version="1.0" encoding="utf-8"?>
<a:theme xmlns:a="http://schemas.openxmlformats.org/drawingml/2006/main" name="2_KPMG Widescreen [16:9] Feb 2022">
  <a:themeElements>
    <a:clrScheme name="KPMG_MAR">
      <a:dk1>
        <a:srgbClr val="000000"/>
      </a:dk1>
      <a:lt1>
        <a:srgbClr val="FFFFFF"/>
      </a:lt1>
      <a:dk2>
        <a:srgbClr val="00338D"/>
      </a:dk2>
      <a:lt2>
        <a:srgbClr val="E5E5E5"/>
      </a:lt2>
      <a:accent1>
        <a:srgbClr val="1E49E2"/>
      </a:accent1>
      <a:accent2>
        <a:srgbClr val="00338D"/>
      </a:accent2>
      <a:accent3>
        <a:srgbClr val="0C233C"/>
      </a:accent3>
      <a:accent4>
        <a:srgbClr val="00B8F5"/>
      </a:accent4>
      <a:accent5>
        <a:srgbClr val="7213EA"/>
      </a:accent5>
      <a:accent6>
        <a:srgbClr val="FD349C"/>
      </a:accent6>
      <a:hlink>
        <a:srgbClr val="00B8F5"/>
      </a:hlink>
      <a:folHlink>
        <a:srgbClr val="098E7E"/>
      </a:folHlink>
    </a:clrScheme>
    <a:fontScheme name="Custom 49">
      <a:majorFont>
        <a:latin typeface="KPMG Bold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accent1"/>
          </a:solidFill>
        </a:ln>
      </a:spPr>
      <a:bodyPr lIns="54610" tIns="54610" rIns="54610" bIns="54610" rtlCol="0" anchor="ctr"/>
      <a:lstStyle>
        <a:defPPr algn="l">
          <a:defRPr sz="15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 anchor="t" anchorCtr="0">
        <a:noAutofit/>
      </a:bodyPr>
      <a:lstStyle>
        <a:defPPr algn="l">
          <a:spcAft>
            <a:spcPts val="600"/>
          </a:spcAft>
          <a:defRPr sz="1500" b="1" dirty="0" smtClean="0">
            <a:solidFill>
              <a:schemeClr val="tx2"/>
            </a:solidFill>
          </a:defRPr>
        </a:defPPr>
      </a:lstStyle>
    </a:txDef>
  </a:objectDefaults>
  <a:extraClrSchemeLst/>
  <a:custClrLst>
    <a:custClr name="KPMG Blue">
      <a:srgbClr val="00338D"/>
    </a:custClr>
    <a:custClr name="Medium Blue">
      <a:srgbClr val="005EB8"/>
    </a:custClr>
    <a:custClr name="Light Blue">
      <a:srgbClr val="0091DA"/>
    </a:custClr>
    <a:custClr name="Violet">
      <a:srgbClr val="483698"/>
    </a:custClr>
    <a:custClr name="Purple">
      <a:srgbClr val="470A68"/>
    </a:custClr>
    <a:custClr name="Light Purple">
      <a:srgbClr val="6D2077"/>
    </a:custClr>
    <a:custClr name="Green">
      <a:srgbClr val="00A3A1"/>
    </a:custClr>
    <a:custClr name="Dark Green">
      <a:srgbClr val="009A44"/>
    </a:custClr>
    <a:custClr name="Light Green">
      <a:srgbClr val="43B02A"/>
    </a:custClr>
    <a:custClr name="Yellow">
      <a:srgbClr val="EAAA00"/>
    </a:custClr>
    <a:custClr name="Orange">
      <a:srgbClr val="F68D2E"/>
    </a:custClr>
    <a:custClr name="Red ">
      <a:srgbClr val="BC204B"/>
    </a:custClr>
    <a:custClr name="Pink">
      <a:srgbClr val="C6007E"/>
    </a:custClr>
    <a:custClr name="Dark Brown">
      <a:srgbClr val="753F19"/>
    </a:custClr>
    <a:custClr name="Light Brown">
      <a:srgbClr val="9B642E"/>
    </a:custClr>
    <a:custClr name="Olive">
      <a:srgbClr val="9D9375"/>
    </a:custClr>
    <a:custClr name="Beige">
      <a:srgbClr val="E3BC9F"/>
    </a:custClr>
    <a:custClr name="Light Pink">
      <a:srgbClr val="E36877"/>
    </a:custClr>
  </a:custClrLst>
  <a:extLst>
    <a:ext uri="{05A4C25C-085E-4340-85A3-A5531E510DB2}">
      <thm15:themeFamily xmlns:thm15="http://schemas.microsoft.com/office/thememl/2012/main" name="KPMG Global Brand Refresh_Widescreen" id="{C2140D09-2037-40F7-A2F2-25A81DDF6C4B}" vid="{66156C46-C687-4B56-9D44-1F5BE2EA2B9D}"/>
    </a:ext>
  </a:extLst>
</a:theme>
</file>

<file path=ppt/theme/theme3.xml><?xml version="1.0" encoding="utf-8"?>
<a:theme xmlns:a="http://schemas.openxmlformats.org/drawingml/2006/main" name="7_KPMG Widescreen [16:9] Feb 2022">
  <a:themeElements>
    <a:clrScheme name="KPMG_MAR">
      <a:dk1>
        <a:srgbClr val="000000"/>
      </a:dk1>
      <a:lt1>
        <a:srgbClr val="FFFFFF"/>
      </a:lt1>
      <a:dk2>
        <a:srgbClr val="00338D"/>
      </a:dk2>
      <a:lt2>
        <a:srgbClr val="E5E5E5"/>
      </a:lt2>
      <a:accent1>
        <a:srgbClr val="1E49E2"/>
      </a:accent1>
      <a:accent2>
        <a:srgbClr val="00338D"/>
      </a:accent2>
      <a:accent3>
        <a:srgbClr val="0C233C"/>
      </a:accent3>
      <a:accent4>
        <a:srgbClr val="00B8F5"/>
      </a:accent4>
      <a:accent5>
        <a:srgbClr val="7213EA"/>
      </a:accent5>
      <a:accent6>
        <a:srgbClr val="FD349C"/>
      </a:accent6>
      <a:hlink>
        <a:srgbClr val="00B8F5"/>
      </a:hlink>
      <a:folHlink>
        <a:srgbClr val="098E7E"/>
      </a:folHlink>
    </a:clrScheme>
    <a:fontScheme name="Custom 49">
      <a:majorFont>
        <a:latin typeface="KPMG Bold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accent1"/>
          </a:solidFill>
        </a:ln>
      </a:spPr>
      <a:bodyPr lIns="54610" tIns="54610" rIns="54610" bIns="54610" rtlCol="0" anchor="ctr"/>
      <a:lstStyle>
        <a:defPPr algn="l">
          <a:defRPr sz="15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 anchor="t" anchorCtr="0">
        <a:noAutofit/>
      </a:bodyPr>
      <a:lstStyle>
        <a:defPPr algn="l">
          <a:spcAft>
            <a:spcPts val="600"/>
          </a:spcAft>
          <a:defRPr sz="1500" b="1" dirty="0" smtClean="0">
            <a:solidFill>
              <a:schemeClr val="tx2"/>
            </a:solidFill>
          </a:defRPr>
        </a:defPPr>
      </a:lstStyle>
    </a:txDef>
  </a:objectDefaults>
  <a:extraClrSchemeLst/>
  <a:custClrLst>
    <a:custClr name="KPMG Blue">
      <a:srgbClr val="00338D"/>
    </a:custClr>
    <a:custClr name="Medium Blue">
      <a:srgbClr val="005EB8"/>
    </a:custClr>
    <a:custClr name="Light Blue">
      <a:srgbClr val="0091DA"/>
    </a:custClr>
    <a:custClr name="Violet">
      <a:srgbClr val="483698"/>
    </a:custClr>
    <a:custClr name="Purple">
      <a:srgbClr val="470A68"/>
    </a:custClr>
    <a:custClr name="Light Purple">
      <a:srgbClr val="6D2077"/>
    </a:custClr>
    <a:custClr name="Green">
      <a:srgbClr val="00A3A1"/>
    </a:custClr>
    <a:custClr name="Dark Green">
      <a:srgbClr val="009A44"/>
    </a:custClr>
    <a:custClr name="Light Green">
      <a:srgbClr val="43B02A"/>
    </a:custClr>
    <a:custClr name="Yellow">
      <a:srgbClr val="EAAA00"/>
    </a:custClr>
    <a:custClr name="Orange">
      <a:srgbClr val="F68D2E"/>
    </a:custClr>
    <a:custClr name="Red ">
      <a:srgbClr val="BC204B"/>
    </a:custClr>
    <a:custClr name="Pink">
      <a:srgbClr val="C6007E"/>
    </a:custClr>
    <a:custClr name="Dark Brown">
      <a:srgbClr val="753F19"/>
    </a:custClr>
    <a:custClr name="Light Brown">
      <a:srgbClr val="9B642E"/>
    </a:custClr>
    <a:custClr name="Olive">
      <a:srgbClr val="9D9375"/>
    </a:custClr>
    <a:custClr name="Beige">
      <a:srgbClr val="E3BC9F"/>
    </a:custClr>
    <a:custClr name="Light Pink">
      <a:srgbClr val="E36877"/>
    </a:custClr>
  </a:custClrLst>
  <a:extLst>
    <a:ext uri="{05A4C25C-085E-4340-85A3-A5531E510DB2}">
      <thm15:themeFamily xmlns:thm15="http://schemas.microsoft.com/office/thememl/2012/main" name="KPMG Global Brand Refresh_Widescreen" id="{C2140D09-2037-40F7-A2F2-25A81DDF6C4B}" vid="{66156C46-C687-4B56-9D44-1F5BE2EA2B9D}"/>
    </a:ext>
  </a:extLst>
</a:theme>
</file>

<file path=ppt/theme/theme4.xml><?xml version="1.0" encoding="utf-8"?>
<a:theme xmlns:a="http://schemas.openxmlformats.org/drawingml/2006/main" name="3_KPMG Widescreen [16:9] Feb 2022">
  <a:themeElements>
    <a:clrScheme name="Custom Option">
      <a:dk1>
        <a:srgbClr val="000000"/>
      </a:dk1>
      <a:lt1>
        <a:sysClr val="window" lastClr="FFFFFF"/>
      </a:lt1>
      <a:dk2>
        <a:srgbClr val="00338D"/>
      </a:dk2>
      <a:lt2>
        <a:srgbClr val="ACEAFF"/>
      </a:lt2>
      <a:accent1>
        <a:srgbClr val="1E49E2"/>
      </a:accent1>
      <a:accent2>
        <a:srgbClr val="00338D"/>
      </a:accent2>
      <a:accent3>
        <a:srgbClr val="0C233C"/>
      </a:accent3>
      <a:accent4>
        <a:srgbClr val="00B8F5"/>
      </a:accent4>
      <a:accent5>
        <a:srgbClr val="7213EA"/>
      </a:accent5>
      <a:accent6>
        <a:srgbClr val="FD349C"/>
      </a:accent6>
      <a:hlink>
        <a:srgbClr val="1E49E2"/>
      </a:hlink>
      <a:folHlink>
        <a:srgbClr val="098E80"/>
      </a:folHlink>
    </a:clrScheme>
    <a:fontScheme name="Custom 49">
      <a:majorFont>
        <a:latin typeface="KPMG Bold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54610" tIns="54610" rIns="54610" bIns="54610" rtlCol="0" anchor="ctr"/>
      <a:lstStyle>
        <a:defPPr algn="l">
          <a:defRPr sz="15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 anchor="t" anchorCtr="0">
        <a:noAutofit/>
      </a:bodyPr>
      <a:lstStyle>
        <a:defPPr algn="l">
          <a:spcAft>
            <a:spcPts val="600"/>
          </a:spcAft>
          <a:defRPr sz="1500" b="1" dirty="0" smtClean="0">
            <a:solidFill>
              <a:schemeClr val="tx2"/>
            </a:solidFill>
          </a:defRPr>
        </a:defPPr>
      </a:lstStyle>
    </a:txDef>
  </a:objectDefaults>
  <a:extraClrSchemeLst/>
  <a:custClrLst>
    <a:custClr name="KPMG Blue">
      <a:srgbClr val="00338D"/>
    </a:custClr>
    <a:custClr name="Cobalt">
      <a:srgbClr val="1E49E2"/>
    </a:custClr>
    <a:custClr name="Pacific Blue">
      <a:srgbClr val="00B8F5"/>
    </a:custClr>
    <a:custClr name="Purple">
      <a:srgbClr val="7213EA"/>
    </a:custClr>
    <a:custClr name="Dark Blue">
      <a:srgbClr val="0C233C"/>
    </a:custClr>
    <a:custClr name="Light Blue">
      <a:srgbClr val="ACEAFF"/>
    </a:custClr>
    <a:custClr name="Pink">
      <a:srgbClr val="FD349C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76D2FF"/>
    </a:custClr>
    <a:custClr name="Dark Purple">
      <a:srgbClr val="510DBC"/>
    </a:custClr>
    <a:custClr name="Light Purple">
      <a:srgbClr val="B497FF"/>
    </a:custClr>
    <a:custClr name="Dark Pink">
      <a:srgbClr val="AB0D82"/>
    </a:custClr>
    <a:custClr name="Light Pink">
      <a:srgbClr val="FFA3DA"/>
    </a:custClr>
    <a:custClr name="Dark Green">
      <a:srgbClr val="098E7E"/>
    </a:custClr>
    <a:custClr name="Green">
      <a:srgbClr val="00C0AE"/>
    </a:custClr>
    <a:custClr name="Light Green">
      <a:srgbClr val="63EBDA"/>
    </a:custClr>
    <a:custClr name="Blank">
      <a:srgbClr val="FFFFFF"/>
    </a:custClr>
    <a:custClr name="Blank">
      <a:srgbClr val="FFFFFF"/>
    </a:custClr>
    <a:custClr name="Gray 1">
      <a:srgbClr val="333333"/>
    </a:custClr>
    <a:custClr name="Gray 2">
      <a:srgbClr val="666666"/>
    </a:custClr>
    <a:custClr name="Gray 3">
      <a:srgbClr val="989898"/>
    </a:custClr>
    <a:custClr name="Gray 4">
      <a:srgbClr val="B2B2B2"/>
    </a:custClr>
    <a:custClr name="Gray 5">
      <a:srgbClr val="E5E5E5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Presentation2" id="{1741BB20-3233-4F11-B6E7-0F2F697524A9}" vid="{DFB94998-4A28-4CBD-A32F-F16AE289C212}"/>
    </a:ext>
  </a:extLst>
</a:theme>
</file>

<file path=ppt/theme/theme5.xml><?xml version="1.0" encoding="utf-8"?>
<a:theme xmlns:a="http://schemas.openxmlformats.org/drawingml/2006/main" name="8_KPMG Widescreen [16:9] Feb 2022">
  <a:themeElements>
    <a:clrScheme name="KPMG_MAR">
      <a:dk1>
        <a:srgbClr val="000000"/>
      </a:dk1>
      <a:lt1>
        <a:srgbClr val="FFFFFF"/>
      </a:lt1>
      <a:dk2>
        <a:srgbClr val="00338D"/>
      </a:dk2>
      <a:lt2>
        <a:srgbClr val="E5E5E5"/>
      </a:lt2>
      <a:accent1>
        <a:srgbClr val="1E49E2"/>
      </a:accent1>
      <a:accent2>
        <a:srgbClr val="00338D"/>
      </a:accent2>
      <a:accent3>
        <a:srgbClr val="0C233C"/>
      </a:accent3>
      <a:accent4>
        <a:srgbClr val="00B8F5"/>
      </a:accent4>
      <a:accent5>
        <a:srgbClr val="7213EA"/>
      </a:accent5>
      <a:accent6>
        <a:srgbClr val="FD349C"/>
      </a:accent6>
      <a:hlink>
        <a:srgbClr val="00B8F5"/>
      </a:hlink>
      <a:folHlink>
        <a:srgbClr val="098E7E"/>
      </a:folHlink>
    </a:clrScheme>
    <a:fontScheme name="Custom 49">
      <a:majorFont>
        <a:latin typeface="KPMG Bold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accent1"/>
          </a:solidFill>
        </a:ln>
      </a:spPr>
      <a:bodyPr lIns="54610" tIns="54610" rIns="54610" bIns="54610" rtlCol="0" anchor="ctr"/>
      <a:lstStyle>
        <a:defPPr algn="l">
          <a:defRPr sz="15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 anchor="t" anchorCtr="0">
        <a:noAutofit/>
      </a:bodyPr>
      <a:lstStyle>
        <a:defPPr algn="l">
          <a:spcAft>
            <a:spcPts val="600"/>
          </a:spcAft>
          <a:defRPr sz="1500" b="1" dirty="0" smtClean="0">
            <a:solidFill>
              <a:schemeClr val="tx2"/>
            </a:solidFill>
          </a:defRPr>
        </a:defPPr>
      </a:lstStyle>
    </a:txDef>
  </a:objectDefaults>
  <a:extraClrSchemeLst/>
  <a:custClrLst>
    <a:custClr name="KPMG Blue">
      <a:srgbClr val="00338D"/>
    </a:custClr>
    <a:custClr name="Medium Blue">
      <a:srgbClr val="005EB8"/>
    </a:custClr>
    <a:custClr name="Light Blue">
      <a:srgbClr val="0091DA"/>
    </a:custClr>
    <a:custClr name="Violet">
      <a:srgbClr val="483698"/>
    </a:custClr>
    <a:custClr name="Purple">
      <a:srgbClr val="470A68"/>
    </a:custClr>
    <a:custClr name="Light Purple">
      <a:srgbClr val="6D2077"/>
    </a:custClr>
    <a:custClr name="Green">
      <a:srgbClr val="00A3A1"/>
    </a:custClr>
    <a:custClr name="Dark Green">
      <a:srgbClr val="009A44"/>
    </a:custClr>
    <a:custClr name="Light Green">
      <a:srgbClr val="43B02A"/>
    </a:custClr>
    <a:custClr name="Yellow">
      <a:srgbClr val="EAAA00"/>
    </a:custClr>
    <a:custClr name="Orange">
      <a:srgbClr val="F68D2E"/>
    </a:custClr>
    <a:custClr name="Red ">
      <a:srgbClr val="BC204B"/>
    </a:custClr>
    <a:custClr name="Pink">
      <a:srgbClr val="C6007E"/>
    </a:custClr>
    <a:custClr name="Dark Brown">
      <a:srgbClr val="753F19"/>
    </a:custClr>
    <a:custClr name="Light Brown">
      <a:srgbClr val="9B642E"/>
    </a:custClr>
    <a:custClr name="Olive">
      <a:srgbClr val="9D9375"/>
    </a:custClr>
    <a:custClr name="Beige">
      <a:srgbClr val="E3BC9F"/>
    </a:custClr>
    <a:custClr name="Light Pink">
      <a:srgbClr val="E36877"/>
    </a:custClr>
  </a:custClrLst>
  <a:extLst>
    <a:ext uri="{05A4C25C-085E-4340-85A3-A5531E510DB2}">
      <thm15:themeFamily xmlns:thm15="http://schemas.microsoft.com/office/thememl/2012/main" name="Presentation2" id="{6F9D073B-8B7E-4CCD-B454-11736666544F}" vid="{CB0E54E2-5236-4DAF-8398-713F6E87C91A}"/>
    </a:ext>
  </a:extLst>
</a:theme>
</file>

<file path=ppt/theme/theme6.xml><?xml version="1.0" encoding="utf-8"?>
<a:theme xmlns:a="http://schemas.openxmlformats.org/drawingml/2006/main" name="1_KPMG Widescreen [16:9] Feb 2022">
  <a:themeElements>
    <a:clrScheme name="KPMG_MAR">
      <a:dk1>
        <a:srgbClr val="000000"/>
      </a:dk1>
      <a:lt1>
        <a:srgbClr val="FFFFFF"/>
      </a:lt1>
      <a:dk2>
        <a:srgbClr val="00338D"/>
      </a:dk2>
      <a:lt2>
        <a:srgbClr val="E5E5E5"/>
      </a:lt2>
      <a:accent1>
        <a:srgbClr val="1E49E2"/>
      </a:accent1>
      <a:accent2>
        <a:srgbClr val="00338D"/>
      </a:accent2>
      <a:accent3>
        <a:srgbClr val="0C233C"/>
      </a:accent3>
      <a:accent4>
        <a:srgbClr val="00B8F5"/>
      </a:accent4>
      <a:accent5>
        <a:srgbClr val="7213EA"/>
      </a:accent5>
      <a:accent6>
        <a:srgbClr val="FD349C"/>
      </a:accent6>
      <a:hlink>
        <a:srgbClr val="00B8F5"/>
      </a:hlink>
      <a:folHlink>
        <a:srgbClr val="098E7E"/>
      </a:folHlink>
    </a:clrScheme>
    <a:fontScheme name="Custom 49">
      <a:majorFont>
        <a:latin typeface="KPMG Bold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accent1"/>
          </a:solidFill>
        </a:ln>
      </a:spPr>
      <a:bodyPr lIns="54610" tIns="54610" rIns="54610" bIns="54610" rtlCol="0" anchor="ctr"/>
      <a:lstStyle>
        <a:defPPr algn="l">
          <a:defRPr sz="15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 anchor="t" anchorCtr="0">
        <a:noAutofit/>
      </a:bodyPr>
      <a:lstStyle>
        <a:defPPr algn="l">
          <a:spcAft>
            <a:spcPts val="600"/>
          </a:spcAft>
          <a:defRPr sz="1500" b="1" dirty="0" smtClean="0">
            <a:solidFill>
              <a:schemeClr val="tx2"/>
            </a:solidFill>
          </a:defRPr>
        </a:defPPr>
      </a:lstStyle>
    </a:txDef>
  </a:objectDefaults>
  <a:extraClrSchemeLst/>
  <a:custClrLst>
    <a:custClr name="KPMG Blue">
      <a:srgbClr val="00338D"/>
    </a:custClr>
    <a:custClr name="Medium Blue">
      <a:srgbClr val="005EB8"/>
    </a:custClr>
    <a:custClr name="Light Blue">
      <a:srgbClr val="0091DA"/>
    </a:custClr>
    <a:custClr name="Violet">
      <a:srgbClr val="483698"/>
    </a:custClr>
    <a:custClr name="Purple">
      <a:srgbClr val="470A68"/>
    </a:custClr>
    <a:custClr name="Light Purple">
      <a:srgbClr val="6D2077"/>
    </a:custClr>
    <a:custClr name="Green">
      <a:srgbClr val="00A3A1"/>
    </a:custClr>
    <a:custClr name="Dark Green">
      <a:srgbClr val="009A44"/>
    </a:custClr>
    <a:custClr name="Light Green">
      <a:srgbClr val="43B02A"/>
    </a:custClr>
    <a:custClr name="Yellow">
      <a:srgbClr val="EAAA00"/>
    </a:custClr>
    <a:custClr name="Orange">
      <a:srgbClr val="F68D2E"/>
    </a:custClr>
    <a:custClr name="Red ">
      <a:srgbClr val="BC204B"/>
    </a:custClr>
    <a:custClr name="Pink">
      <a:srgbClr val="C6007E"/>
    </a:custClr>
    <a:custClr name="Dark Brown">
      <a:srgbClr val="753F19"/>
    </a:custClr>
    <a:custClr name="Light Brown">
      <a:srgbClr val="9B642E"/>
    </a:custClr>
    <a:custClr name="Olive">
      <a:srgbClr val="9D9375"/>
    </a:custClr>
    <a:custClr name="Beige">
      <a:srgbClr val="E3BC9F"/>
    </a:custClr>
    <a:custClr name="Light Pink">
      <a:srgbClr val="E36877"/>
    </a:custClr>
  </a:custClrLst>
  <a:extLst>
    <a:ext uri="{05A4C25C-085E-4340-85A3-A5531E510DB2}">
      <thm15:themeFamily xmlns:thm15="http://schemas.microsoft.com/office/thememl/2012/main" name="KPMG Global Brand Refresh_Widescreen" id="{C2140D09-2037-40F7-A2F2-25A81DDF6C4B}" vid="{66156C46-C687-4B56-9D44-1F5BE2EA2B9D}"/>
    </a:ext>
  </a:extLst>
</a:theme>
</file>

<file path=ppt/theme/theme7.xml><?xml version="1.0" encoding="utf-8"?>
<a:theme xmlns:a="http://schemas.openxmlformats.org/drawingml/2006/main" name="4_KPMG Widescreen [16:9] Feb 2022">
  <a:themeElements>
    <a:clrScheme name="KPMG_MAR">
      <a:dk1>
        <a:srgbClr val="000000"/>
      </a:dk1>
      <a:lt1>
        <a:srgbClr val="FFFFFF"/>
      </a:lt1>
      <a:dk2>
        <a:srgbClr val="00338D"/>
      </a:dk2>
      <a:lt2>
        <a:srgbClr val="E5E5E5"/>
      </a:lt2>
      <a:accent1>
        <a:srgbClr val="1E49E2"/>
      </a:accent1>
      <a:accent2>
        <a:srgbClr val="00338D"/>
      </a:accent2>
      <a:accent3>
        <a:srgbClr val="0C233C"/>
      </a:accent3>
      <a:accent4>
        <a:srgbClr val="00B8F5"/>
      </a:accent4>
      <a:accent5>
        <a:srgbClr val="7213EA"/>
      </a:accent5>
      <a:accent6>
        <a:srgbClr val="FD349C"/>
      </a:accent6>
      <a:hlink>
        <a:srgbClr val="00B8F5"/>
      </a:hlink>
      <a:folHlink>
        <a:srgbClr val="098E7E"/>
      </a:folHlink>
    </a:clrScheme>
    <a:fontScheme name="Custom 49">
      <a:majorFont>
        <a:latin typeface="KPMG Bold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accent1"/>
          </a:solidFill>
        </a:ln>
      </a:spPr>
      <a:bodyPr lIns="54610" tIns="54610" rIns="54610" bIns="54610" rtlCol="0" anchor="ctr"/>
      <a:lstStyle>
        <a:defPPr algn="l">
          <a:defRPr sz="15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 anchor="t" anchorCtr="0">
        <a:noAutofit/>
      </a:bodyPr>
      <a:lstStyle>
        <a:defPPr algn="l">
          <a:spcAft>
            <a:spcPts val="600"/>
          </a:spcAft>
          <a:defRPr sz="1500" b="1" dirty="0" smtClean="0">
            <a:solidFill>
              <a:schemeClr val="tx2"/>
            </a:solidFill>
          </a:defRPr>
        </a:defPPr>
      </a:lstStyle>
    </a:txDef>
  </a:objectDefaults>
  <a:extraClrSchemeLst/>
  <a:custClrLst>
    <a:custClr name="KPMG Blue">
      <a:srgbClr val="00338D"/>
    </a:custClr>
    <a:custClr name="Medium Blue">
      <a:srgbClr val="005EB8"/>
    </a:custClr>
    <a:custClr name="Light Blue">
      <a:srgbClr val="0091DA"/>
    </a:custClr>
    <a:custClr name="Violet">
      <a:srgbClr val="483698"/>
    </a:custClr>
    <a:custClr name="Purple">
      <a:srgbClr val="470A68"/>
    </a:custClr>
    <a:custClr name="Light Purple">
      <a:srgbClr val="6D2077"/>
    </a:custClr>
    <a:custClr name="Green">
      <a:srgbClr val="00A3A1"/>
    </a:custClr>
    <a:custClr name="Dark Green">
      <a:srgbClr val="009A44"/>
    </a:custClr>
    <a:custClr name="Light Green">
      <a:srgbClr val="43B02A"/>
    </a:custClr>
    <a:custClr name="Yellow">
      <a:srgbClr val="EAAA00"/>
    </a:custClr>
    <a:custClr name="Orange">
      <a:srgbClr val="F68D2E"/>
    </a:custClr>
    <a:custClr name="Red ">
      <a:srgbClr val="BC204B"/>
    </a:custClr>
    <a:custClr name="Pink">
      <a:srgbClr val="C6007E"/>
    </a:custClr>
    <a:custClr name="Dark Brown">
      <a:srgbClr val="753F19"/>
    </a:custClr>
    <a:custClr name="Light Brown">
      <a:srgbClr val="9B642E"/>
    </a:custClr>
    <a:custClr name="Olive">
      <a:srgbClr val="9D9375"/>
    </a:custClr>
    <a:custClr name="Beige">
      <a:srgbClr val="E3BC9F"/>
    </a:custClr>
    <a:custClr name="Light Pink">
      <a:srgbClr val="E36877"/>
    </a:custClr>
  </a:custClrLst>
  <a:extLst>
    <a:ext uri="{05A4C25C-085E-4340-85A3-A5531E510DB2}">
      <thm15:themeFamily xmlns:thm15="http://schemas.microsoft.com/office/thememl/2012/main" name="Presentation2" id="{6F9D073B-8B7E-4CCD-B454-11736666544F}" vid="{CB0E54E2-5236-4DAF-8398-713F6E87C91A}"/>
    </a:ext>
  </a:extLst>
</a:theme>
</file>

<file path=ppt/theme/theme8.xml><?xml version="1.0" encoding="utf-8"?>
<a:theme xmlns:a="http://schemas.openxmlformats.org/drawingml/2006/main" name="5_KPMG Widescreen [16:9] Feb 2022">
  <a:themeElements>
    <a:clrScheme name="Custom Option">
      <a:dk1>
        <a:srgbClr val="000000"/>
      </a:dk1>
      <a:lt1>
        <a:sysClr val="window" lastClr="FFFFFF"/>
      </a:lt1>
      <a:dk2>
        <a:srgbClr val="00338D"/>
      </a:dk2>
      <a:lt2>
        <a:srgbClr val="ACEAFF"/>
      </a:lt2>
      <a:accent1>
        <a:srgbClr val="1E49E2"/>
      </a:accent1>
      <a:accent2>
        <a:srgbClr val="00338D"/>
      </a:accent2>
      <a:accent3>
        <a:srgbClr val="0C233C"/>
      </a:accent3>
      <a:accent4>
        <a:srgbClr val="00B8F5"/>
      </a:accent4>
      <a:accent5>
        <a:srgbClr val="7213EA"/>
      </a:accent5>
      <a:accent6>
        <a:srgbClr val="FD349C"/>
      </a:accent6>
      <a:hlink>
        <a:srgbClr val="1E49E2"/>
      </a:hlink>
      <a:folHlink>
        <a:srgbClr val="098E80"/>
      </a:folHlink>
    </a:clrScheme>
    <a:fontScheme name="Custom 49">
      <a:majorFont>
        <a:latin typeface="KPMG Bold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54610" tIns="54610" rIns="54610" bIns="54610" rtlCol="0" anchor="ctr"/>
      <a:lstStyle>
        <a:defPPr algn="l">
          <a:defRPr sz="15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 anchor="t" anchorCtr="0">
        <a:noAutofit/>
      </a:bodyPr>
      <a:lstStyle>
        <a:defPPr algn="l">
          <a:spcAft>
            <a:spcPts val="600"/>
          </a:spcAft>
          <a:defRPr sz="1500" b="1" dirty="0" smtClean="0">
            <a:solidFill>
              <a:schemeClr val="tx2"/>
            </a:solidFill>
          </a:defRPr>
        </a:defPPr>
      </a:lstStyle>
    </a:txDef>
  </a:objectDefaults>
  <a:extraClrSchemeLst/>
  <a:custClrLst>
    <a:custClr name="KPMG Blue">
      <a:srgbClr val="00338D"/>
    </a:custClr>
    <a:custClr name="Cobalt">
      <a:srgbClr val="1E49E2"/>
    </a:custClr>
    <a:custClr name="Pacific Blue">
      <a:srgbClr val="00B8F5"/>
    </a:custClr>
    <a:custClr name="Purple">
      <a:srgbClr val="7213EA"/>
    </a:custClr>
    <a:custClr name="Dark Blue">
      <a:srgbClr val="0C233C"/>
    </a:custClr>
    <a:custClr name="Light Blue">
      <a:srgbClr val="ACEAFF"/>
    </a:custClr>
    <a:custClr name="Pink">
      <a:srgbClr val="FD349C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76D2FF"/>
    </a:custClr>
    <a:custClr name="Dark Purple">
      <a:srgbClr val="510DBC"/>
    </a:custClr>
    <a:custClr name="Light Purple">
      <a:srgbClr val="B497FF"/>
    </a:custClr>
    <a:custClr name="Dark Pink">
      <a:srgbClr val="AB0D82"/>
    </a:custClr>
    <a:custClr name="Light Pink">
      <a:srgbClr val="FFA3DA"/>
    </a:custClr>
    <a:custClr name="Dark Green">
      <a:srgbClr val="098E7E"/>
    </a:custClr>
    <a:custClr name="Green">
      <a:srgbClr val="00C0AE"/>
    </a:custClr>
    <a:custClr name="Light Green">
      <a:srgbClr val="63EBDA"/>
    </a:custClr>
    <a:custClr name="Blank">
      <a:srgbClr val="FFFFFF"/>
    </a:custClr>
    <a:custClr name="Blank">
      <a:srgbClr val="FFFFFF"/>
    </a:custClr>
    <a:custClr name="Gray 1">
      <a:srgbClr val="333333"/>
    </a:custClr>
    <a:custClr name="Gray 2">
      <a:srgbClr val="666666"/>
    </a:custClr>
    <a:custClr name="Gray 3">
      <a:srgbClr val="989898"/>
    </a:custClr>
    <a:custClr name="Gray 4">
      <a:srgbClr val="B2B2B2"/>
    </a:custClr>
    <a:custClr name="Gray 5">
      <a:srgbClr val="E5E5E5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KPMG Widescreen Standard Template.potx" id="{4291AF30-F72C-4DB8-BFB7-967C9154B194}" vid="{7DC4FF43-0719-43E1-BB30-D6E15250C092}"/>
    </a:ext>
  </a:extLst>
</a:theme>
</file>

<file path=ppt/theme/theme9.xml><?xml version="1.0" encoding="utf-8"?>
<a:theme xmlns:a="http://schemas.openxmlformats.org/drawingml/2006/main" name="6_KPMG Widescreen [16:9] Feb 2022">
  <a:themeElements>
    <a:clrScheme name="KPMG_MAR">
      <a:dk1>
        <a:srgbClr val="000000"/>
      </a:dk1>
      <a:lt1>
        <a:srgbClr val="FFFFFF"/>
      </a:lt1>
      <a:dk2>
        <a:srgbClr val="00338D"/>
      </a:dk2>
      <a:lt2>
        <a:srgbClr val="E5E5E5"/>
      </a:lt2>
      <a:accent1>
        <a:srgbClr val="1E49E2"/>
      </a:accent1>
      <a:accent2>
        <a:srgbClr val="00338D"/>
      </a:accent2>
      <a:accent3>
        <a:srgbClr val="0C233C"/>
      </a:accent3>
      <a:accent4>
        <a:srgbClr val="00B8F5"/>
      </a:accent4>
      <a:accent5>
        <a:srgbClr val="7213EA"/>
      </a:accent5>
      <a:accent6>
        <a:srgbClr val="FD349C"/>
      </a:accent6>
      <a:hlink>
        <a:srgbClr val="00B8F5"/>
      </a:hlink>
      <a:folHlink>
        <a:srgbClr val="098E7E"/>
      </a:folHlink>
    </a:clrScheme>
    <a:fontScheme name="Custom 49">
      <a:majorFont>
        <a:latin typeface="KPMG Bold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accent1"/>
          </a:solidFill>
        </a:ln>
      </a:spPr>
      <a:bodyPr lIns="54610" tIns="54610" rIns="54610" bIns="54610" rtlCol="0" anchor="ctr"/>
      <a:lstStyle>
        <a:defPPr algn="l">
          <a:defRPr sz="15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 anchor="t" anchorCtr="0">
        <a:noAutofit/>
      </a:bodyPr>
      <a:lstStyle>
        <a:defPPr algn="l">
          <a:spcAft>
            <a:spcPts val="600"/>
          </a:spcAft>
          <a:defRPr sz="1500" b="1" dirty="0" smtClean="0">
            <a:solidFill>
              <a:schemeClr val="tx2"/>
            </a:solidFill>
          </a:defRPr>
        </a:defPPr>
      </a:lstStyle>
    </a:txDef>
  </a:objectDefaults>
  <a:extraClrSchemeLst/>
  <a:custClrLst>
    <a:custClr name="KPMG Blue">
      <a:srgbClr val="00338D"/>
    </a:custClr>
    <a:custClr name="Medium Blue">
      <a:srgbClr val="005EB8"/>
    </a:custClr>
    <a:custClr name="Light Blue">
      <a:srgbClr val="0091DA"/>
    </a:custClr>
    <a:custClr name="Violet">
      <a:srgbClr val="483698"/>
    </a:custClr>
    <a:custClr name="Purple">
      <a:srgbClr val="470A68"/>
    </a:custClr>
    <a:custClr name="Light Purple">
      <a:srgbClr val="6D2077"/>
    </a:custClr>
    <a:custClr name="Green">
      <a:srgbClr val="00A3A1"/>
    </a:custClr>
    <a:custClr name="Dark Green">
      <a:srgbClr val="009A44"/>
    </a:custClr>
    <a:custClr name="Light Green">
      <a:srgbClr val="43B02A"/>
    </a:custClr>
    <a:custClr name="Yellow">
      <a:srgbClr val="EAAA00"/>
    </a:custClr>
    <a:custClr name="Orange">
      <a:srgbClr val="F68D2E"/>
    </a:custClr>
    <a:custClr name="Red ">
      <a:srgbClr val="BC204B"/>
    </a:custClr>
    <a:custClr name="Pink">
      <a:srgbClr val="C6007E"/>
    </a:custClr>
    <a:custClr name="Dark Brown">
      <a:srgbClr val="753F19"/>
    </a:custClr>
    <a:custClr name="Light Brown">
      <a:srgbClr val="9B642E"/>
    </a:custClr>
    <a:custClr name="Olive">
      <a:srgbClr val="9D9375"/>
    </a:custClr>
    <a:custClr name="Beige">
      <a:srgbClr val="E3BC9F"/>
    </a:custClr>
    <a:custClr name="Light Pink">
      <a:srgbClr val="E36877"/>
    </a:custClr>
  </a:custClrLst>
  <a:extLst>
    <a:ext uri="{05A4C25C-085E-4340-85A3-A5531E510DB2}">
      <thm15:themeFamily xmlns:thm15="http://schemas.microsoft.com/office/thememl/2012/main" name="Presentation2" id="{6F9D073B-8B7E-4CCD-B454-11736666544F}" vid="{CB0E54E2-5236-4DAF-8398-713F6E87C91A}"/>
    </a:ext>
  </a:extLst>
</a:theme>
</file>

<file path=ppt/theme/theme10.xml><?xml version="1.0" encoding="utf-8"?>
<a:theme xmlns:a="http://schemas.openxmlformats.org/drawingml/2006/main" name="9_KPMG Widescreen [16:9] Feb 2022">
  <a:themeElements>
    <a:clrScheme name="Custom Option">
      <a:dk1>
        <a:srgbClr val="000000"/>
      </a:dk1>
      <a:lt1>
        <a:sysClr val="window" lastClr="FFFFFF"/>
      </a:lt1>
      <a:dk2>
        <a:srgbClr val="00338D"/>
      </a:dk2>
      <a:lt2>
        <a:srgbClr val="ACEAFF"/>
      </a:lt2>
      <a:accent1>
        <a:srgbClr val="1E49E2"/>
      </a:accent1>
      <a:accent2>
        <a:srgbClr val="00338D"/>
      </a:accent2>
      <a:accent3>
        <a:srgbClr val="0C233C"/>
      </a:accent3>
      <a:accent4>
        <a:srgbClr val="00B8F5"/>
      </a:accent4>
      <a:accent5>
        <a:srgbClr val="7213EA"/>
      </a:accent5>
      <a:accent6>
        <a:srgbClr val="FD349C"/>
      </a:accent6>
      <a:hlink>
        <a:srgbClr val="1E49E2"/>
      </a:hlink>
      <a:folHlink>
        <a:srgbClr val="098E80"/>
      </a:folHlink>
    </a:clrScheme>
    <a:fontScheme name="Custom 49">
      <a:majorFont>
        <a:latin typeface="KPMG Bold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54610" tIns="54610" rIns="54610" bIns="54610" rtlCol="0" anchor="ctr"/>
      <a:lstStyle>
        <a:defPPr algn="l">
          <a:defRPr sz="15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 anchor="t" anchorCtr="0">
        <a:noAutofit/>
      </a:bodyPr>
      <a:lstStyle>
        <a:defPPr algn="l">
          <a:spcAft>
            <a:spcPts val="600"/>
          </a:spcAft>
          <a:defRPr sz="1500" b="1" dirty="0" smtClean="0">
            <a:solidFill>
              <a:schemeClr val="tx2"/>
            </a:solidFill>
          </a:defRPr>
        </a:defPPr>
      </a:lstStyle>
    </a:txDef>
  </a:objectDefaults>
  <a:extraClrSchemeLst/>
  <a:custClrLst>
    <a:custClr name="KPMG Blue">
      <a:srgbClr val="00338D"/>
    </a:custClr>
    <a:custClr name="Cobalt">
      <a:srgbClr val="1E49E2"/>
    </a:custClr>
    <a:custClr name="Pacific Blue">
      <a:srgbClr val="00B8F5"/>
    </a:custClr>
    <a:custClr name="Purple">
      <a:srgbClr val="7213EA"/>
    </a:custClr>
    <a:custClr name="Dark Blue">
      <a:srgbClr val="0C233C"/>
    </a:custClr>
    <a:custClr name="Light Blue">
      <a:srgbClr val="ACEAFF"/>
    </a:custClr>
    <a:custClr name="Pink">
      <a:srgbClr val="FD349C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76D2FF"/>
    </a:custClr>
    <a:custClr name="Dark Purple">
      <a:srgbClr val="510DBC"/>
    </a:custClr>
    <a:custClr name="Light Purple">
      <a:srgbClr val="B497FF"/>
    </a:custClr>
    <a:custClr name="Dark Pink">
      <a:srgbClr val="AB0D82"/>
    </a:custClr>
    <a:custClr name="Light Pink">
      <a:srgbClr val="FFA3DA"/>
    </a:custClr>
    <a:custClr name="Dark Green">
      <a:srgbClr val="098E7E"/>
    </a:custClr>
    <a:custClr name="Green">
      <a:srgbClr val="00C0AE"/>
    </a:custClr>
    <a:custClr name="Light Green">
      <a:srgbClr val="63EBDA"/>
    </a:custClr>
    <a:custClr name="Blank">
      <a:srgbClr val="FFFFFF"/>
    </a:custClr>
    <a:custClr name="Blank">
      <a:srgbClr val="FFFFFF"/>
    </a:custClr>
    <a:custClr name="Gray 1">
      <a:srgbClr val="333333"/>
    </a:custClr>
    <a:custClr name="Gray 2">
      <a:srgbClr val="666666"/>
    </a:custClr>
    <a:custClr name="Gray 3">
      <a:srgbClr val="989898"/>
    </a:custClr>
    <a:custClr name="Gray 4">
      <a:srgbClr val="B2B2B2"/>
    </a:custClr>
    <a:custClr name="Gray 5">
      <a:srgbClr val="E5E5E5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KPMG Widescreen Standard Template.potx" id="{383F1974-0399-428C-9939-D1E0A82C8A69}" vid="{3A2833AF-76FB-43DE-A3D4-20538A70572E}"/>
    </a:ext>
  </a:extLst>
</a:theme>
</file>

<file path=ppt/theme/theme11.xml><?xml version="1.0" encoding="utf-8"?>
<a:theme xmlns:a="http://schemas.openxmlformats.org/drawingml/2006/main" name="10_KPMG Widescreen [16:9] Feb 2022">
  <a:themeElements>
    <a:clrScheme name="Custom Option">
      <a:dk1>
        <a:srgbClr val="000000"/>
      </a:dk1>
      <a:lt1>
        <a:sysClr val="window" lastClr="FFFFFF"/>
      </a:lt1>
      <a:dk2>
        <a:srgbClr val="00338D"/>
      </a:dk2>
      <a:lt2>
        <a:srgbClr val="ACEAFF"/>
      </a:lt2>
      <a:accent1>
        <a:srgbClr val="1E49E2"/>
      </a:accent1>
      <a:accent2>
        <a:srgbClr val="00338D"/>
      </a:accent2>
      <a:accent3>
        <a:srgbClr val="0C233C"/>
      </a:accent3>
      <a:accent4>
        <a:srgbClr val="00B8F5"/>
      </a:accent4>
      <a:accent5>
        <a:srgbClr val="7213EA"/>
      </a:accent5>
      <a:accent6>
        <a:srgbClr val="FD349C"/>
      </a:accent6>
      <a:hlink>
        <a:srgbClr val="1E49E2"/>
      </a:hlink>
      <a:folHlink>
        <a:srgbClr val="098E80"/>
      </a:folHlink>
    </a:clrScheme>
    <a:fontScheme name="Custom 49">
      <a:majorFont>
        <a:latin typeface="KPMG Bold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54610" tIns="54610" rIns="54610" bIns="54610" rtlCol="0" anchor="ctr"/>
      <a:lstStyle>
        <a:defPPr algn="l">
          <a:defRPr sz="15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 anchor="t" anchorCtr="0">
        <a:noAutofit/>
      </a:bodyPr>
      <a:lstStyle>
        <a:defPPr algn="l">
          <a:spcAft>
            <a:spcPts val="600"/>
          </a:spcAft>
          <a:defRPr sz="1500" b="1" dirty="0" smtClean="0">
            <a:solidFill>
              <a:schemeClr val="tx2"/>
            </a:solidFill>
          </a:defRPr>
        </a:defPPr>
      </a:lstStyle>
    </a:txDef>
  </a:objectDefaults>
  <a:extraClrSchemeLst/>
  <a:custClrLst>
    <a:custClr name="KPMG Blue">
      <a:srgbClr val="00338D"/>
    </a:custClr>
    <a:custClr name="Cobalt">
      <a:srgbClr val="1E49E2"/>
    </a:custClr>
    <a:custClr name="Pacific Blue">
      <a:srgbClr val="00B8F5"/>
    </a:custClr>
    <a:custClr name="Purple">
      <a:srgbClr val="7213EA"/>
    </a:custClr>
    <a:custClr name="Dark Blue">
      <a:srgbClr val="0C233C"/>
    </a:custClr>
    <a:custClr name="Light Blue">
      <a:srgbClr val="ACEAFF"/>
    </a:custClr>
    <a:custClr name="Pink">
      <a:srgbClr val="FD349C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76D2FF"/>
    </a:custClr>
    <a:custClr name="Dark Purple">
      <a:srgbClr val="510DBC"/>
    </a:custClr>
    <a:custClr name="Light Purple">
      <a:srgbClr val="B497FF"/>
    </a:custClr>
    <a:custClr name="Dark Pink">
      <a:srgbClr val="AB0D82"/>
    </a:custClr>
    <a:custClr name="Light Pink">
      <a:srgbClr val="FFA3DA"/>
    </a:custClr>
    <a:custClr name="Dark Green">
      <a:srgbClr val="098E7E"/>
    </a:custClr>
    <a:custClr name="Green">
      <a:srgbClr val="00C0AE"/>
    </a:custClr>
    <a:custClr name="Light Green">
      <a:srgbClr val="63EBDA"/>
    </a:custClr>
    <a:custClr name="Blank">
      <a:srgbClr val="FFFFFF"/>
    </a:custClr>
    <a:custClr name="Blank">
      <a:srgbClr val="FFFFFF"/>
    </a:custClr>
    <a:custClr name="Gray 1">
      <a:srgbClr val="333333"/>
    </a:custClr>
    <a:custClr name="Gray 2">
      <a:srgbClr val="666666"/>
    </a:custClr>
    <a:custClr name="Gray 3">
      <a:srgbClr val="989898"/>
    </a:custClr>
    <a:custClr name="Gray 4">
      <a:srgbClr val="B2B2B2"/>
    </a:custClr>
    <a:custClr name="Gray 5">
      <a:srgbClr val="E5E5E5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KPMG Widescreen Standard Template-2024-Copilot-v3.potx" id="{64302396-3C87-46E8-8E15-E383954CA4A8}" vid="{67E6821C-2FDF-44B1-8B68-FBF77AE4269B}"/>
    </a:ext>
  </a:extLst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1056aa5-6b4d-4c47-aaac-9426e9d9b737">
      <Terms xmlns="http://schemas.microsoft.com/office/infopath/2007/PartnerControls"/>
    </lcf76f155ced4ddcb4097134ff3c332f>
    <TaxCatchAll xmlns="8e4cac8c-e99d-49dd-8c24-1d4caeb84b2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999CE80F1B44445BB5E9DE12FCAFFBF" ma:contentTypeVersion="18" ma:contentTypeDescription="Create a new document." ma:contentTypeScope="" ma:versionID="774106159c7c134df5bfce6a643ad80a">
  <xsd:schema xmlns:xsd="http://www.w3.org/2001/XMLSchema" xmlns:xs="http://www.w3.org/2001/XMLSchema" xmlns:p="http://schemas.microsoft.com/office/2006/metadata/properties" xmlns:ns2="a1056aa5-6b4d-4c47-aaac-9426e9d9b737" xmlns:ns3="8e4cac8c-e99d-49dd-8c24-1d4caeb84b2c" targetNamespace="http://schemas.microsoft.com/office/2006/metadata/properties" ma:root="true" ma:fieldsID="a859a95caa7e12b5ac7f0eaaf76282f9" ns2:_="" ns3:_="">
    <xsd:import namespace="a1056aa5-6b4d-4c47-aaac-9426e9d9b737"/>
    <xsd:import namespace="8e4cac8c-e99d-49dd-8c24-1d4caeb84b2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056aa5-6b4d-4c47-aaac-9426e9d9b73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8883d318-f35c-4577-94aa-4c8e836d27a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4cac8c-e99d-49dd-8c24-1d4caeb84b2c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7052aedc-1507-4a22-9d47-87556314de20}" ma:internalName="TaxCatchAll" ma:showField="CatchAllData" ma:web="8e4cac8c-e99d-49dd-8c24-1d4caeb84b2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C429418-C7B3-4780-80ED-A9FEDB540248}">
  <ds:schemaRefs>
    <ds:schemaRef ds:uri="http://purl.org/dc/elements/1.1/"/>
    <ds:schemaRef ds:uri="http://schemas.microsoft.com/office/2006/documentManagement/types"/>
    <ds:schemaRef ds:uri="http://purl.org/dc/dcmitype/"/>
    <ds:schemaRef ds:uri="a1056aa5-6b4d-4c47-aaac-9426e9d9b737"/>
    <ds:schemaRef ds:uri="http://schemas.microsoft.com/office/2006/metadata/properties"/>
    <ds:schemaRef ds:uri="http://purl.org/dc/terms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8e4cac8c-e99d-49dd-8c24-1d4caeb84b2c"/>
  </ds:schemaRefs>
</ds:datastoreItem>
</file>

<file path=customXml/itemProps2.xml><?xml version="1.0" encoding="utf-8"?>
<ds:datastoreItem xmlns:ds="http://schemas.openxmlformats.org/officeDocument/2006/customXml" ds:itemID="{6CB3A7C8-EBD1-4055-B7FD-8B806B671AB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2CFD1F5-5B13-4458-BD50-324199DEA61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1056aa5-6b4d-4c47-aaac-9426e9d9b737"/>
    <ds:schemaRef ds:uri="8e4cac8c-e99d-49dd-8c24-1d4caeb84b2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deff24bb-2089-4400-8c8e-f71e680378b2}" enabled="0" method="" siteId="{deff24bb-2089-4400-8c8e-f71e680378b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897</TotalTime>
  <Words>68</Words>
  <Application>Microsoft Office PowerPoint</Application>
  <PresentationFormat>Widescreen</PresentationFormat>
  <Paragraphs>16</Paragraphs>
  <Slides>2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25" baseType="lpstr">
      <vt:lpstr>Yu Gothic</vt:lpstr>
      <vt:lpstr>Aptos</vt:lpstr>
      <vt:lpstr>Arial</vt:lpstr>
      <vt:lpstr>Calibri</vt:lpstr>
      <vt:lpstr>KPMG Bold</vt:lpstr>
      <vt:lpstr>KPMG Extralight</vt:lpstr>
      <vt:lpstr>KPMG Light</vt:lpstr>
      <vt:lpstr>SoDo Sans</vt:lpstr>
      <vt:lpstr>SoDo Sans Light</vt:lpstr>
      <vt:lpstr>Univers 45 Light</vt:lpstr>
      <vt:lpstr>Wingdings</vt:lpstr>
      <vt:lpstr>KPMG Widescreen [16:9] Feb 2022</vt:lpstr>
      <vt:lpstr>2_KPMG Widescreen [16:9] Feb 2022</vt:lpstr>
      <vt:lpstr>7_KPMG Widescreen [16:9] Feb 2022</vt:lpstr>
      <vt:lpstr>3_KPMG Widescreen [16:9] Feb 2022</vt:lpstr>
      <vt:lpstr>8_KPMG Widescreen [16:9] Feb 2022</vt:lpstr>
      <vt:lpstr>1_KPMG Widescreen [16:9] Feb 2022</vt:lpstr>
      <vt:lpstr>4_KPMG Widescreen [16:9] Feb 2022</vt:lpstr>
      <vt:lpstr>5_KPMG Widescreen [16:9] Feb 2022</vt:lpstr>
      <vt:lpstr>6_KPMG Widescreen [16:9] Feb 2022</vt:lpstr>
      <vt:lpstr>9_KPMG Widescreen [16:9] Feb 2022</vt:lpstr>
      <vt:lpstr>10_KPMG Widescreen [16:9] Feb 2022</vt:lpstr>
      <vt:lpstr>think-cell Slide</vt:lpstr>
      <vt:lpstr>Microsoft Fabric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Lacerda, Bernardo</dc:creator>
  <cp:lastModifiedBy>Sheridan, Jack</cp:lastModifiedBy>
  <cp:revision>3</cp:revision>
  <dcterms:created xsi:type="dcterms:W3CDTF">2025-02-14T20:57:00Z</dcterms:created>
  <dcterms:modified xsi:type="dcterms:W3CDTF">2026-03-11T12:13:00Z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0x010100C999CE80F1B44445BB5E9DE12FCAFFBF</vt:lpwstr>
  </property>
  <property fmtid="{D5CDD505-2E9C-101B-9397-08002B2CF9AE}" pid="3" name="MediaServiceImageTags">
    <vt:lpwstr/>
  </property>
</Properties>
</file>
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2.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theme/theme3.xml" ContentType="application/vnd.openxmlformats-officedocument.theme+xml"/>
  <Override PartName="/ppt/tags/tag2.xml" ContentType="application/vnd.openxmlformats-officedocument.presentationml.tags+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18"/>
    <p:sldMasterId id="2147483838" r:id="rId19"/>
    <p:sldMasterId id="2147483886" r:id="rId20"/>
    <p:sldMasterId id="2147483895" r:id="rId21"/>
  </p:sldMasterIdLst>
  <p:notesMasterIdLst>
    <p:notesMasterId r:id="rId44"/>
  </p:notesMasterIdLst>
  <p:handoutMasterIdLst>
    <p:handoutMasterId r:id="rId45"/>
  </p:handoutMasterIdLst>
  <p:sldIdLst>
    <p:sldId id="429" r:id="rId22"/>
    <p:sldId id="320" r:id="rId23"/>
    <p:sldId id="265" r:id="rId24"/>
    <p:sldId id="2147481916" r:id="rId25"/>
    <p:sldId id="294" r:id="rId26"/>
    <p:sldId id="301" r:id="rId27"/>
    <p:sldId id="269" r:id="rId28"/>
    <p:sldId id="261" r:id="rId29"/>
    <p:sldId id="262" r:id="rId30"/>
    <p:sldId id="259" r:id="rId31"/>
    <p:sldId id="2147483467" r:id="rId32"/>
    <p:sldId id="632" r:id="rId33"/>
    <p:sldId id="2147479944" r:id="rId34"/>
    <p:sldId id="450" r:id="rId35"/>
    <p:sldId id="2147479940" r:id="rId36"/>
    <p:sldId id="2147479939" r:id="rId37"/>
    <p:sldId id="2147483471" r:id="rId38"/>
    <p:sldId id="2147483470" r:id="rId39"/>
    <p:sldId id="2147483647" r:id="rId40"/>
    <p:sldId id="256" r:id="rId41"/>
    <p:sldId id="257" r:id="rId42"/>
    <p:sldId id="258" r:id="rId43"/>
  </p:sldIdLst>
  <p:sldSz cx="12192000" cy="6858000"/>
  <p:notesSz cx="6858000" cy="9144000"/>
  <p:embeddedFontLst>
    <p:embeddedFont>
      <p:font typeface="KPMG Bold" panose="020B0803030202040204" pitchFamily="34" charset="0"/>
      <p:bold r:id="rId46"/>
      <p:boldItalic r:id="rId47"/>
    </p:embeddedFont>
  </p:embeddedFontLst>
  <p:custDataLst>
    <p:tags r:id="rId4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7EF2362-CD04-4EB3-B85E-2A76A4C0DB8F}">
          <p14:sldIdLst>
            <p14:sldId id="429"/>
          </p14:sldIdLst>
        </p14:section>
        <p14:section name="AI Strategy" id="{72D083BB-5474-4EB6-9CCB-3091AC3A4047}">
          <p14:sldIdLst>
            <p14:sldId id="320"/>
            <p14:sldId id="265"/>
            <p14:sldId id="2147481916"/>
            <p14:sldId id="294"/>
            <p14:sldId id="301"/>
            <p14:sldId id="269"/>
          </p14:sldIdLst>
        </p14:section>
        <p14:section name="Agent Build" id="{0E3EB8D2-035F-4F1B-BDB0-128705C5B618}">
          <p14:sldIdLst>
            <p14:sldId id="261"/>
            <p14:sldId id="262"/>
            <p14:sldId id="259"/>
            <p14:sldId id="2147483467"/>
            <p14:sldId id="632"/>
            <p14:sldId id="2147479944"/>
            <p14:sldId id="450"/>
            <p14:sldId id="2147479940"/>
            <p14:sldId id="2147479939"/>
          </p14:sldIdLst>
        </p14:section>
        <p14:section name="Value Creation" id="{14D54610-17C7-473B-B75C-8A8238AF61F4}">
          <p14:sldIdLst>
            <p14:sldId id="2147483471"/>
            <p14:sldId id="2147483470"/>
            <p14:sldId id="2147483647"/>
            <p14:sldId id="256"/>
            <p14:sldId id="257"/>
            <p14:sldId id="258"/>
          </p14:sldIdLst>
        </p14:section>
        <p14:section name="Graveyard" id="{43A143B9-5011-40BB-9797-EFBF7F949F5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2B71869-155D-BE4E-4D42-6254A0D20142}" name="Hanson, Max A" initials="HM" userId="S::mahanson@kpmg.com::c3c5d76b-1419-4396-890e-db5fed01c2f2" providerId="AD"/>
  <p188:author id="{641FDAB2-AF57-5F48-BB2B-E26FB3AF2089}" name="Sheridan, Jack" initials="JS" userId="S::jacobsheridan@kpmg.com::d0194f0e-edca-4d51-8263-e3fc5dbdcfa2" providerId="AD"/>
  <p188:author id="{820D35CC-1236-6AEC-6A74-EB9F15AB2A3E}" name="LeSage, Remi" initials="" userId="S::remilesage@kpmg.com::59811184-25de-485a-a437-68c0ea0363e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White, Catherine" initials="WC" lastIdx="18" clrIdx="0">
    <p:extLst>
      <p:ext uri="{19B8F6BF-5375-455C-9EA6-DF929625EA0E}">
        <p15:presenceInfo xmlns:p15="http://schemas.microsoft.com/office/powerpoint/2012/main" userId="S::cjwhite@kpmg.ca::0dea3d63-dcad-4748-a310-11ef28cac8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89898"/>
    <a:srgbClr val="63EBDA"/>
    <a:srgbClr val="ACEAFF"/>
    <a:srgbClr val="E5E5E5"/>
    <a:srgbClr val="B2B2B2"/>
    <a:srgbClr val="666666"/>
    <a:srgbClr val="333333"/>
    <a:srgbClr val="FFFFFF"/>
    <a:srgbClr val="00C0AE"/>
    <a:srgbClr val="098E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1E6A2B-023E-44C6-A274-4BB33A5142A6}" v="4" dt="2026-02-23T15:48:39.8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7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slideMaster" Target="slideMasters/slideMaster1.xml"/><Relationship Id="rId26" Type="http://schemas.openxmlformats.org/officeDocument/2006/relationships/slide" Target="slides/slide5.xml"/><Relationship Id="rId39" Type="http://schemas.openxmlformats.org/officeDocument/2006/relationships/slide" Target="slides/slide18.xml"/><Relationship Id="rId21" Type="http://schemas.openxmlformats.org/officeDocument/2006/relationships/slideMaster" Target="slideMasters/slideMaster4.xml"/><Relationship Id="rId34" Type="http://schemas.openxmlformats.org/officeDocument/2006/relationships/slide" Target="slides/slide13.xml"/><Relationship Id="rId42" Type="http://schemas.openxmlformats.org/officeDocument/2006/relationships/slide" Target="slides/slide21.xml"/><Relationship Id="rId47" Type="http://schemas.openxmlformats.org/officeDocument/2006/relationships/font" Target="fonts/font2.fntdata"/><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slide" Target="slides/slide8.xml"/><Relationship Id="rId11" Type="http://schemas.openxmlformats.org/officeDocument/2006/relationships/customXml" Target="../customXml/item11.xml"/><Relationship Id="rId24" Type="http://schemas.openxmlformats.org/officeDocument/2006/relationships/slide" Target="slides/slide3.xml"/><Relationship Id="rId32" Type="http://schemas.openxmlformats.org/officeDocument/2006/relationships/slide" Target="slides/slide11.xml"/><Relationship Id="rId37" Type="http://schemas.openxmlformats.org/officeDocument/2006/relationships/slide" Target="slides/slide16.xml"/><Relationship Id="rId40" Type="http://schemas.openxmlformats.org/officeDocument/2006/relationships/slide" Target="slides/slide19.xml"/><Relationship Id="rId45" Type="http://schemas.openxmlformats.org/officeDocument/2006/relationships/handoutMaster" Target="handoutMasters/handoutMaster1.xml"/><Relationship Id="rId53" Type="http://schemas.openxmlformats.org/officeDocument/2006/relationships/tableStyles" Target="tableStyles.xml"/><Relationship Id="rId5" Type="http://schemas.openxmlformats.org/officeDocument/2006/relationships/customXml" Target="../customXml/item5.xml"/><Relationship Id="rId10" Type="http://schemas.openxmlformats.org/officeDocument/2006/relationships/customXml" Target="../customXml/item10.xml"/><Relationship Id="rId19" Type="http://schemas.openxmlformats.org/officeDocument/2006/relationships/slideMaster" Target="slideMasters/slideMaster2.xml"/><Relationship Id="rId31" Type="http://schemas.openxmlformats.org/officeDocument/2006/relationships/slide" Target="slides/slide10.xml"/><Relationship Id="rId44" Type="http://schemas.openxmlformats.org/officeDocument/2006/relationships/notesMaster" Target="notesMasters/notesMaster1.xml"/><Relationship Id="rId52"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slide" Target="slides/slide1.xml"/><Relationship Id="rId27" Type="http://schemas.openxmlformats.org/officeDocument/2006/relationships/slide" Target="slides/slide6.xml"/><Relationship Id="rId30" Type="http://schemas.openxmlformats.org/officeDocument/2006/relationships/slide" Target="slides/slide9.xml"/><Relationship Id="rId35" Type="http://schemas.openxmlformats.org/officeDocument/2006/relationships/slide" Target="slides/slide14.xml"/><Relationship Id="rId43" Type="http://schemas.openxmlformats.org/officeDocument/2006/relationships/slide" Target="slides/slide22.xml"/><Relationship Id="rId48" Type="http://schemas.openxmlformats.org/officeDocument/2006/relationships/tags" Target="tags/tag1.xml"/><Relationship Id="rId56" Type="http://schemas.microsoft.com/office/2018/10/relationships/authors" Target="authors.xml"/><Relationship Id="rId8" Type="http://schemas.openxmlformats.org/officeDocument/2006/relationships/customXml" Target="../customXml/item8.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slide" Target="slides/slide4.xml"/><Relationship Id="rId33" Type="http://schemas.openxmlformats.org/officeDocument/2006/relationships/slide" Target="slides/slide12.xml"/><Relationship Id="rId38" Type="http://schemas.openxmlformats.org/officeDocument/2006/relationships/slide" Target="slides/slide17.xml"/><Relationship Id="rId46" Type="http://schemas.openxmlformats.org/officeDocument/2006/relationships/font" Target="fonts/font1.fntdata"/><Relationship Id="rId20" Type="http://schemas.openxmlformats.org/officeDocument/2006/relationships/slideMaster" Target="slideMasters/slideMaster3.xml"/><Relationship Id="rId41" Type="http://schemas.openxmlformats.org/officeDocument/2006/relationships/slide" Target="slides/slide20.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slide" Target="slides/slide2.xml"/><Relationship Id="rId28" Type="http://schemas.openxmlformats.org/officeDocument/2006/relationships/slide" Target="slides/slide7.xml"/><Relationship Id="rId36" Type="http://schemas.openxmlformats.org/officeDocument/2006/relationships/slide" Target="slides/slide15.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eridan, Jack" userId="d0194f0e-edca-4d51-8263-e3fc5dbdcfa2" providerId="ADAL" clId="{F3A4526C-0ACE-47F4-85B8-9648C4ED42ED}"/>
    <pc:docChg chg="undo redo custSel addSld delSld modSld sldOrd addSection modSection">
      <pc:chgData name="Sheridan, Jack" userId="d0194f0e-edca-4d51-8263-e3fc5dbdcfa2" providerId="ADAL" clId="{F3A4526C-0ACE-47F4-85B8-9648C4ED42ED}" dt="2026-02-23T15:48:39.803" v="6015"/>
      <pc:docMkLst>
        <pc:docMk/>
      </pc:docMkLst>
      <pc:sldChg chg="modSp mod">
        <pc:chgData name="Sheridan, Jack" userId="d0194f0e-edca-4d51-8263-e3fc5dbdcfa2" providerId="ADAL" clId="{F3A4526C-0ACE-47F4-85B8-9648C4ED42ED}" dt="2026-02-11T16:39:07.170" v="5725" actId="20577"/>
        <pc:sldMkLst>
          <pc:docMk/>
          <pc:sldMk cId="178026422" sldId="259"/>
        </pc:sldMkLst>
        <pc:spChg chg="mod">
          <ac:chgData name="Sheridan, Jack" userId="d0194f0e-edca-4d51-8263-e3fc5dbdcfa2" providerId="ADAL" clId="{F3A4526C-0ACE-47F4-85B8-9648C4ED42ED}" dt="2026-02-11T16:39:07.170" v="5725" actId="20577"/>
          <ac:spMkLst>
            <pc:docMk/>
            <pc:sldMk cId="178026422" sldId="259"/>
            <ac:spMk id="2" creationId="{F6C615FF-0369-2EC8-2FD4-D0886449E027}"/>
          </ac:spMkLst>
        </pc:spChg>
      </pc:sldChg>
      <pc:sldChg chg="del">
        <pc:chgData name="Sheridan, Jack" userId="d0194f0e-edca-4d51-8263-e3fc5dbdcfa2" providerId="ADAL" clId="{F3A4526C-0ACE-47F4-85B8-9648C4ED42ED}" dt="2026-02-23T15:46:07.922" v="5997" actId="47"/>
        <pc:sldMkLst>
          <pc:docMk/>
          <pc:sldMk cId="2854979062" sldId="260"/>
        </pc:sldMkLst>
      </pc:sldChg>
      <pc:sldChg chg="addSp delSp modSp add mod modShow">
        <pc:chgData name="Sheridan, Jack" userId="d0194f0e-edca-4d51-8263-e3fc5dbdcfa2" providerId="ADAL" clId="{F3A4526C-0ACE-47F4-85B8-9648C4ED42ED}" dt="2026-02-11T16:55:25.711" v="5992" actId="729"/>
        <pc:sldMkLst>
          <pc:docMk/>
          <pc:sldMk cId="2550376867" sldId="261"/>
        </pc:sldMkLst>
        <pc:spChg chg="mod">
          <ac:chgData name="Sheridan, Jack" userId="d0194f0e-edca-4d51-8263-e3fc5dbdcfa2" providerId="ADAL" clId="{F3A4526C-0ACE-47F4-85B8-9648C4ED42ED}" dt="2026-02-11T16:39:14.306" v="5733" actId="20577"/>
          <ac:spMkLst>
            <pc:docMk/>
            <pc:sldMk cId="2550376867" sldId="261"/>
            <ac:spMk id="2" creationId="{36E152F9-242B-490E-1C1E-540B75B7C0CA}"/>
          </ac:spMkLst>
        </pc:spChg>
        <pc:spChg chg="add mod">
          <ac:chgData name="Sheridan, Jack" userId="d0194f0e-edca-4d51-8263-e3fc5dbdcfa2" providerId="ADAL" clId="{F3A4526C-0ACE-47F4-85B8-9648C4ED42ED}" dt="2026-02-11T15:57:35.161" v="5638" actId="14100"/>
          <ac:spMkLst>
            <pc:docMk/>
            <pc:sldMk cId="2550376867" sldId="261"/>
            <ac:spMk id="3" creationId="{7CB8BBBE-9391-C6E8-14E9-990C53B7565D}"/>
          </ac:spMkLst>
        </pc:spChg>
        <pc:spChg chg="add mod">
          <ac:chgData name="Sheridan, Jack" userId="d0194f0e-edca-4d51-8263-e3fc5dbdcfa2" providerId="ADAL" clId="{F3A4526C-0ACE-47F4-85B8-9648C4ED42ED}" dt="2026-02-11T16:41:55.260" v="5880" actId="20577"/>
          <ac:spMkLst>
            <pc:docMk/>
            <pc:sldMk cId="2550376867" sldId="261"/>
            <ac:spMk id="5" creationId="{1491691E-F185-FF6D-2E5F-6D92A4965B4B}"/>
          </ac:spMkLst>
        </pc:spChg>
        <pc:spChg chg="add mod">
          <ac:chgData name="Sheridan, Jack" userId="d0194f0e-edca-4d51-8263-e3fc5dbdcfa2" providerId="ADAL" clId="{F3A4526C-0ACE-47F4-85B8-9648C4ED42ED}" dt="2026-02-11T16:45:28.030" v="5895" actId="20577"/>
          <ac:spMkLst>
            <pc:docMk/>
            <pc:sldMk cId="2550376867" sldId="261"/>
            <ac:spMk id="7" creationId="{894465A3-0C7D-0985-2616-5393FDEDEAED}"/>
          </ac:spMkLst>
        </pc:spChg>
        <pc:spChg chg="mod">
          <ac:chgData name="Sheridan, Jack" userId="d0194f0e-edca-4d51-8263-e3fc5dbdcfa2" providerId="ADAL" clId="{F3A4526C-0ACE-47F4-85B8-9648C4ED42ED}" dt="2026-02-11T16:30:31.083" v="5644" actId="6549"/>
          <ac:spMkLst>
            <pc:docMk/>
            <pc:sldMk cId="2550376867" sldId="261"/>
            <ac:spMk id="12" creationId="{15B48062-4A2C-7BC0-F589-9647E20450F6}"/>
          </ac:spMkLst>
        </pc:spChg>
        <pc:spChg chg="mod">
          <ac:chgData name="Sheridan, Jack" userId="d0194f0e-edca-4d51-8263-e3fc5dbdcfa2" providerId="ADAL" clId="{F3A4526C-0ACE-47F4-85B8-9648C4ED42ED}" dt="2026-02-11T16:46:26.364" v="5896"/>
          <ac:spMkLst>
            <pc:docMk/>
            <pc:sldMk cId="2550376867" sldId="261"/>
            <ac:spMk id="15" creationId="{0D75B8E8-6867-07F5-84A3-D26C37752338}"/>
          </ac:spMkLst>
        </pc:spChg>
        <pc:spChg chg="mod">
          <ac:chgData name="Sheridan, Jack" userId="d0194f0e-edca-4d51-8263-e3fc5dbdcfa2" providerId="ADAL" clId="{F3A4526C-0ACE-47F4-85B8-9648C4ED42ED}" dt="2026-02-11T16:30:34.137" v="5645" actId="6549"/>
          <ac:spMkLst>
            <pc:docMk/>
            <pc:sldMk cId="2550376867" sldId="261"/>
            <ac:spMk id="18" creationId="{9E2EF295-5AFF-E589-D40C-202D2172E38D}"/>
          </ac:spMkLst>
        </pc:spChg>
        <pc:spChg chg="mod">
          <ac:chgData name="Sheridan, Jack" userId="d0194f0e-edca-4d51-8263-e3fc5dbdcfa2" providerId="ADAL" clId="{F3A4526C-0ACE-47F4-85B8-9648C4ED42ED}" dt="2026-02-11T15:57:17.449" v="5636"/>
          <ac:spMkLst>
            <pc:docMk/>
            <pc:sldMk cId="2550376867" sldId="261"/>
            <ac:spMk id="20" creationId="{C3DA2E74-22F2-12BB-5B8F-7DA3CD0C9397}"/>
          </ac:spMkLst>
        </pc:spChg>
        <pc:picChg chg="mod">
          <ac:chgData name="Sheridan, Jack" userId="d0194f0e-edca-4d51-8263-e3fc5dbdcfa2" providerId="ADAL" clId="{F3A4526C-0ACE-47F4-85B8-9648C4ED42ED}" dt="2026-02-11T15:57:17.449" v="5636"/>
          <ac:picMkLst>
            <pc:docMk/>
            <pc:sldMk cId="2550376867" sldId="261"/>
            <ac:picMk id="14" creationId="{E905207A-1A13-9D6A-1262-ACFDB1C223BC}"/>
          </ac:picMkLst>
        </pc:picChg>
        <pc:picChg chg="mod">
          <ac:chgData name="Sheridan, Jack" userId="d0194f0e-edca-4d51-8263-e3fc5dbdcfa2" providerId="ADAL" clId="{F3A4526C-0ACE-47F4-85B8-9648C4ED42ED}" dt="2026-02-11T15:57:17.449" v="5636"/>
          <ac:picMkLst>
            <pc:docMk/>
            <pc:sldMk cId="2550376867" sldId="261"/>
            <ac:picMk id="17" creationId="{362936F0-8CAF-9079-EFA1-FE123F8E9D78}"/>
          </ac:picMkLst>
        </pc:picChg>
        <pc:picChg chg="mod">
          <ac:chgData name="Sheridan, Jack" userId="d0194f0e-edca-4d51-8263-e3fc5dbdcfa2" providerId="ADAL" clId="{F3A4526C-0ACE-47F4-85B8-9648C4ED42ED}" dt="2026-02-11T15:57:17.449" v="5636"/>
          <ac:picMkLst>
            <pc:docMk/>
            <pc:sldMk cId="2550376867" sldId="261"/>
            <ac:picMk id="21" creationId="{E063BD6E-3BC7-7F91-BF3F-4BE193BB40D1}"/>
          </ac:picMkLst>
        </pc:picChg>
      </pc:sldChg>
      <pc:sldChg chg="addSp delSp modSp new mod">
        <pc:chgData name="Sheridan, Jack" userId="d0194f0e-edca-4d51-8263-e3fc5dbdcfa2" providerId="ADAL" clId="{F3A4526C-0ACE-47F4-85B8-9648C4ED42ED}" dt="2026-02-11T16:54:58.474" v="5991" actId="478"/>
        <pc:sldMkLst>
          <pc:docMk/>
          <pc:sldMk cId="2014866451" sldId="262"/>
        </pc:sldMkLst>
        <pc:spChg chg="mod">
          <ac:chgData name="Sheridan, Jack" userId="d0194f0e-edca-4d51-8263-e3fc5dbdcfa2" providerId="ADAL" clId="{F3A4526C-0ACE-47F4-85B8-9648C4ED42ED}" dt="2026-02-11T16:32:34.087" v="5716" actId="20577"/>
          <ac:spMkLst>
            <pc:docMk/>
            <pc:sldMk cId="2014866451" sldId="262"/>
            <ac:spMk id="2" creationId="{5A51D3BF-2EAA-CC5D-ED00-1E37CC31E0EB}"/>
          </ac:spMkLst>
        </pc:spChg>
        <pc:spChg chg="add mod">
          <ac:chgData name="Sheridan, Jack" userId="d0194f0e-edca-4d51-8263-e3fc5dbdcfa2" providerId="ADAL" clId="{F3A4526C-0ACE-47F4-85B8-9648C4ED42ED}" dt="2026-02-11T16:53:59.927" v="5982" actId="1035"/>
          <ac:spMkLst>
            <pc:docMk/>
            <pc:sldMk cId="2014866451" sldId="262"/>
            <ac:spMk id="7" creationId="{3B12CFB1-E539-12D3-ECCF-E01E67D16077}"/>
          </ac:spMkLst>
        </pc:spChg>
        <pc:spChg chg="mod">
          <ac:chgData name="Sheridan, Jack" userId="d0194f0e-edca-4d51-8263-e3fc5dbdcfa2" providerId="ADAL" clId="{F3A4526C-0ACE-47F4-85B8-9648C4ED42ED}" dt="2026-02-11T16:53:00.042" v="5952" actId="255"/>
          <ac:spMkLst>
            <pc:docMk/>
            <pc:sldMk cId="2014866451" sldId="262"/>
            <ac:spMk id="8" creationId="{DC3F7F07-E182-CFE4-4DCF-66A083DC4AC9}"/>
          </ac:spMkLst>
        </pc:spChg>
        <pc:spChg chg="add mod">
          <ac:chgData name="Sheridan, Jack" userId="d0194f0e-edca-4d51-8263-e3fc5dbdcfa2" providerId="ADAL" clId="{F3A4526C-0ACE-47F4-85B8-9648C4ED42ED}" dt="2026-02-11T16:32:50.018" v="5717"/>
          <ac:spMkLst>
            <pc:docMk/>
            <pc:sldMk cId="2014866451" sldId="262"/>
            <ac:spMk id="9" creationId="{7454CACB-3C7A-D4CE-2D1A-338A4E808A84}"/>
          </ac:spMkLst>
        </pc:spChg>
        <pc:spChg chg="add mod">
          <ac:chgData name="Sheridan, Jack" userId="d0194f0e-edca-4d51-8263-e3fc5dbdcfa2" providerId="ADAL" clId="{F3A4526C-0ACE-47F4-85B8-9648C4ED42ED}" dt="2026-02-11T16:32:50.018" v="5717"/>
          <ac:spMkLst>
            <pc:docMk/>
            <pc:sldMk cId="2014866451" sldId="262"/>
            <ac:spMk id="10" creationId="{8771E263-219D-E4A0-6373-E3CC09447ABA}"/>
          </ac:spMkLst>
        </pc:spChg>
        <pc:spChg chg="add mod">
          <ac:chgData name="Sheridan, Jack" userId="d0194f0e-edca-4d51-8263-e3fc5dbdcfa2" providerId="ADAL" clId="{F3A4526C-0ACE-47F4-85B8-9648C4ED42ED}" dt="2026-02-11T16:32:50.018" v="5717"/>
          <ac:spMkLst>
            <pc:docMk/>
            <pc:sldMk cId="2014866451" sldId="262"/>
            <ac:spMk id="11" creationId="{886A3CDC-73C1-30F2-6F8F-79360260895C}"/>
          </ac:spMkLst>
        </pc:spChg>
        <pc:spChg chg="mod">
          <ac:chgData name="Sheridan, Jack" userId="d0194f0e-edca-4d51-8263-e3fc5dbdcfa2" providerId="ADAL" clId="{F3A4526C-0ACE-47F4-85B8-9648C4ED42ED}" dt="2026-02-11T16:32:50.018" v="5717"/>
          <ac:spMkLst>
            <pc:docMk/>
            <pc:sldMk cId="2014866451" sldId="262"/>
            <ac:spMk id="17" creationId="{46DC488D-7BE8-3E84-8AD7-CC0D817F4DD2}"/>
          </ac:spMkLst>
        </pc:spChg>
        <pc:spChg chg="mod">
          <ac:chgData name="Sheridan, Jack" userId="d0194f0e-edca-4d51-8263-e3fc5dbdcfa2" providerId="ADAL" clId="{F3A4526C-0ACE-47F4-85B8-9648C4ED42ED}" dt="2026-02-11T16:32:50.018" v="5717"/>
          <ac:spMkLst>
            <pc:docMk/>
            <pc:sldMk cId="2014866451" sldId="262"/>
            <ac:spMk id="18" creationId="{ED4167FE-BB59-3984-61F8-9D19F9192BF4}"/>
          </ac:spMkLst>
        </pc:spChg>
        <pc:spChg chg="mod">
          <ac:chgData name="Sheridan, Jack" userId="d0194f0e-edca-4d51-8263-e3fc5dbdcfa2" providerId="ADAL" clId="{F3A4526C-0ACE-47F4-85B8-9648C4ED42ED}" dt="2026-02-11T16:32:50.018" v="5717"/>
          <ac:spMkLst>
            <pc:docMk/>
            <pc:sldMk cId="2014866451" sldId="262"/>
            <ac:spMk id="19" creationId="{3F29D8E4-6933-082F-8427-AFC436EA08A2}"/>
          </ac:spMkLst>
        </pc:spChg>
        <pc:spChg chg="mod">
          <ac:chgData name="Sheridan, Jack" userId="d0194f0e-edca-4d51-8263-e3fc5dbdcfa2" providerId="ADAL" clId="{F3A4526C-0ACE-47F4-85B8-9648C4ED42ED}" dt="2026-02-11T16:32:50.018" v="5717"/>
          <ac:spMkLst>
            <pc:docMk/>
            <pc:sldMk cId="2014866451" sldId="262"/>
            <ac:spMk id="28" creationId="{EBDED185-7594-8335-35C3-9876F972B406}"/>
          </ac:spMkLst>
        </pc:spChg>
        <pc:spChg chg="mod">
          <ac:chgData name="Sheridan, Jack" userId="d0194f0e-edca-4d51-8263-e3fc5dbdcfa2" providerId="ADAL" clId="{F3A4526C-0ACE-47F4-85B8-9648C4ED42ED}" dt="2026-02-11T16:32:50.018" v="5717"/>
          <ac:spMkLst>
            <pc:docMk/>
            <pc:sldMk cId="2014866451" sldId="262"/>
            <ac:spMk id="29" creationId="{820F147B-85DC-EF41-4075-986CF341F7FE}"/>
          </ac:spMkLst>
        </pc:spChg>
        <pc:spChg chg="mod">
          <ac:chgData name="Sheridan, Jack" userId="d0194f0e-edca-4d51-8263-e3fc5dbdcfa2" providerId="ADAL" clId="{F3A4526C-0ACE-47F4-85B8-9648C4ED42ED}" dt="2026-02-11T16:53:16.462" v="5956" actId="1076"/>
          <ac:spMkLst>
            <pc:docMk/>
            <pc:sldMk cId="2014866451" sldId="262"/>
            <ac:spMk id="30" creationId="{05A3CDE7-646D-1C8D-AEF1-0E1FD3C21FF8}"/>
          </ac:spMkLst>
        </pc:spChg>
        <pc:spChg chg="add del mod">
          <ac:chgData name="Sheridan, Jack" userId="d0194f0e-edca-4d51-8263-e3fc5dbdcfa2" providerId="ADAL" clId="{F3A4526C-0ACE-47F4-85B8-9648C4ED42ED}" dt="2026-02-11T16:54:58.474" v="5991" actId="478"/>
          <ac:spMkLst>
            <pc:docMk/>
            <pc:sldMk cId="2014866451" sldId="262"/>
            <ac:spMk id="34" creationId="{232B3F3E-DF8C-51E8-67B5-2390005840CB}"/>
          </ac:spMkLst>
        </pc:spChg>
        <pc:spChg chg="add mod">
          <ac:chgData name="Sheridan, Jack" userId="d0194f0e-edca-4d51-8263-e3fc5dbdcfa2" providerId="ADAL" clId="{F3A4526C-0ACE-47F4-85B8-9648C4ED42ED}" dt="2026-02-11T16:54:50.459" v="5985" actId="1076"/>
          <ac:spMkLst>
            <pc:docMk/>
            <pc:sldMk cId="2014866451" sldId="262"/>
            <ac:spMk id="35" creationId="{9AC0872A-E941-BA63-E37B-B3B5DE577047}"/>
          </ac:spMkLst>
        </pc:spChg>
        <pc:spChg chg="add del mod">
          <ac:chgData name="Sheridan, Jack" userId="d0194f0e-edca-4d51-8263-e3fc5dbdcfa2" providerId="ADAL" clId="{F3A4526C-0ACE-47F4-85B8-9648C4ED42ED}" dt="2026-02-11T16:54:58.147" v="5990" actId="478"/>
          <ac:spMkLst>
            <pc:docMk/>
            <pc:sldMk cId="2014866451" sldId="262"/>
            <ac:spMk id="36" creationId="{D93794C6-C4BB-E8FF-BC75-0808D6AE2301}"/>
          </ac:spMkLst>
        </pc:spChg>
        <pc:picChg chg="add mod">
          <ac:chgData name="Sheridan, Jack" userId="d0194f0e-edca-4d51-8263-e3fc5dbdcfa2" providerId="ADAL" clId="{F3A4526C-0ACE-47F4-85B8-9648C4ED42ED}" dt="2026-02-11T16:54:50.459" v="5985" actId="1076"/>
          <ac:picMkLst>
            <pc:docMk/>
            <pc:sldMk cId="2014866451" sldId="262"/>
            <ac:picMk id="37" creationId="{281F623D-4910-A46E-CBA6-24B6020F83E3}"/>
          </ac:picMkLst>
        </pc:picChg>
      </pc:sldChg>
      <pc:sldChg chg="add">
        <pc:chgData name="Sheridan, Jack" userId="d0194f0e-edca-4d51-8263-e3fc5dbdcfa2" providerId="ADAL" clId="{F3A4526C-0ACE-47F4-85B8-9648C4ED42ED}" dt="2026-02-23T15:47:09.025" v="6013"/>
        <pc:sldMkLst>
          <pc:docMk/>
          <pc:sldMk cId="332758783" sldId="265"/>
        </pc:sldMkLst>
      </pc:sldChg>
      <pc:sldChg chg="add">
        <pc:chgData name="Sheridan, Jack" userId="d0194f0e-edca-4d51-8263-e3fc5dbdcfa2" providerId="ADAL" clId="{F3A4526C-0ACE-47F4-85B8-9648C4ED42ED}" dt="2026-02-23T15:48:39.803" v="6015"/>
        <pc:sldMkLst>
          <pc:docMk/>
          <pc:sldMk cId="1687836996" sldId="269"/>
        </pc:sldMkLst>
      </pc:sldChg>
      <pc:sldChg chg="add">
        <pc:chgData name="Sheridan, Jack" userId="d0194f0e-edca-4d51-8263-e3fc5dbdcfa2" providerId="ADAL" clId="{F3A4526C-0ACE-47F4-85B8-9648C4ED42ED}" dt="2026-02-23T15:48:39.803" v="6015"/>
        <pc:sldMkLst>
          <pc:docMk/>
          <pc:sldMk cId="1955359424" sldId="294"/>
        </pc:sldMkLst>
      </pc:sldChg>
      <pc:sldChg chg="add">
        <pc:chgData name="Sheridan, Jack" userId="d0194f0e-edca-4d51-8263-e3fc5dbdcfa2" providerId="ADAL" clId="{F3A4526C-0ACE-47F4-85B8-9648C4ED42ED}" dt="2026-02-23T15:48:39.803" v="6015"/>
        <pc:sldMkLst>
          <pc:docMk/>
          <pc:sldMk cId="565575689" sldId="301"/>
        </pc:sldMkLst>
      </pc:sldChg>
      <pc:sldChg chg="add">
        <pc:chgData name="Sheridan, Jack" userId="d0194f0e-edca-4d51-8263-e3fc5dbdcfa2" providerId="ADAL" clId="{F3A4526C-0ACE-47F4-85B8-9648C4ED42ED}" dt="2026-02-23T15:46:01.977" v="5994"/>
        <pc:sldMkLst>
          <pc:docMk/>
          <pc:sldMk cId="2323321237" sldId="320"/>
        </pc:sldMkLst>
      </pc:sldChg>
      <pc:sldChg chg="del mod ord modShow">
        <pc:chgData name="Sheridan, Jack" userId="d0194f0e-edca-4d51-8263-e3fc5dbdcfa2" providerId="ADAL" clId="{F3A4526C-0ACE-47F4-85B8-9648C4ED42ED}" dt="2026-02-23T15:45:59.202" v="5993" actId="2696"/>
        <pc:sldMkLst>
          <pc:docMk/>
          <pc:sldMk cId="2619943826" sldId="320"/>
        </pc:sldMkLst>
      </pc:sldChg>
      <pc:sldChg chg="addSp delSp modSp mod">
        <pc:chgData name="Sheridan, Jack" userId="d0194f0e-edca-4d51-8263-e3fc5dbdcfa2" providerId="ADAL" clId="{F3A4526C-0ACE-47F4-85B8-9648C4ED42ED}" dt="2026-02-23T15:46:46.772" v="6012" actId="478"/>
        <pc:sldMkLst>
          <pc:docMk/>
          <pc:sldMk cId="217055605" sldId="429"/>
        </pc:sldMkLst>
        <pc:spChg chg="add mod">
          <ac:chgData name="Sheridan, Jack" userId="d0194f0e-edca-4d51-8263-e3fc5dbdcfa2" providerId="ADAL" clId="{F3A4526C-0ACE-47F4-85B8-9648C4ED42ED}" dt="2026-02-23T15:46:46.772" v="6012" actId="478"/>
          <ac:spMkLst>
            <pc:docMk/>
            <pc:sldMk cId="217055605" sldId="429"/>
            <ac:spMk id="5" creationId="{4A2B257A-3F1B-0564-3BA3-EFBE3F6B4579}"/>
          </ac:spMkLst>
        </pc:spChg>
        <pc:spChg chg="mod">
          <ac:chgData name="Sheridan, Jack" userId="d0194f0e-edca-4d51-8263-e3fc5dbdcfa2" providerId="ADAL" clId="{F3A4526C-0ACE-47F4-85B8-9648C4ED42ED}" dt="2026-02-23T15:46:38.840" v="6011" actId="20577"/>
          <ac:spMkLst>
            <pc:docMk/>
            <pc:sldMk cId="217055605" sldId="429"/>
            <ac:spMk id="9" creationId="{EFB24E22-531A-7CB5-1C02-4C236BDE0BA3}"/>
          </ac:spMkLst>
        </pc:spChg>
        <pc:spChg chg="del">
          <ac:chgData name="Sheridan, Jack" userId="d0194f0e-edca-4d51-8263-e3fc5dbdcfa2" providerId="ADAL" clId="{F3A4526C-0ACE-47F4-85B8-9648C4ED42ED}" dt="2026-02-23T15:46:46.772" v="6012" actId="478"/>
          <ac:spMkLst>
            <pc:docMk/>
            <pc:sldMk cId="217055605" sldId="429"/>
            <ac:spMk id="10" creationId="{77366C24-88A5-0580-AC2F-56E4E2E26AE9}"/>
          </ac:spMkLst>
        </pc:spChg>
      </pc:sldChg>
      <pc:sldChg chg="modSp add mod ord">
        <pc:chgData name="Sheridan, Jack" userId="d0194f0e-edca-4d51-8263-e3fc5dbdcfa2" providerId="ADAL" clId="{F3A4526C-0ACE-47F4-85B8-9648C4ED42ED}" dt="2026-02-11T16:52:14.761" v="5949" actId="20578"/>
        <pc:sldMkLst>
          <pc:docMk/>
          <pc:sldMk cId="1831723772" sldId="632"/>
        </pc:sldMkLst>
      </pc:sldChg>
      <pc:sldChg chg="del">
        <pc:chgData name="Sheridan, Jack" userId="d0194f0e-edca-4d51-8263-e3fc5dbdcfa2" providerId="ADAL" clId="{F3A4526C-0ACE-47F4-85B8-9648C4ED42ED}" dt="2026-02-23T15:46:08.993" v="5999" actId="47"/>
        <pc:sldMkLst>
          <pc:docMk/>
          <pc:sldMk cId="829765329" sldId="633"/>
        </pc:sldMkLst>
      </pc:sldChg>
      <pc:sldChg chg="add">
        <pc:chgData name="Sheridan, Jack" userId="d0194f0e-edca-4d51-8263-e3fc5dbdcfa2" providerId="ADAL" clId="{F3A4526C-0ACE-47F4-85B8-9648C4ED42ED}" dt="2026-02-23T15:48:18.270" v="6014"/>
        <pc:sldMkLst>
          <pc:docMk/>
          <pc:sldMk cId="3228834655" sldId="2147481916"/>
        </pc:sldMkLst>
      </pc:sldChg>
      <pc:sldChg chg="del">
        <pc:chgData name="Sheridan, Jack" userId="d0194f0e-edca-4d51-8263-e3fc5dbdcfa2" providerId="ADAL" clId="{F3A4526C-0ACE-47F4-85B8-9648C4ED42ED}" dt="2026-02-23T15:46:08.474" v="5998" actId="47"/>
        <pc:sldMkLst>
          <pc:docMk/>
          <pc:sldMk cId="1291228910" sldId="2147483425"/>
        </pc:sldMkLst>
      </pc:sldChg>
      <pc:sldChg chg="addSp delSp modSp add del mod ord modShow">
        <pc:chgData name="Sheridan, Jack" userId="d0194f0e-edca-4d51-8263-e3fc5dbdcfa2" providerId="ADAL" clId="{F3A4526C-0ACE-47F4-85B8-9648C4ED42ED}" dt="2026-02-23T15:46:05.943" v="5995" actId="47"/>
        <pc:sldMkLst>
          <pc:docMk/>
          <pc:sldMk cId="2831155944" sldId="2147483468"/>
        </pc:sldMkLst>
      </pc:sldChg>
      <pc:sldChg chg="del">
        <pc:chgData name="Sheridan, Jack" userId="d0194f0e-edca-4d51-8263-e3fc5dbdcfa2" providerId="ADAL" clId="{F3A4526C-0ACE-47F4-85B8-9648C4ED42ED}" dt="2026-02-23T15:46:09.429" v="6000" actId="47"/>
        <pc:sldMkLst>
          <pc:docMk/>
          <pc:sldMk cId="1590304957" sldId="2147483645"/>
        </pc:sldMkLst>
      </pc:sldChg>
      <pc:sldChg chg="addSp delSp modSp add del mod ord">
        <pc:chgData name="Sheridan, Jack" userId="d0194f0e-edca-4d51-8263-e3fc5dbdcfa2" providerId="ADAL" clId="{F3A4526C-0ACE-47F4-85B8-9648C4ED42ED}" dt="2026-02-23T15:46:07.169" v="5996" actId="47"/>
        <pc:sldMkLst>
          <pc:docMk/>
          <pc:sldMk cId="4205629618" sldId="2147483646"/>
        </pc:sldMkLst>
      </pc:sldChg>
    </pc:docChg>
  </pc:docChgLst>
  <pc:docChgLst>
    <pc:chgData name="LeSage, Remi" userId="59811184-25de-485a-a437-68c0ea0363e9" providerId="ADAL" clId="{F3C668F0-92C5-4CAA-9B22-FC3FDEC24BC7}"/>
    <pc:docChg chg="undo custSel addSld modSld sldOrd modSection">
      <pc:chgData name="LeSage, Remi" userId="59811184-25de-485a-a437-68c0ea0363e9" providerId="ADAL" clId="{F3C668F0-92C5-4CAA-9B22-FC3FDEC24BC7}" dt="2026-02-05T20:13:00.785" v="259" actId="20577"/>
      <pc:docMkLst>
        <pc:docMk/>
      </pc:docMkLst>
      <pc:sldChg chg="addSp delSp modSp add mod modShow">
        <pc:chgData name="LeSage, Remi" userId="59811184-25de-485a-a437-68c0ea0363e9" providerId="ADAL" clId="{F3C668F0-92C5-4CAA-9B22-FC3FDEC24BC7}" dt="2026-02-05T20:12:53.001" v="251" actId="20577"/>
        <pc:sldMkLst>
          <pc:docMk/>
          <pc:sldMk cId="178026422" sldId="259"/>
        </pc:sldMkLst>
        <pc:spChg chg="mod">
          <ac:chgData name="LeSage, Remi" userId="59811184-25de-485a-a437-68c0ea0363e9" providerId="ADAL" clId="{F3C668F0-92C5-4CAA-9B22-FC3FDEC24BC7}" dt="2026-02-05T20:12:53.001" v="251" actId="20577"/>
          <ac:spMkLst>
            <pc:docMk/>
            <pc:sldMk cId="178026422" sldId="259"/>
            <ac:spMk id="5" creationId="{CE88E583-E965-F727-F651-9B07FD0BE0AB}"/>
          </ac:spMkLst>
        </pc:spChg>
        <pc:spChg chg="mod">
          <ac:chgData name="LeSage, Remi" userId="59811184-25de-485a-a437-68c0ea0363e9" providerId="ADAL" clId="{F3C668F0-92C5-4CAA-9B22-FC3FDEC24BC7}" dt="2026-02-04T17:39:11.275" v="19" actId="1076"/>
          <ac:spMkLst>
            <pc:docMk/>
            <pc:sldMk cId="178026422" sldId="259"/>
            <ac:spMk id="7" creationId="{09792329-03E9-BA8C-0513-1851D79E3EC4}"/>
          </ac:spMkLst>
        </pc:spChg>
        <pc:spChg chg="add mod">
          <ac:chgData name="LeSage, Remi" userId="59811184-25de-485a-a437-68c0ea0363e9" providerId="ADAL" clId="{F3C668F0-92C5-4CAA-9B22-FC3FDEC24BC7}" dt="2026-02-04T17:39:03.998" v="18" actId="1076"/>
          <ac:spMkLst>
            <pc:docMk/>
            <pc:sldMk cId="178026422" sldId="259"/>
            <ac:spMk id="10" creationId="{543FA767-8DD5-799B-DA0C-52EE593C13C9}"/>
          </ac:spMkLst>
        </pc:spChg>
      </pc:sldChg>
      <pc:sldChg chg="delSp modSp add mod">
        <pc:chgData name="LeSage, Remi" userId="59811184-25de-485a-a437-68c0ea0363e9" providerId="ADAL" clId="{F3C668F0-92C5-4CAA-9B22-FC3FDEC24BC7}" dt="2026-02-04T18:35:32.972" v="178" actId="478"/>
        <pc:sldMkLst>
          <pc:docMk/>
          <pc:sldMk cId="1627580446" sldId="450"/>
        </pc:sldMkLst>
        <pc:spChg chg="mod">
          <ac:chgData name="LeSage, Remi" userId="59811184-25de-485a-a437-68c0ea0363e9" providerId="ADAL" clId="{F3C668F0-92C5-4CAA-9B22-FC3FDEC24BC7}" dt="2026-02-04T18:35:29.762" v="177" actId="20577"/>
          <ac:spMkLst>
            <pc:docMk/>
            <pc:sldMk cId="1627580446" sldId="450"/>
            <ac:spMk id="2" creationId="{DC159797-18E0-3C0B-6978-8FAC64D8C439}"/>
          </ac:spMkLst>
        </pc:spChg>
      </pc:sldChg>
      <pc:sldChg chg="modSp mod">
        <pc:chgData name="LeSage, Remi" userId="59811184-25de-485a-a437-68c0ea0363e9" providerId="ADAL" clId="{F3C668F0-92C5-4CAA-9B22-FC3FDEC24BC7}" dt="2026-02-05T20:13:00.785" v="259" actId="20577"/>
        <pc:sldMkLst>
          <pc:docMk/>
          <pc:sldMk cId="1831723772" sldId="632"/>
        </pc:sldMkLst>
        <pc:spChg chg="mod">
          <ac:chgData name="LeSage, Remi" userId="59811184-25de-485a-a437-68c0ea0363e9" providerId="ADAL" clId="{F3C668F0-92C5-4CAA-9B22-FC3FDEC24BC7}" dt="2026-02-05T20:13:00.785" v="259" actId="20577"/>
          <ac:spMkLst>
            <pc:docMk/>
            <pc:sldMk cId="1831723772" sldId="632"/>
            <ac:spMk id="5" creationId="{36C7D37A-8FFF-4078-8456-308B70992DA4}"/>
          </ac:spMkLst>
        </pc:spChg>
      </pc:sldChg>
      <pc:sldChg chg="ord">
        <pc:chgData name="LeSage, Remi" userId="59811184-25de-485a-a437-68c0ea0363e9" providerId="ADAL" clId="{F3C668F0-92C5-4CAA-9B22-FC3FDEC24BC7}" dt="2026-02-04T15:00:35.015" v="5"/>
        <pc:sldMkLst>
          <pc:docMk/>
          <pc:sldMk cId="829765329" sldId="633"/>
        </pc:sldMkLst>
      </pc:sldChg>
      <pc:sldChg chg="modSp add mod">
        <pc:chgData name="LeSage, Remi" userId="59811184-25de-485a-a437-68c0ea0363e9" providerId="ADAL" clId="{F3C668F0-92C5-4CAA-9B22-FC3FDEC24BC7}" dt="2026-02-04T18:36:19.962" v="230" actId="20577"/>
        <pc:sldMkLst>
          <pc:docMk/>
          <pc:sldMk cId="1274732671" sldId="2147479939"/>
        </pc:sldMkLst>
        <pc:spChg chg="mod">
          <ac:chgData name="LeSage, Remi" userId="59811184-25de-485a-a437-68c0ea0363e9" providerId="ADAL" clId="{F3C668F0-92C5-4CAA-9B22-FC3FDEC24BC7}" dt="2026-02-04T18:36:19.962" v="230" actId="20577"/>
          <ac:spMkLst>
            <pc:docMk/>
            <pc:sldMk cId="1274732671" sldId="2147479939"/>
            <ac:spMk id="2" creationId="{2AA8EEF6-90B0-56FA-2912-920EC9B86AB5}"/>
          </ac:spMkLst>
        </pc:spChg>
      </pc:sldChg>
      <pc:sldChg chg="modSp add mod">
        <pc:chgData name="LeSage, Remi" userId="59811184-25de-485a-a437-68c0ea0363e9" providerId="ADAL" clId="{F3C668F0-92C5-4CAA-9B22-FC3FDEC24BC7}" dt="2026-02-04T18:36:12.057" v="204" actId="20577"/>
        <pc:sldMkLst>
          <pc:docMk/>
          <pc:sldMk cId="3690877007" sldId="2147479940"/>
        </pc:sldMkLst>
        <pc:spChg chg="mod">
          <ac:chgData name="LeSage, Remi" userId="59811184-25de-485a-a437-68c0ea0363e9" providerId="ADAL" clId="{F3C668F0-92C5-4CAA-9B22-FC3FDEC24BC7}" dt="2026-02-04T18:36:12.057" v="204" actId="20577"/>
          <ac:spMkLst>
            <pc:docMk/>
            <pc:sldMk cId="3690877007" sldId="2147479940"/>
            <ac:spMk id="2" creationId="{B1576819-4A23-9E36-9600-93DA4F60D5AA}"/>
          </ac:spMkLst>
        </pc:spChg>
      </pc:sldChg>
      <pc:sldChg chg="modSp add mod">
        <pc:chgData name="LeSage, Remi" userId="59811184-25de-485a-a437-68c0ea0363e9" providerId="ADAL" clId="{F3C668F0-92C5-4CAA-9B22-FC3FDEC24BC7}" dt="2026-02-04T18:35:13.106" v="156" actId="1038"/>
        <pc:sldMkLst>
          <pc:docMk/>
          <pc:sldMk cId="3021469145" sldId="2147479944"/>
        </pc:sldMkLst>
        <pc:spChg chg="mod">
          <ac:chgData name="LeSage, Remi" userId="59811184-25de-485a-a437-68c0ea0363e9" providerId="ADAL" clId="{F3C668F0-92C5-4CAA-9B22-FC3FDEC24BC7}" dt="2026-02-04T18:34:13.301" v="87" actId="20577"/>
          <ac:spMkLst>
            <pc:docMk/>
            <pc:sldMk cId="3021469145" sldId="2147479944"/>
            <ac:spMk id="2" creationId="{9B737ACA-1FD0-D69F-472D-45E56B543570}"/>
          </ac:spMkLst>
        </pc:spChg>
        <pc:spChg chg="mod">
          <ac:chgData name="LeSage, Remi" userId="59811184-25de-485a-a437-68c0ea0363e9" providerId="ADAL" clId="{F3C668F0-92C5-4CAA-9B22-FC3FDEC24BC7}" dt="2026-02-04T18:34:47.059" v="118" actId="1038"/>
          <ac:spMkLst>
            <pc:docMk/>
            <pc:sldMk cId="3021469145" sldId="2147479944"/>
            <ac:spMk id="20" creationId="{E2855ABC-2D0C-D2E1-0062-2BF928BA0624}"/>
          </ac:spMkLst>
        </pc:spChg>
        <pc:spChg chg="mod">
          <ac:chgData name="LeSage, Remi" userId="59811184-25de-485a-a437-68c0ea0363e9" providerId="ADAL" clId="{F3C668F0-92C5-4CAA-9B22-FC3FDEC24BC7}" dt="2026-02-04T18:35:05.625" v="139" actId="1038"/>
          <ac:spMkLst>
            <pc:docMk/>
            <pc:sldMk cId="3021469145" sldId="2147479944"/>
            <ac:spMk id="31" creationId="{022F4B23-8F02-CEFC-B41D-7029D106479E}"/>
          </ac:spMkLst>
        </pc:spChg>
        <pc:spChg chg="mod">
          <ac:chgData name="LeSage, Remi" userId="59811184-25de-485a-a437-68c0ea0363e9" providerId="ADAL" clId="{F3C668F0-92C5-4CAA-9B22-FC3FDEC24BC7}" dt="2026-02-04T18:35:05.625" v="139" actId="1038"/>
          <ac:spMkLst>
            <pc:docMk/>
            <pc:sldMk cId="3021469145" sldId="2147479944"/>
            <ac:spMk id="32" creationId="{C16F0D76-4D04-1084-DDE7-971B17B7E584}"/>
          </ac:spMkLst>
        </pc:spChg>
        <pc:spChg chg="mod">
          <ac:chgData name="LeSage, Remi" userId="59811184-25de-485a-a437-68c0ea0363e9" providerId="ADAL" clId="{F3C668F0-92C5-4CAA-9B22-FC3FDEC24BC7}" dt="2026-02-04T18:35:05.625" v="139" actId="1038"/>
          <ac:spMkLst>
            <pc:docMk/>
            <pc:sldMk cId="3021469145" sldId="2147479944"/>
            <ac:spMk id="33" creationId="{83ECF949-FE46-1C05-F3D1-BD7D53C59CD2}"/>
          </ac:spMkLst>
        </pc:spChg>
        <pc:grpChg chg="mod">
          <ac:chgData name="LeSage, Remi" userId="59811184-25de-485a-a437-68c0ea0363e9" providerId="ADAL" clId="{F3C668F0-92C5-4CAA-9B22-FC3FDEC24BC7}" dt="2026-02-04T18:34:47.059" v="118" actId="1038"/>
          <ac:grpSpMkLst>
            <pc:docMk/>
            <pc:sldMk cId="3021469145" sldId="2147479944"/>
            <ac:grpSpMk id="28" creationId="{E888D1A3-56C4-CFF6-BE17-6901C3E72E33}"/>
          </ac:grpSpMkLst>
        </pc:grpChg>
        <pc:graphicFrameChg chg="mod">
          <ac:chgData name="LeSage, Remi" userId="59811184-25de-485a-a437-68c0ea0363e9" providerId="ADAL" clId="{F3C668F0-92C5-4CAA-9B22-FC3FDEC24BC7}" dt="2026-02-04T18:34:54.247" v="131" actId="1038"/>
          <ac:graphicFrameMkLst>
            <pc:docMk/>
            <pc:sldMk cId="3021469145" sldId="2147479944"/>
            <ac:graphicFrameMk id="23" creationId="{96865BA4-3700-8634-7252-32EDFD5FB897}"/>
          </ac:graphicFrameMkLst>
        </pc:graphicFrameChg>
        <pc:picChg chg="mod">
          <ac:chgData name="LeSage, Remi" userId="59811184-25de-485a-a437-68c0ea0363e9" providerId="ADAL" clId="{F3C668F0-92C5-4CAA-9B22-FC3FDEC24BC7}" dt="2026-02-04T18:34:47.059" v="118" actId="1038"/>
          <ac:picMkLst>
            <pc:docMk/>
            <pc:sldMk cId="3021469145" sldId="2147479944"/>
            <ac:picMk id="18" creationId="{877B0D64-068C-DA1F-F602-5C536DA17B4E}"/>
          </ac:picMkLst>
        </pc:picChg>
        <pc:picChg chg="mod">
          <ac:chgData name="LeSage, Remi" userId="59811184-25de-485a-a437-68c0ea0363e9" providerId="ADAL" clId="{F3C668F0-92C5-4CAA-9B22-FC3FDEC24BC7}" dt="2026-02-04T18:34:47.059" v="118" actId="1038"/>
          <ac:picMkLst>
            <pc:docMk/>
            <pc:sldMk cId="3021469145" sldId="2147479944"/>
            <ac:picMk id="29" creationId="{6E833BCA-7D21-8B91-9A1D-4D3576367847}"/>
          </ac:picMkLst>
        </pc:picChg>
        <pc:picChg chg="mod">
          <ac:chgData name="LeSage, Remi" userId="59811184-25de-485a-a437-68c0ea0363e9" providerId="ADAL" clId="{F3C668F0-92C5-4CAA-9B22-FC3FDEC24BC7}" dt="2026-02-04T18:34:47.059" v="118" actId="1038"/>
          <ac:picMkLst>
            <pc:docMk/>
            <pc:sldMk cId="3021469145" sldId="2147479944"/>
            <ac:picMk id="30" creationId="{9AA113E1-78F4-41B2-3157-1B6EB9FF6F66}"/>
          </ac:picMkLst>
        </pc:picChg>
        <pc:picChg chg="mod">
          <ac:chgData name="LeSage, Remi" userId="59811184-25de-485a-a437-68c0ea0363e9" providerId="ADAL" clId="{F3C668F0-92C5-4CAA-9B22-FC3FDEC24BC7}" dt="2026-02-04T18:35:05.625" v="139" actId="1038"/>
          <ac:picMkLst>
            <pc:docMk/>
            <pc:sldMk cId="3021469145" sldId="2147479944"/>
            <ac:picMk id="35" creationId="{3B5989FA-DBAE-0A16-E69D-2B153D2A24F4}"/>
          </ac:picMkLst>
        </pc:picChg>
        <pc:picChg chg="mod">
          <ac:chgData name="LeSage, Remi" userId="59811184-25de-485a-a437-68c0ea0363e9" providerId="ADAL" clId="{F3C668F0-92C5-4CAA-9B22-FC3FDEC24BC7}" dt="2026-02-04T18:35:09.850" v="152" actId="1038"/>
          <ac:picMkLst>
            <pc:docMk/>
            <pc:sldMk cId="3021469145" sldId="2147479944"/>
            <ac:picMk id="36" creationId="{9D60B91A-558D-30ED-5E94-3E74309EABB8}"/>
          </ac:picMkLst>
        </pc:picChg>
        <pc:cxnChg chg="mod">
          <ac:chgData name="LeSage, Remi" userId="59811184-25de-485a-a437-68c0ea0363e9" providerId="ADAL" clId="{F3C668F0-92C5-4CAA-9B22-FC3FDEC24BC7}" dt="2026-02-04T18:35:13.106" v="156" actId="1038"/>
          <ac:cxnSpMkLst>
            <pc:docMk/>
            <pc:sldMk cId="3021469145" sldId="2147479944"/>
            <ac:cxnSpMk id="34" creationId="{7FF36310-0821-E0F4-2D2B-23F00FBC110B}"/>
          </ac:cxnSpMkLst>
        </pc:cxnChg>
      </pc:sldChg>
      <pc:sldChg chg="ord">
        <pc:chgData name="LeSage, Remi" userId="59811184-25de-485a-a437-68c0ea0363e9" providerId="ADAL" clId="{F3C668F0-92C5-4CAA-9B22-FC3FDEC24BC7}" dt="2026-02-04T14:59:51.997" v="3"/>
        <pc:sldMkLst>
          <pc:docMk/>
          <pc:sldMk cId="1291228910" sldId="2147483425"/>
        </pc:sldMkLst>
      </pc:sldChg>
      <pc:sldChg chg="ord">
        <pc:chgData name="LeSage, Remi" userId="59811184-25de-485a-a437-68c0ea0363e9" providerId="ADAL" clId="{F3C668F0-92C5-4CAA-9B22-FC3FDEC24BC7}" dt="2026-02-04T15:39:51.142" v="7"/>
        <pc:sldMkLst>
          <pc:docMk/>
          <pc:sldMk cId="1271576952" sldId="2147483467"/>
        </pc:sldMkLst>
      </pc:sldChg>
      <pc:sldChg chg="ord">
        <pc:chgData name="LeSage, Remi" userId="59811184-25de-485a-a437-68c0ea0363e9" providerId="ADAL" clId="{F3C668F0-92C5-4CAA-9B22-FC3FDEC24BC7}" dt="2026-02-04T17:39:19.220" v="22"/>
        <pc:sldMkLst>
          <pc:docMk/>
          <pc:sldMk cId="1590304957" sldId="214748364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C54D5F6-3183-428A-85C8-51C26DD4B50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latin typeface="Arial" panose="020B0604020202020204" pitchFamily="34" charset="0"/>
            </a:endParaRPr>
          </a:p>
        </p:txBody>
      </p:sp>
      <p:sp>
        <p:nvSpPr>
          <p:cNvPr id="3" name="Date Placeholder 2">
            <a:extLst>
              <a:ext uri="{FF2B5EF4-FFF2-40B4-BE49-F238E27FC236}">
                <a16:creationId xmlns:a16="http://schemas.microsoft.com/office/drawing/2014/main" id="{F1608F93-CC89-4063-A187-7B1597877F1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ABA84C-EC3E-4598-9C4D-8CE1D2A956F5}" type="datetimeFigureOut">
              <a:rPr lang="en-GB" smtClean="0">
                <a:latin typeface="Arial" panose="020B0604020202020204" pitchFamily="34" charset="0"/>
              </a:rPr>
              <a:t>23/02/2026</a:t>
            </a:fld>
            <a:endParaRPr lang="en-GB">
              <a:latin typeface="Arial" panose="020B0604020202020204" pitchFamily="34" charset="0"/>
            </a:endParaRPr>
          </a:p>
        </p:txBody>
      </p:sp>
      <p:sp>
        <p:nvSpPr>
          <p:cNvPr id="4" name="Footer Placeholder 3">
            <a:extLst>
              <a:ext uri="{FF2B5EF4-FFF2-40B4-BE49-F238E27FC236}">
                <a16:creationId xmlns:a16="http://schemas.microsoft.com/office/drawing/2014/main" id="{EE24D309-D941-4AA7-AD70-D334F1D592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latin typeface="Arial" panose="020B0604020202020204" pitchFamily="34" charset="0"/>
            </a:endParaRPr>
          </a:p>
        </p:txBody>
      </p:sp>
      <p:sp>
        <p:nvSpPr>
          <p:cNvPr id="5" name="Slide Number Placeholder 4">
            <a:extLst>
              <a:ext uri="{FF2B5EF4-FFF2-40B4-BE49-F238E27FC236}">
                <a16:creationId xmlns:a16="http://schemas.microsoft.com/office/drawing/2014/main" id="{B1E99044-B362-4E47-A054-164531AC8F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0C0F9D0-9E03-483D-AC3B-FCB5CBA393CA}" type="slidenum">
              <a:rPr lang="en-GB" smtClean="0">
                <a:latin typeface="Arial" panose="020B0604020202020204" pitchFamily="34" charset="0"/>
              </a:rPr>
              <a:t>‹#›</a:t>
            </a:fld>
            <a:endParaRPr lang="en-GB">
              <a:latin typeface="Arial" panose="020B0604020202020204" pitchFamily="34" charset="0"/>
            </a:endParaRPr>
          </a:p>
        </p:txBody>
      </p:sp>
    </p:spTree>
    <p:extLst>
      <p:ext uri="{BB962C8B-B14F-4D97-AF65-F5344CB8AC3E}">
        <p14:creationId xmlns:p14="http://schemas.microsoft.com/office/powerpoint/2010/main" val="3754302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3C57A4BF-14E0-48E2-B42F-B29D277000AB}" type="datetimeFigureOut">
              <a:rPr lang="en-GB" smtClean="0"/>
              <a:pPr/>
              <a:t>23/02/2026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9B5D948F-A673-4DC7-A0E9-FA274EAF3634}" type="slidenum">
              <a:rPr lang="en-GB" smtClean="0"/>
              <a:pPr/>
              <a:t>‹#›</a:t>
            </a:fld>
            <a:endParaRPr lang="en-GB"/>
          </a:p>
        </p:txBody>
      </p:sp>
    </p:spTree>
    <p:extLst>
      <p:ext uri="{BB962C8B-B14F-4D97-AF65-F5344CB8AC3E}">
        <p14:creationId xmlns:p14="http://schemas.microsoft.com/office/powerpoint/2010/main" val="3491308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34433-8B5E-2363-6804-4761556937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DCB37B-4EEF-73E0-4B37-2F80109BBE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1F7D22-7BAE-D255-FCB5-AE6AFDDAA0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3B3DA10-CEE3-D563-0CA2-B8EEEA090534}"/>
              </a:ext>
            </a:extLst>
          </p:cNvPr>
          <p:cNvSpPr>
            <a:spLocks noGrp="1"/>
          </p:cNvSpPr>
          <p:nvPr>
            <p:ph type="sldNum" sz="quarter" idx="5"/>
          </p:nvPr>
        </p:nvSpPr>
        <p:spPr/>
        <p:txBody>
          <a:bodyPr/>
          <a:lstStyle/>
          <a:p>
            <a:fld id="{9B5D948F-A673-4DC7-A0E9-FA274EAF3634}" type="slidenum">
              <a:rPr lang="en-GB" smtClean="0"/>
              <a:pPr/>
              <a:t>3</a:t>
            </a:fld>
            <a:endParaRPr lang="en-GB"/>
          </a:p>
        </p:txBody>
      </p:sp>
    </p:spTree>
    <p:extLst>
      <p:ext uri="{BB962C8B-B14F-4D97-AF65-F5344CB8AC3E}">
        <p14:creationId xmlns:p14="http://schemas.microsoft.com/office/powerpoint/2010/main" val="26788411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A2936-F3C0-4A9A-FB72-C3FD318A84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148091-C807-1C37-5644-94347A447C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2470FA-6617-D794-07BB-8F9B9C88D60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FDFDB1B-DD32-2872-F73E-DA9A286A66D4}"/>
              </a:ext>
            </a:extLst>
          </p:cNvPr>
          <p:cNvSpPr>
            <a:spLocks noGrp="1"/>
          </p:cNvSpPr>
          <p:nvPr>
            <p:ph type="sldNum" sz="quarter" idx="5"/>
          </p:nvPr>
        </p:nvSpPr>
        <p:spPr/>
        <p:txBody>
          <a:bodyPr/>
          <a:lstStyle/>
          <a:p>
            <a:fld id="{9B5D948F-A673-4DC7-A0E9-FA274EAF3634}" type="slidenum">
              <a:rPr lang="en-GB" smtClean="0"/>
              <a:pPr/>
              <a:t>4</a:t>
            </a:fld>
            <a:endParaRPr lang="en-GB"/>
          </a:p>
        </p:txBody>
      </p:sp>
    </p:spTree>
    <p:extLst>
      <p:ext uri="{BB962C8B-B14F-4D97-AF65-F5344CB8AC3E}">
        <p14:creationId xmlns:p14="http://schemas.microsoft.com/office/powerpoint/2010/main" val="12045078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956FEAE-9E78-4553-8934-6A3BDECCD255}" type="slidenum">
              <a:rPr lang="en-US" smtClean="0"/>
              <a:t>7</a:t>
            </a:fld>
            <a:endParaRPr lang="en-US"/>
          </a:p>
        </p:txBody>
      </p:sp>
    </p:spTree>
    <p:extLst>
      <p:ext uri="{BB962C8B-B14F-4D97-AF65-F5344CB8AC3E}">
        <p14:creationId xmlns:p14="http://schemas.microsoft.com/office/powerpoint/2010/main" val="8613203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5D948F-A673-4DC7-A0E9-FA274EAF3634}" type="slidenum">
              <a:rPr lang="en-GB" smtClean="0"/>
              <a:pPr/>
              <a:t>8</a:t>
            </a:fld>
            <a:endParaRPr lang="en-GB"/>
          </a:p>
        </p:txBody>
      </p:sp>
    </p:spTree>
    <p:extLst>
      <p:ext uri="{BB962C8B-B14F-4D97-AF65-F5344CB8AC3E}">
        <p14:creationId xmlns:p14="http://schemas.microsoft.com/office/powerpoint/2010/main" val="23154855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792B4-D614-E96F-ABC7-04B45774B9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15570D-4F20-946C-FB0D-7A3C549B968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40BABD8-93D2-2215-7358-A2210B00975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F9FECF4-67F1-2B56-89F0-9619CA6EC60B}"/>
              </a:ext>
            </a:extLst>
          </p:cNvPr>
          <p:cNvSpPr>
            <a:spLocks noGrp="1"/>
          </p:cNvSpPr>
          <p:nvPr>
            <p:ph type="sldNum" sz="quarter" idx="5"/>
          </p:nvPr>
        </p:nvSpPr>
        <p:spPr/>
        <p:txBody>
          <a:bodyPr/>
          <a:lstStyle/>
          <a:p>
            <a:fld id="{9B5D948F-A673-4DC7-A0E9-FA274EAF3634}" type="slidenum">
              <a:rPr lang="en-GB" smtClean="0"/>
              <a:pPr/>
              <a:t>10</a:t>
            </a:fld>
            <a:endParaRPr lang="en-GB"/>
          </a:p>
        </p:txBody>
      </p:sp>
    </p:spTree>
    <p:extLst>
      <p:ext uri="{BB962C8B-B14F-4D97-AF65-F5344CB8AC3E}">
        <p14:creationId xmlns:p14="http://schemas.microsoft.com/office/powerpoint/2010/main" val="4729402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D948F-A673-4DC7-A0E9-FA274EAF3634}" type="slidenum">
              <a:rPr lang="en-GB" smtClean="0"/>
              <a:pPr/>
              <a:t>14</a:t>
            </a:fld>
            <a:endParaRPr lang="en-GB"/>
          </a:p>
        </p:txBody>
      </p:sp>
    </p:spTree>
    <p:extLst>
      <p:ext uri="{BB962C8B-B14F-4D97-AF65-F5344CB8AC3E}">
        <p14:creationId xmlns:p14="http://schemas.microsoft.com/office/powerpoint/2010/main" val="3755663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0129B-EC83-3AC4-4534-EBA115AD00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350E6B-4593-EDE0-1E11-7F5E79FF8D2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BE83465-5F5C-5A7F-7FC7-BFB0B39B9B6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92FAE45-A7EA-6EC6-5A3A-1BDD617113DC}"/>
              </a:ext>
            </a:extLst>
          </p:cNvPr>
          <p:cNvSpPr>
            <a:spLocks noGrp="1"/>
          </p:cNvSpPr>
          <p:nvPr>
            <p:ph type="sldNum" sz="quarter" idx="5"/>
          </p:nvPr>
        </p:nvSpPr>
        <p:spPr/>
        <p:txBody>
          <a:bodyPr/>
          <a:lstStyle/>
          <a:p>
            <a:fld id="{9B5D948F-A673-4DC7-A0E9-FA274EAF3634}" type="slidenum">
              <a:rPr lang="en-GB" smtClean="0"/>
              <a:pPr/>
              <a:t>15</a:t>
            </a:fld>
            <a:endParaRPr lang="en-GB"/>
          </a:p>
        </p:txBody>
      </p:sp>
    </p:spTree>
    <p:extLst>
      <p:ext uri="{BB962C8B-B14F-4D97-AF65-F5344CB8AC3E}">
        <p14:creationId xmlns:p14="http://schemas.microsoft.com/office/powerpoint/2010/main" val="30618576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E3259-0BC2-5D08-E9A6-0C85372BFB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802115-A886-6798-1CCD-938D4838196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B134FD9-84AC-303F-0688-9E6D62F518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A7BAAA-3978-9C15-29F2-BEB040A0A689}"/>
              </a:ext>
            </a:extLst>
          </p:cNvPr>
          <p:cNvSpPr>
            <a:spLocks noGrp="1"/>
          </p:cNvSpPr>
          <p:nvPr>
            <p:ph type="sldNum" sz="quarter" idx="5"/>
          </p:nvPr>
        </p:nvSpPr>
        <p:spPr/>
        <p:txBody>
          <a:bodyPr/>
          <a:lstStyle/>
          <a:p>
            <a:fld id="{9B5D948F-A673-4DC7-A0E9-FA274EAF3634}" type="slidenum">
              <a:rPr lang="en-GB" smtClean="0"/>
              <a:pPr/>
              <a:t>16</a:t>
            </a:fld>
            <a:endParaRPr lang="en-GB"/>
          </a:p>
        </p:txBody>
      </p:sp>
    </p:spTree>
    <p:extLst>
      <p:ext uri="{BB962C8B-B14F-4D97-AF65-F5344CB8AC3E}">
        <p14:creationId xmlns:p14="http://schemas.microsoft.com/office/powerpoint/2010/main" val="33154650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91D27-EE5F-978C-D020-24D40CBAC8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D81F72-9857-E62F-D4AB-0A0EBFB5E79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DEAB412-E1F6-E57D-B110-9F4FB727C3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D7E62B-758B-CD2C-09C7-61BC8095447C}"/>
              </a:ext>
            </a:extLst>
          </p:cNvPr>
          <p:cNvSpPr>
            <a:spLocks noGrp="1"/>
          </p:cNvSpPr>
          <p:nvPr>
            <p:ph type="sldNum" sz="quarter" idx="5"/>
          </p:nvPr>
        </p:nvSpPr>
        <p:spPr/>
        <p:txBody>
          <a:bodyPr/>
          <a:lstStyle/>
          <a:p>
            <a:fld id="{9B5D948F-A673-4DC7-A0E9-FA274EAF3634}" type="slidenum">
              <a:rPr lang="en-GB" smtClean="0"/>
              <a:pPr/>
              <a:t>19</a:t>
            </a:fld>
            <a:endParaRPr lang="en-GB"/>
          </a:p>
        </p:txBody>
      </p:sp>
    </p:spTree>
    <p:extLst>
      <p:ext uri="{BB962C8B-B14F-4D97-AF65-F5344CB8AC3E}">
        <p14:creationId xmlns:p14="http://schemas.microsoft.com/office/powerpoint/2010/main" val="23583369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2071C-AA82-D7D5-FC0C-1A84E815D0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42377E-E4D3-5980-9414-5DACA29E247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9A913C4-08B7-AC65-F225-A427C0866B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7DCCBA-AB4E-26CB-66F6-67CE732E83AF}"/>
              </a:ext>
            </a:extLst>
          </p:cNvPr>
          <p:cNvSpPr>
            <a:spLocks noGrp="1"/>
          </p:cNvSpPr>
          <p:nvPr>
            <p:ph type="sldNum" sz="quarter" idx="5"/>
          </p:nvPr>
        </p:nvSpPr>
        <p:spPr/>
        <p:txBody>
          <a:bodyPr/>
          <a:lstStyle/>
          <a:p>
            <a:fld id="{9B5D948F-A673-4DC7-A0E9-FA274EAF3634}" type="slidenum">
              <a:rPr lang="en-GB" smtClean="0"/>
              <a:pPr/>
              <a:t>20</a:t>
            </a:fld>
            <a:endParaRPr lang="en-GB"/>
          </a:p>
        </p:txBody>
      </p:sp>
    </p:spTree>
    <p:extLst>
      <p:ext uri="{BB962C8B-B14F-4D97-AF65-F5344CB8AC3E}">
        <p14:creationId xmlns:p14="http://schemas.microsoft.com/office/powerpoint/2010/main" val="17294002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5C103-8386-B973-3F6B-A4A82222A7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EB60C8-280F-69C8-44E2-E8C390A28F8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81C5A9E-6C5E-43AA-42D4-09B528850F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2B087D-B3FA-FC06-BD44-401BB7932383}"/>
              </a:ext>
            </a:extLst>
          </p:cNvPr>
          <p:cNvSpPr>
            <a:spLocks noGrp="1"/>
          </p:cNvSpPr>
          <p:nvPr>
            <p:ph type="sldNum" sz="quarter" idx="5"/>
          </p:nvPr>
        </p:nvSpPr>
        <p:spPr/>
        <p:txBody>
          <a:bodyPr/>
          <a:lstStyle/>
          <a:p>
            <a:fld id="{9B5D948F-A673-4DC7-A0E9-FA274EAF3634}" type="slidenum">
              <a:rPr lang="en-GB" smtClean="0"/>
              <a:pPr/>
              <a:t>21</a:t>
            </a:fld>
            <a:endParaRPr lang="en-GB"/>
          </a:p>
        </p:txBody>
      </p:sp>
    </p:spTree>
    <p:extLst>
      <p:ext uri="{BB962C8B-B14F-4D97-AF65-F5344CB8AC3E}">
        <p14:creationId xmlns:p14="http://schemas.microsoft.com/office/powerpoint/2010/main" val="42324876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69FA6-8A6A-5356-C165-B877B4C92D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15B33A-AC47-A517-4E7F-5CC6BF226EA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0EE62F2-CABD-ED4D-926B-5A49F58741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3D0FD2-74C3-F6D4-E543-A448BD93E62D}"/>
              </a:ext>
            </a:extLst>
          </p:cNvPr>
          <p:cNvSpPr>
            <a:spLocks noGrp="1"/>
          </p:cNvSpPr>
          <p:nvPr>
            <p:ph type="sldNum" sz="quarter" idx="5"/>
          </p:nvPr>
        </p:nvSpPr>
        <p:spPr/>
        <p:txBody>
          <a:bodyPr/>
          <a:lstStyle/>
          <a:p>
            <a:fld id="{9B5D948F-A673-4DC7-A0E9-FA274EAF3634}" type="slidenum">
              <a:rPr lang="en-GB" smtClean="0"/>
              <a:pPr/>
              <a:t>22</a:t>
            </a:fld>
            <a:endParaRPr lang="en-GB"/>
          </a:p>
        </p:txBody>
      </p:sp>
    </p:spTree>
    <p:extLst>
      <p:ext uri="{BB962C8B-B14F-4D97-AF65-F5344CB8AC3E}">
        <p14:creationId xmlns:p14="http://schemas.microsoft.com/office/powerpoint/2010/main" val="399596235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 Id="rId4" Type="http://schemas.openxmlformats.org/officeDocument/2006/relationships/image" Target="../media/image8.sv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2.xml"/><Relationship Id="rId4" Type="http://schemas.openxmlformats.org/officeDocument/2006/relationships/image" Target="../media/image9.sv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jpeg"/><Relationship Id="rId1" Type="http://schemas.openxmlformats.org/officeDocument/2006/relationships/slideMaster" Target="../slideMasters/slideMaster4.xml"/><Relationship Id="rId4" Type="http://schemas.openxmlformats.org/officeDocument/2006/relationships/image" Target="../media/image9.svg"/></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14.jpeg"/></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Image cover with blue text">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7DDB07-F743-7464-FFF7-32286B51E9BE}"/>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741302" y="1456388"/>
            <a:ext cx="5506648" cy="3442681"/>
          </a:xfrm>
          <a:noFill/>
          <a:ln w="3175">
            <a:noFill/>
            <a:prstDash val="lgDash"/>
          </a:ln>
        </p:spPr>
        <p:txBody>
          <a:bodyPr lIns="0" tIns="0" rIns="0" bIns="0" anchor="t" anchorCtr="0">
            <a:noAutofit/>
          </a:bodyPr>
          <a:lstStyle>
            <a:lvl1pPr algn="l">
              <a:defRPr sz="6600" baseline="0">
                <a:solidFill>
                  <a:schemeClr val="tx2"/>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 Placeholder 3"/>
          <p:cNvSpPr>
            <a:spLocks noGrp="1"/>
          </p:cNvSpPr>
          <p:nvPr userDrawn="1">
            <p:ph type="body" sz="quarter" idx="11"/>
          </p:nvPr>
        </p:nvSpPr>
        <p:spPr>
          <a:xfrm>
            <a:off x="741302" y="5007009"/>
            <a:ext cx="5506648" cy="810000"/>
          </a:xfrm>
          <a:ln w="3175">
            <a:noFill/>
            <a:prstDash val="lgDash"/>
          </a:ln>
        </p:spPr>
        <p:txBody>
          <a:bodyPr wrap="square" anchor="b">
            <a:noAutofit/>
          </a:bodyPr>
          <a:lstStyle>
            <a:lvl1pPr>
              <a:defRPr sz="1400" b="1">
                <a:solidFill>
                  <a:schemeClr val="tx2"/>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pic>
        <p:nvPicPr>
          <p:cNvPr id="10" name="Graphic 9">
            <a:extLst>
              <a:ext uri="{FF2B5EF4-FFF2-40B4-BE49-F238E27FC236}">
                <a16:creationId xmlns:a16="http://schemas.microsoft.com/office/drawing/2014/main" id="{9A84BD71-38D7-4AC1-B38A-7DE8843A6D1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1368831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Image cover with white text">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1EF583-5E0E-CD31-4F49-00B0E07FB05B}"/>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741302" y="1456388"/>
            <a:ext cx="5506648" cy="3442681"/>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 Placeholder 3"/>
          <p:cNvSpPr>
            <a:spLocks noGrp="1"/>
          </p:cNvSpPr>
          <p:nvPr userDrawn="1">
            <p:ph type="body" sz="quarter" idx="11"/>
          </p:nvPr>
        </p:nvSpPr>
        <p:spPr>
          <a:xfrm>
            <a:off x="741302" y="5007009"/>
            <a:ext cx="5506648" cy="810000"/>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pic>
        <p:nvPicPr>
          <p:cNvPr id="10" name="Graphic 9">
            <a:extLst>
              <a:ext uri="{FF2B5EF4-FFF2-40B4-BE49-F238E27FC236}">
                <a16:creationId xmlns:a16="http://schemas.microsoft.com/office/drawing/2014/main" id="{9A84BD71-38D7-4AC1-B38A-7DE8843A6D1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10938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Horizontal Window_Dark background">
    <p:bg>
      <p:bgPr>
        <a:solidFill>
          <a:schemeClr val="accent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741301" y="1470479"/>
            <a:ext cx="6350010" cy="4445007"/>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017666" y="1759937"/>
            <a:ext cx="5765982" cy="2903488"/>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p:ph type="body" sz="quarter" idx="11"/>
          </p:nvPr>
        </p:nvSpPr>
        <p:spPr>
          <a:xfrm>
            <a:off x="1017666" y="4752153"/>
            <a:ext cx="5765982" cy="816606"/>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pic>
        <p:nvPicPr>
          <p:cNvPr id="9" name="Graphic 8">
            <a:extLst>
              <a:ext uri="{FF2B5EF4-FFF2-40B4-BE49-F238E27FC236}">
                <a16:creationId xmlns:a16="http://schemas.microsoft.com/office/drawing/2014/main" id="{3AE81D1E-EC03-4E35-9F55-9751C67CE02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185271779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Vertical Window_Dark background">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F73FA8F-86B4-4B38-9318-B211F1BBAFEB}"/>
              </a:ext>
            </a:extLst>
          </p:cNvPr>
          <p:cNvSpPr>
            <a:spLocks noChangeAspect="1"/>
          </p:cNvSpPr>
          <p:nvPr userDrawn="1"/>
        </p:nvSpPr>
        <p:spPr>
          <a:xfrm>
            <a:off x="741301" y="1470479"/>
            <a:ext cx="3099633"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017666" y="1759937"/>
            <a:ext cx="2487266" cy="2900514"/>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userDrawn="1">
            <p:ph type="body" sz="quarter" idx="11"/>
          </p:nvPr>
        </p:nvSpPr>
        <p:spPr>
          <a:xfrm>
            <a:off x="1017666" y="4752153"/>
            <a:ext cx="2487267" cy="815770"/>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pic>
        <p:nvPicPr>
          <p:cNvPr id="7" name="Graphic 6">
            <a:extLst>
              <a:ext uri="{FF2B5EF4-FFF2-40B4-BE49-F238E27FC236}">
                <a16:creationId xmlns:a16="http://schemas.microsoft.com/office/drawing/2014/main" id="{38ADB91F-075F-40EA-BBF8-09E1B53E17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3797359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Horizontal Window_Light background">
    <p:bg>
      <p:bgPr>
        <a:gradFill>
          <a:gsLst>
            <a:gs pos="0">
              <a:schemeClr val="accent4"/>
            </a:gs>
            <a:gs pos="100000">
              <a:schemeClr val="bg2"/>
            </a:gs>
          </a:gsLst>
          <a:lin ang="0" scaled="1"/>
        </a:gra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741301" y="1470479"/>
            <a:ext cx="6350010" cy="4445007"/>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017666" y="1759937"/>
            <a:ext cx="5765982" cy="2903488"/>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p:ph type="body" sz="quarter" idx="11"/>
          </p:nvPr>
        </p:nvSpPr>
        <p:spPr>
          <a:xfrm>
            <a:off x="1017666" y="4752153"/>
            <a:ext cx="5765982" cy="816606"/>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pic>
        <p:nvPicPr>
          <p:cNvPr id="9" name="Graphic 8">
            <a:extLst>
              <a:ext uri="{FF2B5EF4-FFF2-40B4-BE49-F238E27FC236}">
                <a16:creationId xmlns:a16="http://schemas.microsoft.com/office/drawing/2014/main" id="{3AE81D1E-EC03-4E35-9F55-9751C67CE02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290262517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Vertical Window_Light background">
    <p:bg>
      <p:bgPr>
        <a:gradFill flip="none" rotWithShape="1">
          <a:gsLst>
            <a:gs pos="0">
              <a:schemeClr val="accent4"/>
            </a:gs>
            <a:gs pos="100000">
              <a:schemeClr val="bg2"/>
            </a:gs>
          </a:gsLst>
          <a:lin ang="0" scaled="1"/>
          <a:tileRect/>
        </a:gra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F73FA8F-86B4-4B38-9318-B211F1BBAFEB}"/>
              </a:ext>
            </a:extLst>
          </p:cNvPr>
          <p:cNvSpPr>
            <a:spLocks noChangeAspect="1"/>
          </p:cNvSpPr>
          <p:nvPr userDrawn="1"/>
        </p:nvSpPr>
        <p:spPr>
          <a:xfrm>
            <a:off x="741301" y="1470479"/>
            <a:ext cx="3099633"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017666" y="1759937"/>
            <a:ext cx="2487266" cy="2900514"/>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userDrawn="1">
            <p:ph type="body" sz="quarter" idx="11"/>
          </p:nvPr>
        </p:nvSpPr>
        <p:spPr>
          <a:xfrm>
            <a:off x="1017666" y="4752153"/>
            <a:ext cx="2487267" cy="815770"/>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pic>
        <p:nvPicPr>
          <p:cNvPr id="7" name="Graphic 6">
            <a:extLst>
              <a:ext uri="{FF2B5EF4-FFF2-40B4-BE49-F238E27FC236}">
                <a16:creationId xmlns:a16="http://schemas.microsoft.com/office/drawing/2014/main" id="{38ADB91F-075F-40EA-BBF8-09E1B53E17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2713609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 Image_Cobalt Blue">
    <p:bg>
      <p:bgPr>
        <a:solidFill>
          <a:schemeClr val="accent1"/>
        </a:solidFill>
        <a:effectLst/>
      </p:bgPr>
    </p:bg>
    <p:spTree>
      <p:nvGrpSpPr>
        <p:cNvPr id="1" name=""/>
        <p:cNvGrpSpPr/>
        <p:nvPr/>
      </p:nvGrpSpPr>
      <p:grpSpPr>
        <a:xfrm>
          <a:off x="0" y="0"/>
          <a:ext cx="0" cy="0"/>
          <a:chOff x="0" y="0"/>
          <a:chExt cx="0" cy="0"/>
        </a:xfrm>
      </p:grpSpPr>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28" name="Picture Placeholder 3">
            <a:extLst>
              <a:ext uri="{FF2B5EF4-FFF2-40B4-BE49-F238E27FC236}">
                <a16:creationId xmlns:a16="http://schemas.microsoft.com/office/drawing/2014/main" id="{1D0B9D96-907F-4E37-B5A7-830AD095F223}"/>
              </a:ext>
            </a:extLst>
          </p:cNvPr>
          <p:cNvSpPr>
            <a:spLocks noGrp="1" noChangeAspect="1"/>
          </p:cNvSpPr>
          <p:nvPr>
            <p:ph type="pic" sz="quarter" idx="12"/>
          </p:nvPr>
        </p:nvSpPr>
        <p:spPr>
          <a:xfrm>
            <a:off x="4909676" y="1456388"/>
            <a:ext cx="6283848" cy="4364991"/>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sp>
        <p:nvSpPr>
          <p:cNvPr id="34" name="Title 1">
            <a:extLst>
              <a:ext uri="{FF2B5EF4-FFF2-40B4-BE49-F238E27FC236}">
                <a16:creationId xmlns:a16="http://schemas.microsoft.com/office/drawing/2014/main" id="{E8E14845-BB2E-4EA2-8CBD-F35A520E366D}"/>
              </a:ext>
            </a:extLst>
          </p:cNvPr>
          <p:cNvSpPr>
            <a:spLocks noGrp="1"/>
          </p:cNvSpPr>
          <p:nvPr>
            <p:ph type="ctrTitle" hasCustomPrompt="1"/>
          </p:nvPr>
        </p:nvSpPr>
        <p:spPr>
          <a:xfrm>
            <a:off x="741301" y="1456388"/>
            <a:ext cx="3432043" cy="342774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40" name="Text Placeholder 3">
            <a:extLst>
              <a:ext uri="{FF2B5EF4-FFF2-40B4-BE49-F238E27FC236}">
                <a16:creationId xmlns:a16="http://schemas.microsoft.com/office/drawing/2014/main" id="{423222F2-0E39-45E4-8918-49125CD7C1EA}"/>
              </a:ext>
            </a:extLst>
          </p:cNvPr>
          <p:cNvSpPr>
            <a:spLocks noGrp="1"/>
          </p:cNvSpPr>
          <p:nvPr>
            <p:ph type="body" sz="quarter" idx="11"/>
          </p:nvPr>
        </p:nvSpPr>
        <p:spPr>
          <a:xfrm>
            <a:off x="741301" y="5007010"/>
            <a:ext cx="3432043" cy="810000"/>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pic>
        <p:nvPicPr>
          <p:cNvPr id="10" name="Graphic 9">
            <a:extLst>
              <a:ext uri="{FF2B5EF4-FFF2-40B4-BE49-F238E27FC236}">
                <a16:creationId xmlns:a16="http://schemas.microsoft.com/office/drawing/2014/main" id="{C6BE9D60-8E37-4DED-A951-A9C36EAA76D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38261752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 Image_Cobalt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41302" y="1456388"/>
            <a:ext cx="5506648" cy="3442681"/>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 Placeholder 3"/>
          <p:cNvSpPr>
            <a:spLocks noGrp="1"/>
          </p:cNvSpPr>
          <p:nvPr userDrawn="1">
            <p:ph type="body" sz="quarter" idx="11"/>
          </p:nvPr>
        </p:nvSpPr>
        <p:spPr>
          <a:xfrm>
            <a:off x="741302" y="5007009"/>
            <a:ext cx="5506648" cy="810000"/>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13BD1F9C-C7CA-4162-BCD4-0E8701D30076}"/>
              </a:ext>
            </a:extLst>
          </p:cNvPr>
          <p:cNvSpPr>
            <a:spLocks noGrp="1" noChangeAspect="1"/>
          </p:cNvSpPr>
          <p:nvPr>
            <p:ph type="pic" sz="quarter" idx="12"/>
          </p:nvPr>
        </p:nvSpPr>
        <p:spPr>
          <a:xfrm>
            <a:off x="7686141" y="736722"/>
            <a:ext cx="3764557" cy="5391258"/>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pic>
        <p:nvPicPr>
          <p:cNvPr id="10" name="Graphic 9">
            <a:extLst>
              <a:ext uri="{FF2B5EF4-FFF2-40B4-BE49-F238E27FC236}">
                <a16:creationId xmlns:a16="http://schemas.microsoft.com/office/drawing/2014/main" id="{9A84BD71-38D7-4AC1-B38A-7DE8843A6D1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1948208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with light imag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099F4025-D6D1-3FCA-5131-3FE2BFC2B5A4}"/>
              </a:ext>
            </a:extLst>
          </p:cNvPr>
          <p:cNvSpPr>
            <a:spLocks noGrp="1"/>
          </p:cNvSpPr>
          <p:nvPr>
            <p:ph type="pic" sz="quarter" idx="24"/>
          </p:nvPr>
        </p:nvSpPr>
        <p:spPr>
          <a:xfrm>
            <a:off x="1" y="0"/>
            <a:ext cx="6509442" cy="6029325"/>
          </a:xfr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lvl1pPr algn="ctr">
              <a:defRPr lang="en-US" sz="1500">
                <a:solidFill>
                  <a:schemeClr val="bg1"/>
                </a:solidFill>
              </a:defRPr>
            </a:lvl1pPr>
          </a:lstStyle>
          <a:p>
            <a:pPr lvl="0"/>
            <a:r>
              <a:rPr lang="en-US"/>
              <a:t>Click icon to add picture</a:t>
            </a:r>
          </a:p>
        </p:txBody>
      </p:sp>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995364" y="2296814"/>
            <a:ext cx="4020256" cy="533400"/>
          </a:xfrm>
        </p:spPr>
        <p:txBody>
          <a:bodyPr anchor="ctr"/>
          <a:lstStyle>
            <a:lvl1pPr>
              <a:defRPr sz="6600">
                <a:solidFill>
                  <a:schemeClr val="tx2"/>
                </a:solidFill>
              </a:defRPr>
            </a:lvl1pPr>
          </a:lstStyle>
          <a:p>
            <a:r>
              <a:rPr lang="en-US"/>
              <a:t>Click to edit Master title style</a:t>
            </a:r>
            <a:endParaRPr lang="en-GB"/>
          </a:p>
        </p:txBody>
      </p:sp>
      <p:sp>
        <p:nvSpPr>
          <p:cNvPr id="3" name="Text Placeholder 22">
            <a:extLst>
              <a:ext uri="{FF2B5EF4-FFF2-40B4-BE49-F238E27FC236}">
                <a16:creationId xmlns:a16="http://schemas.microsoft.com/office/drawing/2014/main" id="{B27649C9-300B-0A43-CF29-9A706DD5F417}"/>
              </a:ext>
            </a:extLst>
          </p:cNvPr>
          <p:cNvSpPr>
            <a:spLocks noGrp="1"/>
          </p:cNvSpPr>
          <p:nvPr>
            <p:ph type="body" sz="quarter" idx="17"/>
          </p:nvPr>
        </p:nvSpPr>
        <p:spPr>
          <a:xfrm>
            <a:off x="6826313" y="517524"/>
            <a:ext cx="4362488" cy="5231425"/>
          </a:xfrm>
        </p:spPr>
        <p:txBody>
          <a:bodyPr anchor="ctr"/>
          <a:lstStyle>
            <a:lvl1pPr>
              <a:spcAft>
                <a:spcPts val="0"/>
              </a:spcAft>
              <a:defRPr sz="1800" b="1">
                <a:solidFill>
                  <a:schemeClr val="tx2"/>
                </a:solidFill>
              </a:defRPr>
            </a:lvl1pPr>
            <a:lvl2pPr>
              <a:spcAft>
                <a:spcPts val="0"/>
              </a:spcAft>
              <a:defRPr sz="160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980861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with dark imag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099F4025-D6D1-3FCA-5131-3FE2BFC2B5A4}"/>
              </a:ext>
            </a:extLst>
          </p:cNvPr>
          <p:cNvSpPr>
            <a:spLocks noGrp="1"/>
          </p:cNvSpPr>
          <p:nvPr>
            <p:ph type="pic" sz="quarter" idx="24"/>
          </p:nvPr>
        </p:nvSpPr>
        <p:spPr>
          <a:xfrm>
            <a:off x="1" y="0"/>
            <a:ext cx="6509442" cy="6029325"/>
          </a:xfr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lvl1pPr algn="ctr">
              <a:defRPr lang="en-US" sz="1500">
                <a:solidFill>
                  <a:schemeClr val="bg1"/>
                </a:solidFill>
              </a:defRPr>
            </a:lvl1pPr>
          </a:lstStyle>
          <a:p>
            <a:pPr lvl="0"/>
            <a:r>
              <a:rPr lang="en-US"/>
              <a:t>Click icon to add picture</a:t>
            </a:r>
          </a:p>
        </p:txBody>
      </p:sp>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995364" y="2296814"/>
            <a:ext cx="4020256" cy="533400"/>
          </a:xfrm>
        </p:spPr>
        <p:txBody>
          <a:bodyPr anchor="ctr"/>
          <a:lstStyle>
            <a:lvl1pPr>
              <a:defRPr sz="6600">
                <a:solidFill>
                  <a:schemeClr val="bg1"/>
                </a:solidFill>
              </a:defRPr>
            </a:lvl1pPr>
          </a:lstStyle>
          <a:p>
            <a:r>
              <a:rPr lang="en-US"/>
              <a:t>Click to edit Master title style</a:t>
            </a:r>
            <a:endParaRPr lang="en-GB"/>
          </a:p>
        </p:txBody>
      </p:sp>
      <p:sp>
        <p:nvSpPr>
          <p:cNvPr id="3" name="Text Placeholder 22">
            <a:extLst>
              <a:ext uri="{FF2B5EF4-FFF2-40B4-BE49-F238E27FC236}">
                <a16:creationId xmlns:a16="http://schemas.microsoft.com/office/drawing/2014/main" id="{B27649C9-300B-0A43-CF29-9A706DD5F417}"/>
              </a:ext>
            </a:extLst>
          </p:cNvPr>
          <p:cNvSpPr>
            <a:spLocks noGrp="1"/>
          </p:cNvSpPr>
          <p:nvPr>
            <p:ph type="body" sz="quarter" idx="17"/>
          </p:nvPr>
        </p:nvSpPr>
        <p:spPr>
          <a:xfrm>
            <a:off x="6826313" y="517524"/>
            <a:ext cx="4362488" cy="5231425"/>
          </a:xfrm>
        </p:spPr>
        <p:txBody>
          <a:bodyPr anchor="ctr"/>
          <a:lstStyle>
            <a:lvl1pPr>
              <a:spcAft>
                <a:spcPts val="0"/>
              </a:spcAft>
              <a:defRPr sz="1800" b="1">
                <a:solidFill>
                  <a:schemeClr val="tx2"/>
                </a:solidFill>
              </a:defRPr>
            </a:lvl1pPr>
            <a:lvl2pPr>
              <a:spcAft>
                <a:spcPts val="0"/>
              </a:spcAft>
              <a:defRPr sz="160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576061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867071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with light image backgroun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BE8CBDF-D242-FD5E-4CDF-5C82B2B7CBA3}"/>
              </a:ext>
            </a:extLst>
          </p:cNvPr>
          <p:cNvSpPr>
            <a:spLocks noGrp="1"/>
          </p:cNvSpPr>
          <p:nvPr>
            <p:ph type="pic" sz="quarter" idx="10"/>
          </p:nvPr>
        </p:nvSpPr>
        <p:spPr>
          <a:xfrm>
            <a:off x="0" y="0"/>
            <a:ext cx="12192000" cy="5876925"/>
          </a:xfrm>
          <a:solidFill>
            <a:schemeClr val="bg2"/>
          </a:solidFill>
        </p:spPr>
        <p:txBody>
          <a:bodyPr/>
          <a:lstStyle/>
          <a:p>
            <a:r>
              <a:rPr lang="en-US"/>
              <a:t>Click icon to add picture</a:t>
            </a:r>
          </a:p>
        </p:txBody>
      </p:sp>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0350431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 Dark image backgroun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BE8CBDF-D242-FD5E-4CDF-5C82B2B7CBA3}"/>
              </a:ext>
            </a:extLst>
          </p:cNvPr>
          <p:cNvSpPr>
            <a:spLocks noGrp="1"/>
          </p:cNvSpPr>
          <p:nvPr>
            <p:ph type="pic" sz="quarter" idx="10"/>
          </p:nvPr>
        </p:nvSpPr>
        <p:spPr>
          <a:xfrm>
            <a:off x="0" y="0"/>
            <a:ext cx="12192000" cy="5876925"/>
          </a:xfrm>
          <a:solidFill>
            <a:schemeClr val="accent1"/>
          </a:solidFill>
        </p:spPr>
        <p:txBody>
          <a:bodyPr/>
          <a:lstStyle/>
          <a:p>
            <a:r>
              <a:rPr lang="en-US"/>
              <a:t>Click icon to add picture</a:t>
            </a:r>
          </a:p>
        </p:txBody>
      </p:sp>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16397317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75461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mage only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152C9E4-0AA5-DF17-A208-1A1E7BA63E39}"/>
              </a:ext>
            </a:extLst>
          </p:cNvPr>
          <p:cNvSpPr>
            <a:spLocks noGrp="1"/>
          </p:cNvSpPr>
          <p:nvPr>
            <p:ph type="pic" sz="quarter" idx="10"/>
          </p:nvPr>
        </p:nvSpPr>
        <p:spPr>
          <a:xfrm>
            <a:off x="0" y="0"/>
            <a:ext cx="12192000" cy="5876925"/>
          </a:xfrm>
          <a:solidFill>
            <a:schemeClr val="bg2"/>
          </a:solidFill>
        </p:spPr>
        <p:txBody>
          <a:bodyPr/>
          <a:lstStyle/>
          <a:p>
            <a:r>
              <a:rPr lang="en-US"/>
              <a:t>Click icon to add picture</a:t>
            </a:r>
          </a:p>
        </p:txBody>
      </p:sp>
    </p:spTree>
    <p:extLst>
      <p:ext uri="{BB962C8B-B14F-4D97-AF65-F5344CB8AC3E}">
        <p14:creationId xmlns:p14="http://schemas.microsoft.com/office/powerpoint/2010/main" val="4437444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 Dark BG colour">
    <p:bg>
      <p:bgPr>
        <a:solidFill>
          <a:schemeClr val="accent2"/>
        </a:solidFill>
        <a:effectLst/>
      </p:bgPr>
    </p:bg>
    <p:spTree>
      <p:nvGrpSpPr>
        <p:cNvPr id="1" name=""/>
        <p:cNvGrpSpPr/>
        <p:nvPr/>
      </p:nvGrpSpPr>
      <p:grpSpPr>
        <a:xfrm>
          <a:off x="0" y="0"/>
          <a:ext cx="0" cy="0"/>
          <a:chOff x="0" y="0"/>
          <a:chExt cx="0" cy="0"/>
        </a:xfrm>
      </p:grpSpPr>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9" name="Graphic 8">
            <a:extLst>
              <a:ext uri="{FF2B5EF4-FFF2-40B4-BE49-F238E27FC236}">
                <a16:creationId xmlns:a16="http://schemas.microsoft.com/office/drawing/2014/main" id="{147A601A-3AE8-4889-A026-9740E00CCFBB}"/>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17770572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 On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03BF0349-D058-A407-0551-F4C4F624967E}"/>
              </a:ext>
            </a:extLst>
          </p:cNvPr>
          <p:cNvSpPr>
            <a:spLocks noGrp="1"/>
          </p:cNvSpPr>
          <p:nvPr>
            <p:ph sz="quarter" idx="11"/>
          </p:nvPr>
        </p:nvSpPr>
        <p:spPr>
          <a:xfrm>
            <a:off x="995363" y="1319213"/>
            <a:ext cx="8759824" cy="4552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043585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 One Column with background image ligh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44AC5D4-EADD-ECDB-2470-C619A59C07A2}"/>
              </a:ext>
            </a:extLst>
          </p:cNvPr>
          <p:cNvSpPr>
            <a:spLocks noGrp="1"/>
          </p:cNvSpPr>
          <p:nvPr>
            <p:ph type="pic" sz="quarter" idx="12"/>
          </p:nvPr>
        </p:nvSpPr>
        <p:spPr>
          <a:xfrm>
            <a:off x="0" y="0"/>
            <a:ext cx="12192000" cy="5872163"/>
          </a:xfrm>
          <a:solidFill>
            <a:schemeClr val="bg2"/>
          </a:solidFill>
        </p:spPr>
        <p:txBody>
          <a:bodyPr/>
          <a:lstStyle/>
          <a:p>
            <a:r>
              <a:rPr lang="en-US"/>
              <a:t>Click icon to add picture</a:t>
            </a:r>
          </a:p>
        </p:txBody>
      </p:sp>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03BF0349-D058-A407-0551-F4C4F624967E}"/>
              </a:ext>
            </a:extLst>
          </p:cNvPr>
          <p:cNvSpPr>
            <a:spLocks noGrp="1"/>
          </p:cNvSpPr>
          <p:nvPr>
            <p:ph sz="quarter" idx="11"/>
          </p:nvPr>
        </p:nvSpPr>
        <p:spPr>
          <a:xfrm>
            <a:off x="995363" y="1319213"/>
            <a:ext cx="8759824" cy="43120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220545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 One Column with call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03BF0349-D058-A407-0551-F4C4F624967E}"/>
              </a:ext>
            </a:extLst>
          </p:cNvPr>
          <p:cNvSpPr>
            <a:spLocks noGrp="1"/>
          </p:cNvSpPr>
          <p:nvPr>
            <p:ph sz="quarter" idx="11"/>
          </p:nvPr>
        </p:nvSpPr>
        <p:spPr>
          <a:xfrm>
            <a:off x="995363" y="1319213"/>
            <a:ext cx="7071275" cy="4552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B70D78B4-5113-23F5-AF68-C56D3317A348}"/>
              </a:ext>
            </a:extLst>
          </p:cNvPr>
          <p:cNvSpPr>
            <a:spLocks noGrp="1"/>
          </p:cNvSpPr>
          <p:nvPr>
            <p:ph sz="quarter" idx="12"/>
          </p:nvPr>
        </p:nvSpPr>
        <p:spPr>
          <a:xfrm>
            <a:off x="8374455" y="1319213"/>
            <a:ext cx="2822182" cy="4552950"/>
          </a:xfrm>
        </p:spPr>
        <p:txBody>
          <a:bodyPr anchor="ctr"/>
          <a:lstStyle>
            <a:lvl1pPr algn="ctr">
              <a:defRPr/>
            </a:lvl1pPr>
            <a:lvl2pPr algn="ctr">
              <a:defRPr/>
            </a:lvl2pPr>
          </a:lstStyle>
          <a:p>
            <a:pPr lvl="0"/>
            <a:r>
              <a:rPr lang="en-US"/>
              <a:t>Click to edit Master text styles</a:t>
            </a:r>
          </a:p>
        </p:txBody>
      </p:sp>
    </p:spTree>
    <p:extLst>
      <p:ext uri="{BB962C8B-B14F-4D97-AF65-F5344CB8AC3E}">
        <p14:creationId xmlns:p14="http://schemas.microsoft.com/office/powerpoint/2010/main" val="35024853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 One Column with vertical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15C54AE5-D1B8-61EC-0152-53A094C39CD0}"/>
              </a:ext>
            </a:extLst>
          </p:cNvPr>
          <p:cNvSpPr>
            <a:spLocks noGrp="1"/>
          </p:cNvSpPr>
          <p:nvPr>
            <p:ph type="pic" sz="quarter" idx="13"/>
          </p:nvPr>
        </p:nvSpPr>
        <p:spPr>
          <a:xfrm>
            <a:off x="8347074" y="0"/>
            <a:ext cx="3005971" cy="6858000"/>
          </a:xfrm>
          <a:solidFill>
            <a:schemeClr val="bg2"/>
          </a:solidFill>
        </p:spPr>
        <p:txBody>
          <a:bodyPr/>
          <a:lstStyle/>
          <a:p>
            <a:r>
              <a:rPr lang="en-US"/>
              <a:t>Click icon to add picture</a:t>
            </a:r>
          </a:p>
        </p:txBody>
      </p:sp>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a:xfrm>
            <a:off x="995364" y="431800"/>
            <a:ext cx="7071274" cy="533400"/>
          </a:xfrm>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03BF0349-D058-A407-0551-F4C4F624967E}"/>
              </a:ext>
            </a:extLst>
          </p:cNvPr>
          <p:cNvSpPr>
            <a:spLocks noGrp="1"/>
          </p:cNvSpPr>
          <p:nvPr>
            <p:ph sz="quarter" idx="11"/>
          </p:nvPr>
        </p:nvSpPr>
        <p:spPr>
          <a:xfrm>
            <a:off x="995363" y="1319213"/>
            <a:ext cx="7071275" cy="4552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7135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 One Column _doubl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C733E-E364-489F-B7AF-D2002EE59732}"/>
              </a:ext>
            </a:extLst>
          </p:cNvPr>
          <p:cNvSpPr>
            <a:spLocks noGrp="1"/>
          </p:cNvSpPr>
          <p:nvPr>
            <p:ph type="title" hasCustomPrompt="1"/>
          </p:nvPr>
        </p:nvSpPr>
        <p:spPr>
          <a:xfrm>
            <a:off x="995364" y="431800"/>
            <a:ext cx="10204450" cy="1001074"/>
          </a:xfrm>
        </p:spPr>
        <p:txBody>
          <a:bodyPr/>
          <a:lstStyle>
            <a:lvl1pPr>
              <a:defRPr/>
            </a:lvl1pPr>
          </a:lstStyle>
          <a:p>
            <a:r>
              <a:rPr lang="en-US"/>
              <a:t>Click to edit </a:t>
            </a:r>
            <a:br>
              <a:rPr lang="en-US"/>
            </a:br>
            <a:r>
              <a:rPr lang="en-US"/>
              <a:t>Master title style</a:t>
            </a:r>
            <a:endParaRPr lang="en-GB"/>
          </a:p>
        </p:txBody>
      </p:sp>
      <p:sp>
        <p:nvSpPr>
          <p:cNvPr id="5" name="Content Placeholder 4">
            <a:extLst>
              <a:ext uri="{FF2B5EF4-FFF2-40B4-BE49-F238E27FC236}">
                <a16:creationId xmlns:a16="http://schemas.microsoft.com/office/drawing/2014/main" id="{547C9FF4-C999-39DC-2F76-6B71B5A8BED9}"/>
              </a:ext>
            </a:extLst>
          </p:cNvPr>
          <p:cNvSpPr>
            <a:spLocks noGrp="1"/>
          </p:cNvSpPr>
          <p:nvPr>
            <p:ph sz="quarter" idx="11"/>
          </p:nvPr>
        </p:nvSpPr>
        <p:spPr>
          <a:xfrm>
            <a:off x="995363" y="1700213"/>
            <a:ext cx="8759824" cy="4176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02394141"/>
      </p:ext>
    </p:extLst>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 One Column - Dark BG colour">
    <p:bg>
      <p:bgPr>
        <a:solidFill>
          <a:schemeClr val="accent2"/>
        </a:solidFill>
        <a:effectLst/>
      </p:bgPr>
    </p:bg>
    <p:spTree>
      <p:nvGrpSpPr>
        <p:cNvPr id="1" name=""/>
        <p:cNvGrpSpPr/>
        <p:nvPr/>
      </p:nvGrpSpPr>
      <p:grpSpPr>
        <a:xfrm>
          <a:off x="0" y="0"/>
          <a:ext cx="0" cy="0"/>
          <a:chOff x="0" y="0"/>
          <a:chExt cx="0" cy="0"/>
        </a:xfrm>
      </p:grpSpPr>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2" name="Title 1">
            <a:extLst>
              <a:ext uri="{FF2B5EF4-FFF2-40B4-BE49-F238E27FC236}">
                <a16:creationId xmlns:a16="http://schemas.microsoft.com/office/drawing/2014/main" id="{893FD8B3-A559-4E34-BA53-32A7F9278785}"/>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9" name="Graphic 8">
            <a:extLst>
              <a:ext uri="{FF2B5EF4-FFF2-40B4-BE49-F238E27FC236}">
                <a16:creationId xmlns:a16="http://schemas.microsoft.com/office/drawing/2014/main" id="{48947F85-E5F1-445E-BD2C-8963D165668D}"/>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5" name="Content Placeholder 4">
            <a:extLst>
              <a:ext uri="{FF2B5EF4-FFF2-40B4-BE49-F238E27FC236}">
                <a16:creationId xmlns:a16="http://schemas.microsoft.com/office/drawing/2014/main" id="{5175E1DB-F124-D258-2E60-1D91DC98BF9D}"/>
              </a:ext>
            </a:extLst>
          </p:cNvPr>
          <p:cNvSpPr>
            <a:spLocks noGrp="1"/>
          </p:cNvSpPr>
          <p:nvPr>
            <p:ph sz="quarter" idx="11"/>
          </p:nvPr>
        </p:nvSpPr>
        <p:spPr>
          <a:xfrm>
            <a:off x="995363" y="1330325"/>
            <a:ext cx="8745674" cy="4546600"/>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993720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ontent - One Column - Image background dark">
    <p:bg>
      <p:bgPr>
        <a:solidFill>
          <a:schemeClr val="bg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9F46F35F-06C5-0399-C927-16C811862E64}"/>
              </a:ext>
            </a:extLst>
          </p:cNvPr>
          <p:cNvSpPr>
            <a:spLocks noGrp="1"/>
          </p:cNvSpPr>
          <p:nvPr>
            <p:ph type="pic" sz="quarter" idx="12"/>
          </p:nvPr>
        </p:nvSpPr>
        <p:spPr>
          <a:xfrm>
            <a:off x="0" y="0"/>
            <a:ext cx="12192000" cy="5876925"/>
          </a:xfrm>
          <a:solidFill>
            <a:schemeClr val="accent1"/>
          </a:solidFill>
        </p:spPr>
        <p:txBody>
          <a:bodyPr/>
          <a:lstStyle/>
          <a:p>
            <a:r>
              <a:rPr lang="en-US"/>
              <a:t>Click icon to add picture</a:t>
            </a:r>
          </a:p>
        </p:txBody>
      </p:sp>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a:noFill/>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tx2"/>
                </a:solidFill>
                <a:latin typeface="+mn-lt"/>
                <a:ea typeface="Arial"/>
                <a:cs typeface="Arial" panose="020B0604020202020204" pitchFamily="34" charset="0"/>
              </a:rPr>
              <a:pPr algn="r"/>
              <a:t>‹#›</a:t>
            </a:fld>
            <a:endParaRPr lang="en-GB" sz="900">
              <a:solidFill>
                <a:schemeClr val="tx2"/>
              </a:solidFill>
              <a:latin typeface="+mn-lt"/>
              <a:ea typeface="Arial"/>
              <a:cs typeface="Arial" panose="020B0604020202020204" pitchFamily="34" charset="0"/>
            </a:endParaRPr>
          </a:p>
        </p:txBody>
      </p:sp>
      <p:sp>
        <p:nvSpPr>
          <p:cNvPr id="2" name="Title 1">
            <a:extLst>
              <a:ext uri="{FF2B5EF4-FFF2-40B4-BE49-F238E27FC236}">
                <a16:creationId xmlns:a16="http://schemas.microsoft.com/office/drawing/2014/main" id="{893FD8B3-A559-4E34-BA53-32A7F9278785}"/>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9" name="Graphic 8">
            <a:extLst>
              <a:ext uri="{FF2B5EF4-FFF2-40B4-BE49-F238E27FC236}">
                <a16:creationId xmlns:a16="http://schemas.microsoft.com/office/drawing/2014/main" id="{48947F85-E5F1-445E-BD2C-8963D165668D}"/>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5" name="Content Placeholder 4">
            <a:extLst>
              <a:ext uri="{FF2B5EF4-FFF2-40B4-BE49-F238E27FC236}">
                <a16:creationId xmlns:a16="http://schemas.microsoft.com/office/drawing/2014/main" id="{5175E1DB-F124-D258-2E60-1D91DC98BF9D}"/>
              </a:ext>
            </a:extLst>
          </p:cNvPr>
          <p:cNvSpPr>
            <a:spLocks noGrp="1"/>
          </p:cNvSpPr>
          <p:nvPr>
            <p:ph sz="quarter" idx="11"/>
          </p:nvPr>
        </p:nvSpPr>
        <p:spPr>
          <a:xfrm>
            <a:off x="995363" y="1330325"/>
            <a:ext cx="8745674" cy="4346198"/>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456968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 One Column_double title_KPMG Blue">
    <p:bg>
      <p:bgPr>
        <a:solidFill>
          <a:schemeClr val="accent2"/>
        </a:solidFill>
        <a:effectLst/>
      </p:bgPr>
    </p:bg>
    <p:spTree>
      <p:nvGrpSpPr>
        <p:cNvPr id="1" name=""/>
        <p:cNvGrpSpPr/>
        <p:nvPr/>
      </p:nvGrpSpPr>
      <p:grpSpPr>
        <a:xfrm>
          <a:off x="0" y="0"/>
          <a:ext cx="0" cy="0"/>
          <a:chOff x="0" y="0"/>
          <a:chExt cx="0" cy="0"/>
        </a:xfrm>
      </p:grpSpPr>
      <p:sp>
        <p:nvSpPr>
          <p:cNvPr id="5" name="Shape 8">
            <a:extLst>
              <a:ext uri="{FF2B5EF4-FFF2-40B4-BE49-F238E27FC236}">
                <a16:creationId xmlns:a16="http://schemas.microsoft.com/office/drawing/2014/main" id="{F4561A05-7671-4539-AB97-A9979F67EB4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2" name="Title 1">
            <a:extLst>
              <a:ext uri="{FF2B5EF4-FFF2-40B4-BE49-F238E27FC236}">
                <a16:creationId xmlns:a16="http://schemas.microsoft.com/office/drawing/2014/main" id="{803AAE32-05EB-420A-97AB-3254804D32FD}"/>
              </a:ext>
            </a:extLst>
          </p:cNvPr>
          <p:cNvSpPr>
            <a:spLocks noGrp="1"/>
          </p:cNvSpPr>
          <p:nvPr>
            <p:ph type="title" hasCustomPrompt="1"/>
          </p:nvPr>
        </p:nvSpPr>
        <p:spPr>
          <a:xfrm>
            <a:off x="995364" y="431799"/>
            <a:ext cx="10204450" cy="963367"/>
          </a:xfrm>
        </p:spPr>
        <p:txBody>
          <a:bodyPr/>
          <a:lstStyle>
            <a:lvl1pPr>
              <a:defRPr>
                <a:solidFill>
                  <a:schemeClr val="bg1"/>
                </a:solidFill>
              </a:defRPr>
            </a:lvl1pPr>
          </a:lstStyle>
          <a:p>
            <a:r>
              <a:rPr lang="en-US"/>
              <a:t>Click to edit </a:t>
            </a:r>
            <a:br>
              <a:rPr lang="en-US"/>
            </a:br>
            <a:r>
              <a:rPr lang="en-US"/>
              <a:t>Master title style</a:t>
            </a:r>
            <a:endParaRPr lang="en-GB"/>
          </a:p>
        </p:txBody>
      </p:sp>
      <p:sp>
        <p:nvSpPr>
          <p:cNvPr id="10" name="Graphic 8">
            <a:extLst>
              <a:ext uri="{FF2B5EF4-FFF2-40B4-BE49-F238E27FC236}">
                <a16:creationId xmlns:a16="http://schemas.microsoft.com/office/drawing/2014/main" id="{567897B5-3A96-440B-8018-FDD880280B2A}"/>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6" name="Content Placeholder 5">
            <a:extLst>
              <a:ext uri="{FF2B5EF4-FFF2-40B4-BE49-F238E27FC236}">
                <a16:creationId xmlns:a16="http://schemas.microsoft.com/office/drawing/2014/main" id="{9FC56427-BEBE-72D5-9F72-57A321667EDA}"/>
              </a:ext>
            </a:extLst>
          </p:cNvPr>
          <p:cNvSpPr>
            <a:spLocks noGrp="1"/>
          </p:cNvSpPr>
          <p:nvPr>
            <p:ph sz="quarter" idx="11"/>
          </p:nvPr>
        </p:nvSpPr>
        <p:spPr>
          <a:xfrm>
            <a:off x="995363" y="1700213"/>
            <a:ext cx="8745536" cy="4176712"/>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68224362"/>
      </p:ext>
    </p:extLst>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 Two Colum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F69D30F-5094-425F-A158-0850AE27D366}"/>
              </a:ext>
            </a:extLst>
          </p:cNvPr>
          <p:cNvSpPr>
            <a:spLocks noGrp="1"/>
          </p:cNvSpPr>
          <p:nvPr>
            <p:ph type="title"/>
          </p:nvPr>
        </p:nvSpPr>
        <p:spPr/>
        <p:txBody>
          <a:bodyPr/>
          <a:lstStyle/>
          <a:p>
            <a:r>
              <a:rPr lang="en-US"/>
              <a:t>Click to edit Master title style</a:t>
            </a:r>
            <a:endParaRPr lang="en-GB"/>
          </a:p>
        </p:txBody>
      </p:sp>
      <p:sp>
        <p:nvSpPr>
          <p:cNvPr id="5" name="Content Placeholder 4">
            <a:extLst>
              <a:ext uri="{FF2B5EF4-FFF2-40B4-BE49-F238E27FC236}">
                <a16:creationId xmlns:a16="http://schemas.microsoft.com/office/drawing/2014/main" id="{0EB3EC5E-F3D7-A1BA-615C-40D2A155A4BD}"/>
              </a:ext>
            </a:extLst>
          </p:cNvPr>
          <p:cNvSpPr>
            <a:spLocks noGrp="1"/>
          </p:cNvSpPr>
          <p:nvPr>
            <p:ph sz="quarter" idx="12"/>
          </p:nvPr>
        </p:nvSpPr>
        <p:spPr>
          <a:xfrm>
            <a:off x="995363" y="1330325"/>
            <a:ext cx="4968000" cy="4546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4A7FDECC-089E-DBE5-1B2C-4C338AF06DFA}"/>
              </a:ext>
            </a:extLst>
          </p:cNvPr>
          <p:cNvSpPr>
            <a:spLocks noGrp="1"/>
          </p:cNvSpPr>
          <p:nvPr>
            <p:ph sz="quarter" idx="13"/>
          </p:nvPr>
        </p:nvSpPr>
        <p:spPr>
          <a:xfrm>
            <a:off x="6220800" y="1330325"/>
            <a:ext cx="4968000" cy="4546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609967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 Two Column - Dark BG colour">
    <p:bg>
      <p:bgPr>
        <a:solidFill>
          <a:schemeClr val="accent2"/>
        </a:solidFill>
        <a:effectLst/>
      </p:bgPr>
    </p:bg>
    <p:spTree>
      <p:nvGrpSpPr>
        <p:cNvPr id="1" name=""/>
        <p:cNvGrpSpPr/>
        <p:nvPr/>
      </p:nvGrpSpPr>
      <p:grpSpPr>
        <a:xfrm>
          <a:off x="0" y="0"/>
          <a:ext cx="0" cy="0"/>
          <a:chOff x="0" y="0"/>
          <a:chExt cx="0" cy="0"/>
        </a:xfrm>
      </p:grpSpPr>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2" name="Title 1">
            <a:extLst>
              <a:ext uri="{FF2B5EF4-FFF2-40B4-BE49-F238E27FC236}">
                <a16:creationId xmlns:a16="http://schemas.microsoft.com/office/drawing/2014/main" id="{E1C918AE-52AC-4531-9640-0D2CA3A28F2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0" name="Graphic 8">
            <a:extLst>
              <a:ext uri="{FF2B5EF4-FFF2-40B4-BE49-F238E27FC236}">
                <a16:creationId xmlns:a16="http://schemas.microsoft.com/office/drawing/2014/main" id="{79D6C947-06F1-4188-A558-E10C77FF12CE}"/>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3" name="Content Placeholder 5">
            <a:extLst>
              <a:ext uri="{FF2B5EF4-FFF2-40B4-BE49-F238E27FC236}">
                <a16:creationId xmlns:a16="http://schemas.microsoft.com/office/drawing/2014/main" id="{92138313-6F7E-9B18-D72C-5FB26A14BE92}"/>
              </a:ext>
            </a:extLst>
          </p:cNvPr>
          <p:cNvSpPr>
            <a:spLocks noGrp="1"/>
          </p:cNvSpPr>
          <p:nvPr>
            <p:ph sz="quarter" idx="12"/>
          </p:nvPr>
        </p:nvSpPr>
        <p:spPr>
          <a:xfrm>
            <a:off x="995363" y="1330125"/>
            <a:ext cx="4968000" cy="4546599"/>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5">
            <a:extLst>
              <a:ext uri="{FF2B5EF4-FFF2-40B4-BE49-F238E27FC236}">
                <a16:creationId xmlns:a16="http://schemas.microsoft.com/office/drawing/2014/main" id="{451948A6-255B-1B23-B9F9-4670FB417672}"/>
              </a:ext>
            </a:extLst>
          </p:cNvPr>
          <p:cNvSpPr>
            <a:spLocks noGrp="1"/>
          </p:cNvSpPr>
          <p:nvPr>
            <p:ph sz="quarter" idx="13"/>
          </p:nvPr>
        </p:nvSpPr>
        <p:spPr>
          <a:xfrm>
            <a:off x="6220800" y="1330125"/>
            <a:ext cx="4968000" cy="4546599"/>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5841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 One Column Chart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D32ADA-D319-4A1F-BF43-8C0B259FADD8}"/>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969E5A1F-6A53-8F08-BF73-3A465A63460C}"/>
              </a:ext>
            </a:extLst>
          </p:cNvPr>
          <p:cNvSpPr>
            <a:spLocks noGrp="1"/>
          </p:cNvSpPr>
          <p:nvPr>
            <p:ph sz="quarter" idx="12"/>
          </p:nvPr>
        </p:nvSpPr>
        <p:spPr>
          <a:xfrm>
            <a:off x="995363" y="1338067"/>
            <a:ext cx="10195200" cy="2136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4A9A8E5C-1DF5-A8AD-B648-0094CAE89A1D}"/>
              </a:ext>
            </a:extLst>
          </p:cNvPr>
          <p:cNvSpPr>
            <a:spLocks noGrp="1"/>
          </p:cNvSpPr>
          <p:nvPr>
            <p:ph sz="quarter" idx="13"/>
          </p:nvPr>
        </p:nvSpPr>
        <p:spPr>
          <a:xfrm>
            <a:off x="995363" y="3741091"/>
            <a:ext cx="10195200" cy="2136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7866153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bottom imag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D32ADA-D319-4A1F-BF43-8C0B259FADD8}"/>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969E5A1F-6A53-8F08-BF73-3A465A63460C}"/>
              </a:ext>
            </a:extLst>
          </p:cNvPr>
          <p:cNvSpPr>
            <a:spLocks noGrp="1"/>
          </p:cNvSpPr>
          <p:nvPr>
            <p:ph sz="quarter" idx="12"/>
          </p:nvPr>
        </p:nvSpPr>
        <p:spPr>
          <a:xfrm>
            <a:off x="995363" y="1338067"/>
            <a:ext cx="10195200" cy="2136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9A0A351A-AC30-1EF0-1C9E-8C41C93B1438}"/>
              </a:ext>
            </a:extLst>
          </p:cNvPr>
          <p:cNvSpPr>
            <a:spLocks noGrp="1"/>
          </p:cNvSpPr>
          <p:nvPr>
            <p:ph type="pic" sz="quarter" idx="14"/>
          </p:nvPr>
        </p:nvSpPr>
        <p:spPr>
          <a:xfrm>
            <a:off x="0" y="3740149"/>
            <a:ext cx="12192000" cy="2136776"/>
          </a:xfrm>
          <a:solidFill>
            <a:schemeClr val="bg2"/>
          </a:solidFill>
        </p:spPr>
        <p:txBody>
          <a:bodyPr/>
          <a:lstStyle/>
          <a:p>
            <a:r>
              <a:rPr lang="en-US"/>
              <a:t>Click icon to add picture</a:t>
            </a:r>
          </a:p>
        </p:txBody>
      </p:sp>
    </p:spTree>
    <p:extLst>
      <p:ext uri="{BB962C8B-B14F-4D97-AF65-F5344CB8AC3E}">
        <p14:creationId xmlns:p14="http://schemas.microsoft.com/office/powerpoint/2010/main" val="408758197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Content - Two Column + Intro">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B398D60-3AA9-4DD4-AFCF-8682C70E396F}"/>
              </a:ext>
            </a:extLst>
          </p:cNvPr>
          <p:cNvSpPr>
            <a:spLocks noGrp="1"/>
          </p:cNvSpPr>
          <p:nvPr>
            <p:ph type="body" sz="quarter" idx="17" hasCustomPrompt="1"/>
          </p:nvPr>
        </p:nvSpPr>
        <p:spPr>
          <a:xfrm>
            <a:off x="1003200" y="1322389"/>
            <a:ext cx="10185400" cy="518400"/>
          </a:xfrm>
        </p:spPr>
        <p:txBody>
          <a:bodyPr/>
          <a:lstStyle>
            <a:lvl1pPr>
              <a:defRPr sz="1800" kern="0"/>
            </a:lvl1pPr>
          </a:lstStyle>
          <a:p>
            <a:pPr lvl="0"/>
            <a:r>
              <a:rPr lang="en-US"/>
              <a:t>Introduction text</a:t>
            </a:r>
          </a:p>
        </p:txBody>
      </p:sp>
      <p:sp>
        <p:nvSpPr>
          <p:cNvPr id="2" name="Title 1"/>
          <p:cNvSpPr>
            <a:spLocks noGrp="1"/>
          </p:cNvSpPr>
          <p:nvPr>
            <p:ph type="title"/>
          </p:nvPr>
        </p:nvSpPr>
        <p:spPr>
          <a:xfrm>
            <a:off x="1003200" y="432000"/>
            <a:ext cx="10185600" cy="518400"/>
          </a:xfrm>
        </p:spPr>
        <p:txBody>
          <a:bodyPr/>
          <a:lstStyle>
            <a:lvl1pPr>
              <a:defRPr/>
            </a:lvl1pPr>
          </a:lstStyle>
          <a:p>
            <a:r>
              <a:rPr lang="en-US"/>
              <a:t>Click to edit Master title style</a:t>
            </a:r>
          </a:p>
        </p:txBody>
      </p:sp>
      <p:sp>
        <p:nvSpPr>
          <p:cNvPr id="5" name="Content Placeholder 4">
            <a:extLst>
              <a:ext uri="{FF2B5EF4-FFF2-40B4-BE49-F238E27FC236}">
                <a16:creationId xmlns:a16="http://schemas.microsoft.com/office/drawing/2014/main" id="{78CC6ADA-51FB-F5AE-B78E-993E30482578}"/>
              </a:ext>
            </a:extLst>
          </p:cNvPr>
          <p:cNvSpPr>
            <a:spLocks noGrp="1"/>
          </p:cNvSpPr>
          <p:nvPr>
            <p:ph sz="quarter" idx="18"/>
          </p:nvPr>
        </p:nvSpPr>
        <p:spPr>
          <a:xfrm>
            <a:off x="1003300" y="2051049"/>
            <a:ext cx="4967288" cy="3825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4">
            <a:extLst>
              <a:ext uri="{FF2B5EF4-FFF2-40B4-BE49-F238E27FC236}">
                <a16:creationId xmlns:a16="http://schemas.microsoft.com/office/drawing/2014/main" id="{87FAE8E2-031A-E822-2E9D-3F665FC6E6DE}"/>
              </a:ext>
            </a:extLst>
          </p:cNvPr>
          <p:cNvSpPr>
            <a:spLocks noGrp="1"/>
          </p:cNvSpPr>
          <p:nvPr>
            <p:ph sz="quarter" idx="19"/>
          </p:nvPr>
        </p:nvSpPr>
        <p:spPr>
          <a:xfrm>
            <a:off x="6220800" y="2051049"/>
            <a:ext cx="4967288" cy="3825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8746505"/>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 Two Column + Intro + Bottom content or imag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B398D60-3AA9-4DD4-AFCF-8682C70E396F}"/>
              </a:ext>
            </a:extLst>
          </p:cNvPr>
          <p:cNvSpPr>
            <a:spLocks noGrp="1"/>
          </p:cNvSpPr>
          <p:nvPr>
            <p:ph type="body" sz="quarter" idx="17" hasCustomPrompt="1"/>
          </p:nvPr>
        </p:nvSpPr>
        <p:spPr>
          <a:xfrm>
            <a:off x="1003200" y="1322389"/>
            <a:ext cx="10185400" cy="518400"/>
          </a:xfrm>
        </p:spPr>
        <p:txBody>
          <a:bodyPr/>
          <a:lstStyle>
            <a:lvl1pPr>
              <a:defRPr sz="1800" kern="0"/>
            </a:lvl1pPr>
          </a:lstStyle>
          <a:p>
            <a:pPr lvl="0"/>
            <a:r>
              <a:rPr lang="en-US"/>
              <a:t>Introduction text</a:t>
            </a:r>
          </a:p>
        </p:txBody>
      </p:sp>
      <p:sp>
        <p:nvSpPr>
          <p:cNvPr id="2" name="Title 1"/>
          <p:cNvSpPr>
            <a:spLocks noGrp="1"/>
          </p:cNvSpPr>
          <p:nvPr>
            <p:ph type="title"/>
          </p:nvPr>
        </p:nvSpPr>
        <p:spPr>
          <a:xfrm>
            <a:off x="1003200" y="432000"/>
            <a:ext cx="10185600" cy="518400"/>
          </a:xfrm>
        </p:spPr>
        <p:txBody>
          <a:bodyPr/>
          <a:lstStyle>
            <a:lvl1pPr>
              <a:defRPr/>
            </a:lvl1pPr>
          </a:lstStyle>
          <a:p>
            <a:r>
              <a:rPr lang="en-US"/>
              <a:t>Click to edit Master title style</a:t>
            </a:r>
          </a:p>
        </p:txBody>
      </p:sp>
      <p:sp>
        <p:nvSpPr>
          <p:cNvPr id="5" name="Content Placeholder 4">
            <a:extLst>
              <a:ext uri="{FF2B5EF4-FFF2-40B4-BE49-F238E27FC236}">
                <a16:creationId xmlns:a16="http://schemas.microsoft.com/office/drawing/2014/main" id="{78CC6ADA-51FB-F5AE-B78E-993E30482578}"/>
              </a:ext>
            </a:extLst>
          </p:cNvPr>
          <p:cNvSpPr>
            <a:spLocks noGrp="1"/>
          </p:cNvSpPr>
          <p:nvPr>
            <p:ph sz="quarter" idx="18"/>
          </p:nvPr>
        </p:nvSpPr>
        <p:spPr>
          <a:xfrm>
            <a:off x="1003300" y="2051050"/>
            <a:ext cx="4967288" cy="1470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4">
            <a:extLst>
              <a:ext uri="{FF2B5EF4-FFF2-40B4-BE49-F238E27FC236}">
                <a16:creationId xmlns:a16="http://schemas.microsoft.com/office/drawing/2014/main" id="{87FAE8E2-031A-E822-2E9D-3F665FC6E6DE}"/>
              </a:ext>
            </a:extLst>
          </p:cNvPr>
          <p:cNvSpPr>
            <a:spLocks noGrp="1"/>
          </p:cNvSpPr>
          <p:nvPr>
            <p:ph sz="quarter" idx="19"/>
          </p:nvPr>
        </p:nvSpPr>
        <p:spPr>
          <a:xfrm>
            <a:off x="6220800" y="2051050"/>
            <a:ext cx="4967288" cy="1470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37D83062-1E57-69E1-3C81-C160D7CFD6E9}"/>
              </a:ext>
            </a:extLst>
          </p:cNvPr>
          <p:cNvSpPr>
            <a:spLocks noGrp="1"/>
          </p:cNvSpPr>
          <p:nvPr>
            <p:ph sz="quarter" idx="13"/>
          </p:nvPr>
        </p:nvSpPr>
        <p:spPr>
          <a:xfrm>
            <a:off x="1003199" y="3675709"/>
            <a:ext cx="10187363" cy="22021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88425881"/>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 Two column + header image ba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F83AC61-1BCB-1F69-DD53-B0AAED647DF8}"/>
              </a:ext>
            </a:extLst>
          </p:cNvPr>
          <p:cNvSpPr>
            <a:spLocks noGrp="1"/>
          </p:cNvSpPr>
          <p:nvPr>
            <p:ph type="pic" sz="quarter" idx="14"/>
          </p:nvPr>
        </p:nvSpPr>
        <p:spPr>
          <a:xfrm>
            <a:off x="0" y="0"/>
            <a:ext cx="12192000" cy="2501660"/>
          </a:xfrm>
          <a:solidFill>
            <a:schemeClr val="accent4"/>
          </a:solidFill>
        </p:spPr>
        <p:txBody>
          <a:bodyPr/>
          <a:lstStyle/>
          <a:p>
            <a:r>
              <a:rPr lang="en-US"/>
              <a:t>Click icon to add picture</a:t>
            </a:r>
          </a:p>
        </p:txBody>
      </p:sp>
      <p:sp>
        <p:nvSpPr>
          <p:cNvPr id="2" name="Title 1"/>
          <p:cNvSpPr>
            <a:spLocks noGrp="1"/>
          </p:cNvSpPr>
          <p:nvPr>
            <p:ph type="title"/>
          </p:nvPr>
        </p:nvSpPr>
        <p:spPr>
          <a:xfrm>
            <a:off x="1003200" y="2910600"/>
            <a:ext cx="10185600" cy="518400"/>
          </a:xfrm>
        </p:spPr>
        <p:txBody>
          <a:bodyPr/>
          <a:lstStyle>
            <a:lvl1pPr>
              <a:defRPr kern="0"/>
            </a:lvl1pPr>
          </a:lstStyle>
          <a:p>
            <a:r>
              <a:rPr lang="en-US"/>
              <a:t>Click to edit Master title style</a:t>
            </a:r>
          </a:p>
        </p:txBody>
      </p:sp>
      <p:sp>
        <p:nvSpPr>
          <p:cNvPr id="6" name="Content Placeholder 5">
            <a:extLst>
              <a:ext uri="{FF2B5EF4-FFF2-40B4-BE49-F238E27FC236}">
                <a16:creationId xmlns:a16="http://schemas.microsoft.com/office/drawing/2014/main" id="{B55CD9A9-9858-C4E3-4703-C9709BC2E356}"/>
              </a:ext>
            </a:extLst>
          </p:cNvPr>
          <p:cNvSpPr>
            <a:spLocks noGrp="1"/>
          </p:cNvSpPr>
          <p:nvPr>
            <p:ph sz="quarter" idx="12"/>
          </p:nvPr>
        </p:nvSpPr>
        <p:spPr>
          <a:xfrm>
            <a:off x="1003300" y="3733800"/>
            <a:ext cx="4967288" cy="21902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5">
            <a:extLst>
              <a:ext uri="{FF2B5EF4-FFF2-40B4-BE49-F238E27FC236}">
                <a16:creationId xmlns:a16="http://schemas.microsoft.com/office/drawing/2014/main" id="{16B4FB7A-CA88-373B-4037-472FAF622F69}"/>
              </a:ext>
            </a:extLst>
          </p:cNvPr>
          <p:cNvSpPr>
            <a:spLocks noGrp="1"/>
          </p:cNvSpPr>
          <p:nvPr>
            <p:ph sz="quarter" idx="13"/>
          </p:nvPr>
        </p:nvSpPr>
        <p:spPr>
          <a:xfrm>
            <a:off x="6221412" y="3733800"/>
            <a:ext cx="4967288" cy="21902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52427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 3 Column Chart +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93B809-7A30-47BC-953E-AF9FE10FDFBB}"/>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345054C0-4190-A073-FF06-A5EB62316AA4}"/>
              </a:ext>
            </a:extLst>
          </p:cNvPr>
          <p:cNvSpPr>
            <a:spLocks noGrp="1"/>
          </p:cNvSpPr>
          <p:nvPr>
            <p:ph sz="quarter" idx="16"/>
          </p:nvPr>
        </p:nvSpPr>
        <p:spPr>
          <a:xfrm>
            <a:off x="995363" y="1331912"/>
            <a:ext cx="3187700" cy="21342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D6105C62-91E0-B66D-85BA-D26896F940DC}"/>
              </a:ext>
            </a:extLst>
          </p:cNvPr>
          <p:cNvSpPr>
            <a:spLocks noGrp="1"/>
          </p:cNvSpPr>
          <p:nvPr>
            <p:ph sz="quarter" idx="17"/>
          </p:nvPr>
        </p:nvSpPr>
        <p:spPr>
          <a:xfrm>
            <a:off x="4502150" y="1331912"/>
            <a:ext cx="3187700" cy="21342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887642C3-1AC2-77F0-4602-3BAD72478BE9}"/>
              </a:ext>
            </a:extLst>
          </p:cNvPr>
          <p:cNvSpPr>
            <a:spLocks noGrp="1"/>
          </p:cNvSpPr>
          <p:nvPr>
            <p:ph sz="quarter" idx="18"/>
          </p:nvPr>
        </p:nvSpPr>
        <p:spPr>
          <a:xfrm>
            <a:off x="8008937" y="1331912"/>
            <a:ext cx="3187700" cy="21342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25E75ECB-D0CA-2D00-702F-1AD57C5EBABA}"/>
              </a:ext>
            </a:extLst>
          </p:cNvPr>
          <p:cNvSpPr>
            <a:spLocks noGrp="1"/>
          </p:cNvSpPr>
          <p:nvPr>
            <p:ph sz="quarter" idx="19"/>
          </p:nvPr>
        </p:nvSpPr>
        <p:spPr>
          <a:xfrm>
            <a:off x="995363" y="3742126"/>
            <a:ext cx="3187700" cy="21342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3">
            <a:extLst>
              <a:ext uri="{FF2B5EF4-FFF2-40B4-BE49-F238E27FC236}">
                <a16:creationId xmlns:a16="http://schemas.microsoft.com/office/drawing/2014/main" id="{8B33D029-7198-2E2E-5E6C-B289731A27FF}"/>
              </a:ext>
            </a:extLst>
          </p:cNvPr>
          <p:cNvSpPr>
            <a:spLocks noGrp="1"/>
          </p:cNvSpPr>
          <p:nvPr>
            <p:ph sz="quarter" idx="20"/>
          </p:nvPr>
        </p:nvSpPr>
        <p:spPr>
          <a:xfrm>
            <a:off x="4502150" y="3742126"/>
            <a:ext cx="3187700" cy="21342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3">
            <a:extLst>
              <a:ext uri="{FF2B5EF4-FFF2-40B4-BE49-F238E27FC236}">
                <a16:creationId xmlns:a16="http://schemas.microsoft.com/office/drawing/2014/main" id="{D7A19DB0-EA08-D699-0C88-37B4D178D11E}"/>
              </a:ext>
            </a:extLst>
          </p:cNvPr>
          <p:cNvSpPr>
            <a:spLocks noGrp="1"/>
          </p:cNvSpPr>
          <p:nvPr>
            <p:ph sz="quarter" idx="21"/>
          </p:nvPr>
        </p:nvSpPr>
        <p:spPr>
          <a:xfrm>
            <a:off x="8008937" y="3742126"/>
            <a:ext cx="3187700" cy="21342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964836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 FIVE COLUMN">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lvl1pPr>
              <a:defRPr kern="0"/>
            </a:lvl1pPr>
          </a:lstStyle>
          <a:p>
            <a:r>
              <a:rPr lang="en-US"/>
              <a:t>Click to edit Master title style</a:t>
            </a:r>
          </a:p>
        </p:txBody>
      </p:sp>
      <p:sp>
        <p:nvSpPr>
          <p:cNvPr id="4" name="Content Placeholder 3">
            <a:extLst>
              <a:ext uri="{FF2B5EF4-FFF2-40B4-BE49-F238E27FC236}">
                <a16:creationId xmlns:a16="http://schemas.microsoft.com/office/drawing/2014/main" id="{9E40C064-15D1-24D5-3E98-71739E8B8974}"/>
              </a:ext>
            </a:extLst>
          </p:cNvPr>
          <p:cNvSpPr>
            <a:spLocks noGrp="1"/>
          </p:cNvSpPr>
          <p:nvPr>
            <p:ph sz="quarter" idx="24"/>
          </p:nvPr>
        </p:nvSpPr>
        <p:spPr>
          <a:xfrm>
            <a:off x="1003300" y="1322387"/>
            <a:ext cx="1900238" cy="4554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8428DB69-A5E6-3995-43BE-21D7823D6168}"/>
              </a:ext>
            </a:extLst>
          </p:cNvPr>
          <p:cNvSpPr>
            <a:spLocks noGrp="1"/>
          </p:cNvSpPr>
          <p:nvPr>
            <p:ph sz="quarter" idx="25"/>
          </p:nvPr>
        </p:nvSpPr>
        <p:spPr>
          <a:xfrm>
            <a:off x="3074470" y="1322387"/>
            <a:ext cx="1900238" cy="4554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E84EA45F-006F-C693-3D9A-C894873CED48}"/>
              </a:ext>
            </a:extLst>
          </p:cNvPr>
          <p:cNvSpPr>
            <a:spLocks noGrp="1"/>
          </p:cNvSpPr>
          <p:nvPr>
            <p:ph sz="quarter" idx="26"/>
          </p:nvPr>
        </p:nvSpPr>
        <p:spPr>
          <a:xfrm>
            <a:off x="5145641" y="1322387"/>
            <a:ext cx="1900238" cy="4554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A92FB52F-B0E0-37C7-5F65-EEF98E215D4C}"/>
              </a:ext>
            </a:extLst>
          </p:cNvPr>
          <p:cNvSpPr>
            <a:spLocks noGrp="1"/>
          </p:cNvSpPr>
          <p:nvPr>
            <p:ph sz="quarter" idx="27"/>
          </p:nvPr>
        </p:nvSpPr>
        <p:spPr>
          <a:xfrm>
            <a:off x="7216812" y="1322387"/>
            <a:ext cx="1900238" cy="4554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6B7BF63F-B2C0-FCAC-0EB5-D84B8D6B88E0}"/>
              </a:ext>
            </a:extLst>
          </p:cNvPr>
          <p:cNvSpPr>
            <a:spLocks noGrp="1"/>
          </p:cNvSpPr>
          <p:nvPr>
            <p:ph sz="quarter" idx="28"/>
          </p:nvPr>
        </p:nvSpPr>
        <p:spPr>
          <a:xfrm>
            <a:off x="9287982" y="1322387"/>
            <a:ext cx="1900238" cy="4554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1046883"/>
      </p:ext>
    </p:extLst>
  </p:cSld>
  <p:clrMapOvr>
    <a:masterClrMapping/>
  </p:clrMapOvr>
  <p:extLst>
    <p:ext uri="{DCECCB84-F9BA-43D5-87BE-67443E8EF086}">
      <p15:sldGuideLst xmlns:p15="http://schemas.microsoft.com/office/powerpoint/2012/main">
        <p15:guide id="1" orient="horz" pos="1296">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 Process 5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1"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068984"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5134768"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7200552"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1003200"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068984"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5134768"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7200552"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1" name="Text Placeholder 12"/>
          <p:cNvSpPr>
            <a:spLocks noGrp="1"/>
          </p:cNvSpPr>
          <p:nvPr>
            <p:ph type="body" sz="quarter" idx="18" hasCustomPrompt="1"/>
          </p:nvPr>
        </p:nvSpPr>
        <p:spPr>
          <a:xfrm>
            <a:off x="9266337"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2" name="Text Placeholder 8"/>
          <p:cNvSpPr>
            <a:spLocks noGrp="1"/>
          </p:cNvSpPr>
          <p:nvPr>
            <p:ph type="body" sz="quarter" idx="19"/>
          </p:nvPr>
        </p:nvSpPr>
        <p:spPr>
          <a:xfrm>
            <a:off x="9266337"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B6F9AD75-9C5D-491A-8EB6-1E4763A9BC3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798748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 5 column + intro + header ba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580C36-1E70-46DD-9783-AFD66B7DEC90}"/>
              </a:ext>
            </a:extLst>
          </p:cNvPr>
          <p:cNvSpPr/>
          <p:nvPr userDrawn="1"/>
        </p:nvSpPr>
        <p:spPr>
          <a:xfrm>
            <a:off x="0" y="0"/>
            <a:ext cx="12192000" cy="268605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400" err="1">
              <a:solidFill>
                <a:schemeClr val="bg1"/>
              </a:solidFill>
            </a:endParaRPr>
          </a:p>
        </p:txBody>
      </p:sp>
      <p:sp>
        <p:nvSpPr>
          <p:cNvPr id="10" name="Text Placeholder 9">
            <a:extLst>
              <a:ext uri="{FF2B5EF4-FFF2-40B4-BE49-F238E27FC236}">
                <a16:creationId xmlns:a16="http://schemas.microsoft.com/office/drawing/2014/main" id="{38557E01-A30E-46EA-BAB3-4F33E0992F32}"/>
              </a:ext>
            </a:extLst>
          </p:cNvPr>
          <p:cNvSpPr>
            <a:spLocks noGrp="1"/>
          </p:cNvSpPr>
          <p:nvPr>
            <p:ph type="body" sz="quarter" idx="21"/>
          </p:nvPr>
        </p:nvSpPr>
        <p:spPr>
          <a:xfrm>
            <a:off x="995363" y="1330325"/>
            <a:ext cx="10185400" cy="246221"/>
          </a:xfrm>
        </p:spPr>
        <p:txBody>
          <a:bodyPr>
            <a:spAutoFit/>
          </a:bodyPr>
          <a:lstStyle>
            <a:lvl1pPr>
              <a:defRPr>
                <a:solidFill>
                  <a:schemeClr val="bg1"/>
                </a:solidFill>
              </a:defRPr>
            </a:lvl1pPr>
            <a:lvl2pPr>
              <a:buClrTx/>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7" name="Title 6">
            <a:extLst>
              <a:ext uri="{FF2B5EF4-FFF2-40B4-BE49-F238E27FC236}">
                <a16:creationId xmlns:a16="http://schemas.microsoft.com/office/drawing/2014/main" id="{59724627-195E-4BFD-9A60-FFD6EECF128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8" name="Content Placeholder 7">
            <a:extLst>
              <a:ext uri="{FF2B5EF4-FFF2-40B4-BE49-F238E27FC236}">
                <a16:creationId xmlns:a16="http://schemas.microsoft.com/office/drawing/2014/main" id="{013FA197-29C7-A542-7F4A-98E54EAA4044}"/>
              </a:ext>
            </a:extLst>
          </p:cNvPr>
          <p:cNvSpPr>
            <a:spLocks noGrp="1"/>
          </p:cNvSpPr>
          <p:nvPr>
            <p:ph sz="quarter" idx="22"/>
          </p:nvPr>
        </p:nvSpPr>
        <p:spPr>
          <a:xfrm>
            <a:off x="995363" y="2009775"/>
            <a:ext cx="1989137" cy="3938538"/>
          </a:xfrm>
          <a:solidFill>
            <a:schemeClr val="bg1"/>
          </a:solidFill>
          <a:ln w="6350">
            <a:solidFill>
              <a:schemeClr val="accent1"/>
            </a:solidFill>
          </a:ln>
        </p:spPr>
        <p:txBody>
          <a:bodyPr vert="horz" lIns="108000" tIns="108000" rIns="108000" bIns="108000" rtlCol="0" anchor="t" anchorCtr="0">
            <a:noAutofit/>
          </a:bodyPr>
          <a:lstStyle>
            <a:lvl1pPr>
              <a:defRPr lang="en-US" sz="1400" smtClean="0"/>
            </a:lvl1pPr>
            <a:lvl2pPr>
              <a:defRPr lang="en-US" sz="1400" smtClean="0"/>
            </a:lvl2pPr>
            <a:lvl3pPr>
              <a:defRPr lang="en-US" sz="1400" smtClean="0"/>
            </a:lvl3pPr>
            <a:lvl4pPr>
              <a:defRPr lang="en-US" sz="1400" smtClean="0"/>
            </a:lvl4pPr>
            <a:lvl5pPr>
              <a:defRPr lang="en-US"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7">
            <a:extLst>
              <a:ext uri="{FF2B5EF4-FFF2-40B4-BE49-F238E27FC236}">
                <a16:creationId xmlns:a16="http://schemas.microsoft.com/office/drawing/2014/main" id="{80062C7F-1E7F-D3F0-42DA-19C1A9676E45}"/>
              </a:ext>
            </a:extLst>
          </p:cNvPr>
          <p:cNvSpPr>
            <a:spLocks noGrp="1"/>
          </p:cNvSpPr>
          <p:nvPr>
            <p:ph sz="quarter" idx="23"/>
          </p:nvPr>
        </p:nvSpPr>
        <p:spPr>
          <a:xfrm>
            <a:off x="3048397" y="2009775"/>
            <a:ext cx="1989137" cy="3938538"/>
          </a:xfrm>
          <a:solidFill>
            <a:schemeClr val="bg1"/>
          </a:solidFill>
          <a:ln w="6350">
            <a:solidFill>
              <a:schemeClr val="accent1"/>
            </a:solidFill>
          </a:ln>
        </p:spPr>
        <p:txBody>
          <a:bodyPr vert="horz" lIns="108000" tIns="108000" rIns="108000" bIns="108000" rtlCol="0" anchor="t" anchorCtr="0">
            <a:noAutofit/>
          </a:bodyPr>
          <a:lstStyle>
            <a:lvl1pPr>
              <a:defRPr lang="en-US" sz="1400" smtClean="0"/>
            </a:lvl1pPr>
            <a:lvl2pPr>
              <a:defRPr lang="en-US" sz="1400" smtClean="0"/>
            </a:lvl2pPr>
            <a:lvl3pPr>
              <a:defRPr lang="en-US" sz="1400" smtClean="0"/>
            </a:lvl3pPr>
            <a:lvl4pPr>
              <a:defRPr lang="en-US" sz="1400" smtClean="0"/>
            </a:lvl4pPr>
            <a:lvl5pPr>
              <a:defRPr lang="en-US"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7">
            <a:extLst>
              <a:ext uri="{FF2B5EF4-FFF2-40B4-BE49-F238E27FC236}">
                <a16:creationId xmlns:a16="http://schemas.microsoft.com/office/drawing/2014/main" id="{DB8C39D9-73AE-A115-2AC4-E84A2758E601}"/>
              </a:ext>
            </a:extLst>
          </p:cNvPr>
          <p:cNvSpPr>
            <a:spLocks noGrp="1"/>
          </p:cNvSpPr>
          <p:nvPr>
            <p:ph sz="quarter" idx="24"/>
          </p:nvPr>
        </p:nvSpPr>
        <p:spPr>
          <a:xfrm>
            <a:off x="5101431" y="2009775"/>
            <a:ext cx="1989137" cy="3938538"/>
          </a:xfrm>
          <a:solidFill>
            <a:schemeClr val="bg1"/>
          </a:solidFill>
          <a:ln w="6350">
            <a:solidFill>
              <a:schemeClr val="accent1"/>
            </a:solidFill>
          </a:ln>
        </p:spPr>
        <p:txBody>
          <a:bodyPr vert="horz" lIns="108000" tIns="108000" rIns="108000" bIns="108000" rtlCol="0" anchor="t" anchorCtr="0">
            <a:noAutofit/>
          </a:bodyPr>
          <a:lstStyle>
            <a:lvl1pPr>
              <a:defRPr lang="en-US" sz="1400" smtClean="0"/>
            </a:lvl1pPr>
            <a:lvl2pPr>
              <a:defRPr lang="en-US" sz="1400" smtClean="0"/>
            </a:lvl2pPr>
            <a:lvl3pPr>
              <a:defRPr lang="en-US" sz="1400" smtClean="0"/>
            </a:lvl3pPr>
            <a:lvl4pPr>
              <a:defRPr lang="en-US" sz="1400" smtClean="0"/>
            </a:lvl4pPr>
            <a:lvl5pPr>
              <a:defRPr lang="en-US"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7">
            <a:extLst>
              <a:ext uri="{FF2B5EF4-FFF2-40B4-BE49-F238E27FC236}">
                <a16:creationId xmlns:a16="http://schemas.microsoft.com/office/drawing/2014/main" id="{ED9CEF0B-75E3-E133-3C7E-37C7249C4ACC}"/>
              </a:ext>
            </a:extLst>
          </p:cNvPr>
          <p:cNvSpPr>
            <a:spLocks noGrp="1"/>
          </p:cNvSpPr>
          <p:nvPr>
            <p:ph sz="quarter" idx="25"/>
          </p:nvPr>
        </p:nvSpPr>
        <p:spPr>
          <a:xfrm>
            <a:off x="7154465" y="2009775"/>
            <a:ext cx="1989137" cy="3938538"/>
          </a:xfrm>
          <a:solidFill>
            <a:schemeClr val="bg1"/>
          </a:solidFill>
          <a:ln w="6350">
            <a:solidFill>
              <a:schemeClr val="accent1"/>
            </a:solidFill>
          </a:ln>
        </p:spPr>
        <p:txBody>
          <a:bodyPr vert="horz" lIns="108000" tIns="108000" rIns="108000" bIns="108000" rtlCol="0" anchor="t" anchorCtr="0">
            <a:noAutofit/>
          </a:bodyPr>
          <a:lstStyle>
            <a:lvl1pPr>
              <a:defRPr lang="en-US" sz="1400" smtClean="0"/>
            </a:lvl1pPr>
            <a:lvl2pPr>
              <a:defRPr lang="en-US" sz="1400" smtClean="0"/>
            </a:lvl2pPr>
            <a:lvl3pPr>
              <a:defRPr lang="en-US" sz="1400" smtClean="0"/>
            </a:lvl3pPr>
            <a:lvl4pPr>
              <a:defRPr lang="en-US" sz="1400" smtClean="0"/>
            </a:lvl4pPr>
            <a:lvl5pPr>
              <a:defRPr lang="en-US"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7">
            <a:extLst>
              <a:ext uri="{FF2B5EF4-FFF2-40B4-BE49-F238E27FC236}">
                <a16:creationId xmlns:a16="http://schemas.microsoft.com/office/drawing/2014/main" id="{5891467F-14E8-7772-2AA4-3FE5032AA06B}"/>
              </a:ext>
            </a:extLst>
          </p:cNvPr>
          <p:cNvSpPr>
            <a:spLocks noGrp="1"/>
          </p:cNvSpPr>
          <p:nvPr>
            <p:ph sz="quarter" idx="26"/>
          </p:nvPr>
        </p:nvSpPr>
        <p:spPr>
          <a:xfrm>
            <a:off x="9207500" y="2009775"/>
            <a:ext cx="1989137" cy="3938538"/>
          </a:xfrm>
          <a:solidFill>
            <a:schemeClr val="bg1"/>
          </a:solidFill>
          <a:ln w="6350">
            <a:solidFill>
              <a:schemeClr val="accent1"/>
            </a:solidFill>
          </a:ln>
        </p:spPr>
        <p:txBody>
          <a:bodyPr vert="horz" lIns="108000" tIns="108000" rIns="108000" bIns="108000" rtlCol="0" anchor="t" anchorCtr="0">
            <a:noAutofit/>
          </a:bodyPr>
          <a:lstStyle>
            <a:lvl1pPr>
              <a:defRPr lang="en-US" sz="1400" smtClean="0"/>
            </a:lvl1pPr>
            <a:lvl2pPr>
              <a:defRPr lang="en-US" sz="1400" smtClean="0"/>
            </a:lvl2pPr>
            <a:lvl3pPr>
              <a:defRPr lang="en-US" sz="1400" smtClean="0"/>
            </a:lvl3pPr>
            <a:lvl4pPr>
              <a:defRPr lang="en-US" sz="1400" smtClean="0"/>
            </a:lvl4pPr>
            <a:lvl5pPr>
              <a:defRPr lang="en-US"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93110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 Process 4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593775"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6184350"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8774926"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1003200"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593775"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6184350"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8774926"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DE70D7C0-6953-439A-A54E-CED56520F82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2433077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 FIVE COLUMN + Subtitle boxes">
    <p:spTree>
      <p:nvGrpSpPr>
        <p:cNvPr id="1" name=""/>
        <p:cNvGrpSpPr/>
        <p:nvPr/>
      </p:nvGrpSpPr>
      <p:grpSpPr>
        <a:xfrm>
          <a:off x="0" y="0"/>
          <a:ext cx="0" cy="0"/>
          <a:chOff x="0" y="0"/>
          <a:chExt cx="0" cy="0"/>
        </a:xfrm>
      </p:grpSpPr>
      <p:sp>
        <p:nvSpPr>
          <p:cNvPr id="8" name="Text Placeholder 8">
            <a:extLst>
              <a:ext uri="{FF2B5EF4-FFF2-40B4-BE49-F238E27FC236}">
                <a16:creationId xmlns:a16="http://schemas.microsoft.com/office/drawing/2014/main" id="{2C7EC625-DE37-4829-ACBE-0373F0B82962}"/>
              </a:ext>
            </a:extLst>
          </p:cNvPr>
          <p:cNvSpPr>
            <a:spLocks noGrp="1"/>
          </p:cNvSpPr>
          <p:nvPr>
            <p:ph type="body" sz="quarter" idx="14"/>
          </p:nvPr>
        </p:nvSpPr>
        <p:spPr>
          <a:xfrm>
            <a:off x="1003200" y="1322388"/>
            <a:ext cx="1899657" cy="4554538"/>
          </a:xfrm>
          <a:solidFill>
            <a:srgbClr val="E5E5E5"/>
          </a:solidFill>
        </p:spPr>
        <p:txBody>
          <a:bodyPr lIns="91440" tIns="1005840" rIns="91440"/>
          <a:lstStyle>
            <a:lvl1pPr>
              <a:defRPr sz="1600" b="1" spc="0"/>
            </a:lvl1pPr>
            <a:lvl2pPr>
              <a:defRPr sz="1600" b="0">
                <a:solidFill>
                  <a:schemeClr val="tx1"/>
                </a:solidFill>
              </a:defRPr>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p:cNvSpPr>
            <a:spLocks noGrp="1"/>
          </p:cNvSpPr>
          <p:nvPr>
            <p:ph type="title"/>
          </p:nvPr>
        </p:nvSpPr>
        <p:spPr>
          <a:xfrm>
            <a:off x="1003200" y="432000"/>
            <a:ext cx="10185600" cy="518400"/>
          </a:xfrm>
        </p:spPr>
        <p:txBody>
          <a:bodyPr/>
          <a:lstStyle>
            <a:lvl1pPr>
              <a:defRPr kern="0"/>
            </a:lvl1pPr>
          </a:lstStyle>
          <a:p>
            <a:r>
              <a:rPr lang="en-US"/>
              <a:t>Click to edit Master title style</a:t>
            </a:r>
          </a:p>
        </p:txBody>
      </p:sp>
      <p:sp>
        <p:nvSpPr>
          <p:cNvPr id="10" name="Text Placeholder 8">
            <a:extLst>
              <a:ext uri="{FF2B5EF4-FFF2-40B4-BE49-F238E27FC236}">
                <a16:creationId xmlns:a16="http://schemas.microsoft.com/office/drawing/2014/main" id="{8037C46F-D057-4106-9B45-A730A557B5D9}"/>
              </a:ext>
            </a:extLst>
          </p:cNvPr>
          <p:cNvSpPr>
            <a:spLocks noGrp="1"/>
          </p:cNvSpPr>
          <p:nvPr>
            <p:ph type="body" sz="quarter" idx="20"/>
          </p:nvPr>
        </p:nvSpPr>
        <p:spPr>
          <a:xfrm>
            <a:off x="3072600"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8">
            <a:extLst>
              <a:ext uri="{FF2B5EF4-FFF2-40B4-BE49-F238E27FC236}">
                <a16:creationId xmlns:a16="http://schemas.microsoft.com/office/drawing/2014/main" id="{FE33DBCF-2199-4682-AAC2-C3FC0CBE92A8}"/>
              </a:ext>
            </a:extLst>
          </p:cNvPr>
          <p:cNvSpPr>
            <a:spLocks noGrp="1"/>
          </p:cNvSpPr>
          <p:nvPr>
            <p:ph type="body" sz="quarter" idx="21"/>
          </p:nvPr>
        </p:nvSpPr>
        <p:spPr>
          <a:xfrm>
            <a:off x="5142000"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8">
            <a:extLst>
              <a:ext uri="{FF2B5EF4-FFF2-40B4-BE49-F238E27FC236}">
                <a16:creationId xmlns:a16="http://schemas.microsoft.com/office/drawing/2014/main" id="{E130E5C8-8660-4D01-AD3B-CEEFB37F7538}"/>
              </a:ext>
            </a:extLst>
          </p:cNvPr>
          <p:cNvSpPr>
            <a:spLocks noGrp="1"/>
          </p:cNvSpPr>
          <p:nvPr>
            <p:ph type="body" sz="quarter" idx="22"/>
          </p:nvPr>
        </p:nvSpPr>
        <p:spPr>
          <a:xfrm>
            <a:off x="7211400"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8">
            <a:extLst>
              <a:ext uri="{FF2B5EF4-FFF2-40B4-BE49-F238E27FC236}">
                <a16:creationId xmlns:a16="http://schemas.microsoft.com/office/drawing/2014/main" id="{F404CCF0-6C3D-42EE-9F8D-FE237FEEB13D}"/>
              </a:ext>
            </a:extLst>
          </p:cNvPr>
          <p:cNvSpPr>
            <a:spLocks noGrp="1"/>
          </p:cNvSpPr>
          <p:nvPr>
            <p:ph type="body" sz="quarter" idx="23"/>
          </p:nvPr>
        </p:nvSpPr>
        <p:spPr>
          <a:xfrm>
            <a:off x="9280798"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3">
            <a:extLst>
              <a:ext uri="{FF2B5EF4-FFF2-40B4-BE49-F238E27FC236}">
                <a16:creationId xmlns:a16="http://schemas.microsoft.com/office/drawing/2014/main" id="{B0A7138E-6EE9-4E16-AB30-D7C7DA3DCEFF}"/>
              </a:ext>
            </a:extLst>
          </p:cNvPr>
          <p:cNvSpPr>
            <a:spLocks noGrp="1"/>
          </p:cNvSpPr>
          <p:nvPr>
            <p:ph type="body" sz="quarter" idx="24" hasCustomPrompt="1"/>
          </p:nvPr>
        </p:nvSpPr>
        <p:spPr>
          <a:xfrm>
            <a:off x="998538" y="1630363"/>
            <a:ext cx="1906587" cy="563562"/>
          </a:xfrm>
          <a:solidFill>
            <a:srgbClr val="1E49E2"/>
          </a:solidFill>
        </p:spPr>
        <p:txBody>
          <a:bodyPr anchor="ctr"/>
          <a:lstStyle>
            <a:lvl1pPr algn="ctr">
              <a:defRPr sz="1600" b="1" kern="0">
                <a:solidFill>
                  <a:schemeClr val="bg1"/>
                </a:solidFill>
              </a:defRPr>
            </a:lvl1pPr>
          </a:lstStyle>
          <a:p>
            <a:pPr lvl="0"/>
            <a:r>
              <a:rPr lang="en-US"/>
              <a:t>Subtitle</a:t>
            </a:r>
          </a:p>
        </p:txBody>
      </p:sp>
      <p:sp>
        <p:nvSpPr>
          <p:cNvPr id="15" name="Text Placeholder 3">
            <a:extLst>
              <a:ext uri="{FF2B5EF4-FFF2-40B4-BE49-F238E27FC236}">
                <a16:creationId xmlns:a16="http://schemas.microsoft.com/office/drawing/2014/main" id="{4E652417-F61A-4ABE-AAED-E30436B90B12}"/>
              </a:ext>
            </a:extLst>
          </p:cNvPr>
          <p:cNvSpPr>
            <a:spLocks noGrp="1"/>
          </p:cNvSpPr>
          <p:nvPr>
            <p:ph type="body" sz="quarter" idx="25" hasCustomPrompt="1"/>
          </p:nvPr>
        </p:nvSpPr>
        <p:spPr>
          <a:xfrm>
            <a:off x="3073464" y="1630363"/>
            <a:ext cx="1906587" cy="563562"/>
          </a:xfrm>
          <a:solidFill>
            <a:schemeClr val="tx2"/>
          </a:solidFill>
        </p:spPr>
        <p:txBody>
          <a:bodyPr anchor="ctr"/>
          <a:lstStyle>
            <a:lvl1pPr algn="ctr">
              <a:defRPr sz="1600" b="1" kern="0">
                <a:solidFill>
                  <a:schemeClr val="bg1"/>
                </a:solidFill>
              </a:defRPr>
            </a:lvl1pPr>
          </a:lstStyle>
          <a:p>
            <a:pPr lvl="0"/>
            <a:r>
              <a:rPr lang="en-US"/>
              <a:t>Subtitle</a:t>
            </a:r>
          </a:p>
        </p:txBody>
      </p:sp>
      <p:sp>
        <p:nvSpPr>
          <p:cNvPr id="16" name="Text Placeholder 3">
            <a:extLst>
              <a:ext uri="{FF2B5EF4-FFF2-40B4-BE49-F238E27FC236}">
                <a16:creationId xmlns:a16="http://schemas.microsoft.com/office/drawing/2014/main" id="{31218554-B99A-45E3-9AE4-434D8CA5AD2C}"/>
              </a:ext>
            </a:extLst>
          </p:cNvPr>
          <p:cNvSpPr>
            <a:spLocks noGrp="1"/>
          </p:cNvSpPr>
          <p:nvPr>
            <p:ph type="body" sz="quarter" idx="26" hasCustomPrompt="1"/>
          </p:nvPr>
        </p:nvSpPr>
        <p:spPr>
          <a:xfrm>
            <a:off x="5140699" y="1630363"/>
            <a:ext cx="1906587" cy="563562"/>
          </a:xfrm>
          <a:solidFill>
            <a:schemeClr val="accent4"/>
          </a:solidFill>
        </p:spPr>
        <p:txBody>
          <a:bodyPr anchor="ctr"/>
          <a:lstStyle>
            <a:lvl1pPr algn="ctr">
              <a:defRPr sz="1600" b="1" kern="0">
                <a:solidFill>
                  <a:schemeClr val="bg1"/>
                </a:solidFill>
              </a:defRPr>
            </a:lvl1pPr>
          </a:lstStyle>
          <a:p>
            <a:pPr lvl="0"/>
            <a:r>
              <a:rPr lang="en-US"/>
              <a:t>Subtitle</a:t>
            </a:r>
          </a:p>
        </p:txBody>
      </p:sp>
      <p:sp>
        <p:nvSpPr>
          <p:cNvPr id="17" name="Text Placeholder 3">
            <a:extLst>
              <a:ext uri="{FF2B5EF4-FFF2-40B4-BE49-F238E27FC236}">
                <a16:creationId xmlns:a16="http://schemas.microsoft.com/office/drawing/2014/main" id="{BFCA38BE-76B7-4635-8179-9D7DD99CD973}"/>
              </a:ext>
            </a:extLst>
          </p:cNvPr>
          <p:cNvSpPr>
            <a:spLocks noGrp="1"/>
          </p:cNvSpPr>
          <p:nvPr>
            <p:ph type="body" sz="quarter" idx="27" hasCustomPrompt="1"/>
          </p:nvPr>
        </p:nvSpPr>
        <p:spPr>
          <a:xfrm>
            <a:off x="7207934" y="1630363"/>
            <a:ext cx="1906587" cy="563562"/>
          </a:xfrm>
          <a:solidFill>
            <a:schemeClr val="accent3"/>
          </a:solidFill>
        </p:spPr>
        <p:txBody>
          <a:bodyPr anchor="ctr"/>
          <a:lstStyle>
            <a:lvl1pPr algn="ctr">
              <a:defRPr sz="1600" b="1" kern="0">
                <a:solidFill>
                  <a:schemeClr val="bg1"/>
                </a:solidFill>
              </a:defRPr>
            </a:lvl1pPr>
          </a:lstStyle>
          <a:p>
            <a:pPr lvl="0"/>
            <a:r>
              <a:rPr lang="en-US"/>
              <a:t>Subtitle</a:t>
            </a:r>
          </a:p>
        </p:txBody>
      </p:sp>
      <p:sp>
        <p:nvSpPr>
          <p:cNvPr id="18" name="Text Placeholder 3">
            <a:extLst>
              <a:ext uri="{FF2B5EF4-FFF2-40B4-BE49-F238E27FC236}">
                <a16:creationId xmlns:a16="http://schemas.microsoft.com/office/drawing/2014/main" id="{D2020005-E0B8-4233-8022-8AC559F11D2F}"/>
              </a:ext>
            </a:extLst>
          </p:cNvPr>
          <p:cNvSpPr>
            <a:spLocks noGrp="1"/>
          </p:cNvSpPr>
          <p:nvPr>
            <p:ph type="body" sz="quarter" idx="28" hasCustomPrompt="1"/>
          </p:nvPr>
        </p:nvSpPr>
        <p:spPr>
          <a:xfrm>
            <a:off x="9280798" y="1630363"/>
            <a:ext cx="1906587" cy="563562"/>
          </a:xfrm>
          <a:solidFill>
            <a:schemeClr val="accent1"/>
          </a:solidFill>
        </p:spPr>
        <p:txBody>
          <a:bodyPr anchor="ctr"/>
          <a:lstStyle>
            <a:lvl1pPr algn="ctr">
              <a:defRPr sz="1600" b="1" kern="0">
                <a:solidFill>
                  <a:schemeClr val="bg1"/>
                </a:solidFill>
              </a:defRPr>
            </a:lvl1pPr>
          </a:lstStyle>
          <a:p>
            <a:pPr lvl="0"/>
            <a:r>
              <a:rPr lang="en-US"/>
              <a:t>Subtitle</a:t>
            </a:r>
          </a:p>
        </p:txBody>
      </p:sp>
    </p:spTree>
    <p:extLst>
      <p:ext uri="{BB962C8B-B14F-4D97-AF65-F5344CB8AC3E}">
        <p14:creationId xmlns:p14="http://schemas.microsoft.com/office/powerpoint/2010/main" val="3253055748"/>
      </p:ext>
    </p:extLst>
  </p:cSld>
  <p:clrMapOvr>
    <a:masterClrMapping/>
  </p:clrMapOvr>
  <p:extLst>
    <p:ext uri="{DCECCB84-F9BA-43D5-87BE-67443E8EF086}">
      <p15:sldGuideLst xmlns:p15="http://schemas.microsoft.com/office/powerpoint/2012/main">
        <p15:guide id="1" orient="horz" pos="129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 Quad Box with Center Text Box">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919862B5-E58D-4F98-8070-F04E6659AC38}"/>
              </a:ext>
            </a:extLst>
          </p:cNvPr>
          <p:cNvSpPr>
            <a:spLocks noGrp="1"/>
          </p:cNvSpPr>
          <p:nvPr>
            <p:ph type="body" sz="quarter" idx="53"/>
          </p:nvPr>
        </p:nvSpPr>
        <p:spPr>
          <a:xfrm>
            <a:off x="1003346" y="1330325"/>
            <a:ext cx="4967685" cy="2132614"/>
          </a:xfrm>
          <a:custGeom>
            <a:avLst/>
            <a:gdLst>
              <a:gd name="connsiteX0" fmla="*/ 0 w 4967685"/>
              <a:gd name="connsiteY0" fmla="*/ 0 h 2132614"/>
              <a:gd name="connsiteX1" fmla="*/ 4967685 w 4967685"/>
              <a:gd name="connsiteY1" fmla="*/ 0 h 2132614"/>
              <a:gd name="connsiteX2" fmla="*/ 4967685 w 4967685"/>
              <a:gd name="connsiteY2" fmla="*/ 1013538 h 2132614"/>
              <a:gd name="connsiteX3" fmla="*/ 3364916 w 4967685"/>
              <a:gd name="connsiteY3" fmla="*/ 1013538 h 2132614"/>
              <a:gd name="connsiteX4" fmla="*/ 3364916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4967685" y="0"/>
                </a:lnTo>
                <a:lnTo>
                  <a:pt x="4967685" y="1013538"/>
                </a:lnTo>
                <a:lnTo>
                  <a:pt x="3364916" y="1013538"/>
                </a:lnTo>
                <a:lnTo>
                  <a:pt x="3364916" y="2132614"/>
                </a:lnTo>
                <a:lnTo>
                  <a:pt x="0" y="2132614"/>
                </a:lnTo>
                <a:close/>
              </a:path>
            </a:pathLst>
          </a:custGeom>
          <a:solidFill>
            <a:schemeClr val="bg1">
              <a:lumMod val="85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AEEBDCDC-F212-4ED4-8D32-7B1BC919EF2D}"/>
              </a:ext>
            </a:extLst>
          </p:cNvPr>
          <p:cNvSpPr>
            <a:spLocks noGrp="1"/>
          </p:cNvSpPr>
          <p:nvPr>
            <p:ph type="body" sz="quarter" idx="55"/>
          </p:nvPr>
        </p:nvSpPr>
        <p:spPr>
          <a:xfrm>
            <a:off x="6232260" y="1330325"/>
            <a:ext cx="4970724" cy="2132614"/>
          </a:xfrm>
          <a:custGeom>
            <a:avLst/>
            <a:gdLst>
              <a:gd name="connsiteX0" fmla="*/ 0 w 4970724"/>
              <a:gd name="connsiteY0" fmla="*/ 0 h 2132614"/>
              <a:gd name="connsiteX1" fmla="*/ 4970724 w 4970724"/>
              <a:gd name="connsiteY1" fmla="*/ 0 h 2132614"/>
              <a:gd name="connsiteX2" fmla="*/ 4970724 w 4970724"/>
              <a:gd name="connsiteY2" fmla="*/ 2132614 h 2132614"/>
              <a:gd name="connsiteX3" fmla="*/ 1602767 w 4970724"/>
              <a:gd name="connsiteY3" fmla="*/ 2132614 h 2132614"/>
              <a:gd name="connsiteX4" fmla="*/ 1602767 w 4970724"/>
              <a:gd name="connsiteY4" fmla="*/ 1013538 h 2132614"/>
              <a:gd name="connsiteX5" fmla="*/ 0 w 4970724"/>
              <a:gd name="connsiteY5" fmla="*/ 1013538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0" y="0"/>
                </a:moveTo>
                <a:lnTo>
                  <a:pt x="4970724" y="0"/>
                </a:lnTo>
                <a:lnTo>
                  <a:pt x="4970724" y="2132614"/>
                </a:lnTo>
                <a:lnTo>
                  <a:pt x="1602767" y="2132614"/>
                </a:lnTo>
                <a:lnTo>
                  <a:pt x="1602767" y="1013538"/>
                </a:lnTo>
                <a:lnTo>
                  <a:pt x="0" y="1013538"/>
                </a:lnTo>
                <a:close/>
              </a:path>
            </a:pathLst>
          </a:custGeom>
          <a:solidFill>
            <a:schemeClr val="bg1">
              <a:lumMod val="85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19">
            <a:extLst>
              <a:ext uri="{FF2B5EF4-FFF2-40B4-BE49-F238E27FC236}">
                <a16:creationId xmlns:a16="http://schemas.microsoft.com/office/drawing/2014/main" id="{BE0E984E-3A85-42BD-A2C6-26D3EB300D8B}"/>
              </a:ext>
            </a:extLst>
          </p:cNvPr>
          <p:cNvSpPr>
            <a:spLocks noGrp="1"/>
          </p:cNvSpPr>
          <p:nvPr>
            <p:ph type="body" sz="quarter" idx="54"/>
          </p:nvPr>
        </p:nvSpPr>
        <p:spPr>
          <a:xfrm>
            <a:off x="1003346" y="3747502"/>
            <a:ext cx="4967685" cy="2132614"/>
          </a:xfrm>
          <a:custGeom>
            <a:avLst/>
            <a:gdLst>
              <a:gd name="connsiteX0" fmla="*/ 0 w 4967685"/>
              <a:gd name="connsiteY0" fmla="*/ 0 h 2132614"/>
              <a:gd name="connsiteX1" fmla="*/ 3364916 w 4967685"/>
              <a:gd name="connsiteY1" fmla="*/ 0 h 2132614"/>
              <a:gd name="connsiteX2" fmla="*/ 3364916 w 4967685"/>
              <a:gd name="connsiteY2" fmla="*/ 1119077 h 2132614"/>
              <a:gd name="connsiteX3" fmla="*/ 4967685 w 4967685"/>
              <a:gd name="connsiteY3" fmla="*/ 1119077 h 2132614"/>
              <a:gd name="connsiteX4" fmla="*/ 4967685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3364916" y="0"/>
                </a:lnTo>
                <a:lnTo>
                  <a:pt x="3364916" y="1119077"/>
                </a:lnTo>
                <a:lnTo>
                  <a:pt x="4967685" y="1119077"/>
                </a:lnTo>
                <a:lnTo>
                  <a:pt x="4967685" y="2132614"/>
                </a:lnTo>
                <a:lnTo>
                  <a:pt x="0" y="2132614"/>
                </a:lnTo>
                <a:close/>
              </a:path>
            </a:pathLst>
          </a:custGeom>
          <a:solidFill>
            <a:schemeClr val="bg1">
              <a:lumMod val="85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8">
            <a:extLst>
              <a:ext uri="{FF2B5EF4-FFF2-40B4-BE49-F238E27FC236}">
                <a16:creationId xmlns:a16="http://schemas.microsoft.com/office/drawing/2014/main" id="{4DB6DB5B-6EBB-4E77-8ECE-2DE4424BD660}"/>
              </a:ext>
            </a:extLst>
          </p:cNvPr>
          <p:cNvSpPr>
            <a:spLocks noGrp="1"/>
          </p:cNvSpPr>
          <p:nvPr>
            <p:ph type="body" sz="quarter" idx="56"/>
          </p:nvPr>
        </p:nvSpPr>
        <p:spPr>
          <a:xfrm>
            <a:off x="6232260" y="3747502"/>
            <a:ext cx="4970724" cy="2132614"/>
          </a:xfrm>
          <a:custGeom>
            <a:avLst/>
            <a:gdLst>
              <a:gd name="connsiteX0" fmla="*/ 1602767 w 4970724"/>
              <a:gd name="connsiteY0" fmla="*/ 0 h 2132614"/>
              <a:gd name="connsiteX1" fmla="*/ 4970724 w 4970724"/>
              <a:gd name="connsiteY1" fmla="*/ 0 h 2132614"/>
              <a:gd name="connsiteX2" fmla="*/ 4970724 w 4970724"/>
              <a:gd name="connsiteY2" fmla="*/ 2132614 h 2132614"/>
              <a:gd name="connsiteX3" fmla="*/ 0 w 4970724"/>
              <a:gd name="connsiteY3" fmla="*/ 2132614 h 2132614"/>
              <a:gd name="connsiteX4" fmla="*/ 0 w 4970724"/>
              <a:gd name="connsiteY4" fmla="*/ 1119077 h 2132614"/>
              <a:gd name="connsiteX5" fmla="*/ 1602767 w 4970724"/>
              <a:gd name="connsiteY5" fmla="*/ 1119077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1602767" y="0"/>
                </a:moveTo>
                <a:lnTo>
                  <a:pt x="4970724" y="0"/>
                </a:lnTo>
                <a:lnTo>
                  <a:pt x="4970724" y="2132614"/>
                </a:lnTo>
                <a:lnTo>
                  <a:pt x="0" y="2132614"/>
                </a:lnTo>
                <a:lnTo>
                  <a:pt x="0" y="1119077"/>
                </a:lnTo>
                <a:lnTo>
                  <a:pt x="1602767" y="1119077"/>
                </a:lnTo>
                <a:close/>
              </a:path>
            </a:pathLst>
          </a:custGeom>
          <a:solidFill>
            <a:schemeClr val="bg1">
              <a:lumMod val="85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01CCA206-C726-4930-8059-66751EC1483B}"/>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GB"/>
          </a:p>
        </p:txBody>
      </p:sp>
      <p:sp>
        <p:nvSpPr>
          <p:cNvPr id="4" name="Content Placeholder 3">
            <a:extLst>
              <a:ext uri="{FF2B5EF4-FFF2-40B4-BE49-F238E27FC236}">
                <a16:creationId xmlns:a16="http://schemas.microsoft.com/office/drawing/2014/main" id="{B49FE0EB-C435-5FB3-FCE5-D3B348E2ACAE}"/>
              </a:ext>
            </a:extLst>
          </p:cNvPr>
          <p:cNvSpPr>
            <a:spLocks noGrp="1"/>
          </p:cNvSpPr>
          <p:nvPr>
            <p:ph sz="quarter" idx="57"/>
          </p:nvPr>
        </p:nvSpPr>
        <p:spPr>
          <a:xfrm>
            <a:off x="4570413" y="2546350"/>
            <a:ext cx="3049649" cy="2132013"/>
          </a:xfrm>
          <a:solidFill>
            <a:schemeClr val="accent1"/>
          </a:solidFill>
          <a:ln>
            <a:noFill/>
          </a:ln>
        </p:spPr>
        <p:txBody>
          <a:bodyPr vert="horz" lIns="108000" tIns="108000" rIns="108000" bIns="108000" rtlCol="0" anchor="ctr" anchorCtr="1">
            <a:noAutofit/>
          </a:bodyPr>
          <a:lstStyle>
            <a:lvl1pPr algn="ctr">
              <a:defRPr lang="en-US" dirty="0" smtClean="0">
                <a:solidFill>
                  <a:schemeClr val="bg1"/>
                </a:solidFill>
                <a:cs typeface="Arial" panose="020B0604020202020204" pitchFamily="34" charset="0"/>
              </a:defRPr>
            </a:lvl1pPr>
            <a:lvl2pPr algn="ctr">
              <a:defRPr lang="en-US" dirty="0" smtClean="0">
                <a:solidFill>
                  <a:schemeClr val="bg1"/>
                </a:solidFill>
              </a:defRPr>
            </a:lvl2pPr>
            <a:lvl3pPr algn="ctr">
              <a:defRPr lang="en-US" dirty="0" smtClean="0">
                <a:solidFill>
                  <a:schemeClr val="bg1"/>
                </a:solidFill>
              </a:defRPr>
            </a:lvl3pPr>
            <a:lvl4pPr algn="ctr">
              <a:defRPr lang="en-US" dirty="0" smtClean="0">
                <a:solidFill>
                  <a:schemeClr val="bg1"/>
                </a:solidFill>
              </a:defRPr>
            </a:lvl4pPr>
            <a:lvl5pPr algn="ctr">
              <a:defRPr lang="en-US" dirty="0">
                <a:solidFill>
                  <a:schemeClr val="bg1"/>
                </a:solidFill>
              </a:defRPr>
            </a:lvl5pPr>
          </a:lstStyle>
          <a:p>
            <a:pPr lvl="0" algn="ctr"/>
            <a:r>
              <a:rPr lang="en-US"/>
              <a:t>Click to edit Master text styles</a:t>
            </a:r>
          </a:p>
        </p:txBody>
      </p:sp>
    </p:spTree>
    <p:extLst>
      <p:ext uri="{BB962C8B-B14F-4D97-AF65-F5344CB8AC3E}">
        <p14:creationId xmlns:p14="http://schemas.microsoft.com/office/powerpoint/2010/main" val="331722510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 2 Column + Blue Heading">
    <p:spTree>
      <p:nvGrpSpPr>
        <p:cNvPr id="1" name=""/>
        <p:cNvGrpSpPr/>
        <p:nvPr/>
      </p:nvGrpSpPr>
      <p:grpSpPr>
        <a:xfrm>
          <a:off x="0" y="0"/>
          <a:ext cx="0" cy="0"/>
          <a:chOff x="0" y="0"/>
          <a:chExt cx="0" cy="0"/>
        </a:xfrm>
      </p:grpSpPr>
      <p:sp>
        <p:nvSpPr>
          <p:cNvPr id="20" name="Text Placeholder 8"/>
          <p:cNvSpPr>
            <a:spLocks noGrp="1"/>
          </p:cNvSpPr>
          <p:nvPr>
            <p:ph type="body" sz="quarter" idx="20"/>
          </p:nvPr>
        </p:nvSpPr>
        <p:spPr>
          <a:xfrm>
            <a:off x="1003200" y="1331913"/>
            <a:ext cx="4968000" cy="388800"/>
          </a:xfrm>
          <a:solidFill>
            <a:schemeClr val="accent2"/>
          </a:solidFill>
          <a:ln w="12700">
            <a:noFill/>
          </a:ln>
        </p:spPr>
        <p:txBody>
          <a:bodyPr lIns="108000" tIns="108000" rIns="108000" bIns="108000" anchor="ctr"/>
          <a:lstStyle>
            <a:lvl1pPr>
              <a:defRPr sz="1600" b="1">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7" name="Text Placeholder 8"/>
          <p:cNvSpPr>
            <a:spLocks noGrp="1"/>
          </p:cNvSpPr>
          <p:nvPr>
            <p:ph type="body" sz="quarter" idx="22"/>
          </p:nvPr>
        </p:nvSpPr>
        <p:spPr>
          <a:xfrm>
            <a:off x="6236040" y="1331913"/>
            <a:ext cx="4968000" cy="388800"/>
          </a:xfrm>
          <a:solidFill>
            <a:schemeClr val="accent2"/>
          </a:solidFill>
          <a:ln w="12700">
            <a:noFill/>
          </a:ln>
        </p:spPr>
        <p:txBody>
          <a:bodyPr lIns="108000" tIns="108000" rIns="108000" bIns="108000" anchor="ctr"/>
          <a:lstStyle>
            <a:lvl1pPr>
              <a:defRPr sz="1600" b="1">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C76913D-77B2-43C9-9A9E-B86D68E16B7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D2A5EBE6-C4EB-3D63-4351-4FBEA06A0BC6}"/>
              </a:ext>
            </a:extLst>
          </p:cNvPr>
          <p:cNvSpPr>
            <a:spLocks noGrp="1"/>
          </p:cNvSpPr>
          <p:nvPr>
            <p:ph sz="quarter" idx="23"/>
          </p:nvPr>
        </p:nvSpPr>
        <p:spPr>
          <a:xfrm>
            <a:off x="1002588" y="1720850"/>
            <a:ext cx="4968000" cy="4156074"/>
          </a:xfrm>
          <a:solidFill>
            <a:schemeClr val="bg1">
              <a:lumMod val="85000"/>
            </a:schemeClr>
          </a:solidFill>
          <a:ln w="12700">
            <a:noFill/>
          </a:ln>
        </p:spPr>
        <p:txBody>
          <a:bodyPr vert="horz" lIns="108000" tIns="108000" rIns="108000" bIns="108000" rtlCol="0" anchor="t" anchorCtr="0">
            <a:noAutofit/>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0E5B1772-E65F-A92F-6EE3-3FB7C60E2E13}"/>
              </a:ext>
            </a:extLst>
          </p:cNvPr>
          <p:cNvSpPr>
            <a:spLocks noGrp="1"/>
          </p:cNvSpPr>
          <p:nvPr>
            <p:ph sz="quarter" idx="24"/>
          </p:nvPr>
        </p:nvSpPr>
        <p:spPr>
          <a:xfrm>
            <a:off x="6240394" y="1720850"/>
            <a:ext cx="4968000" cy="4156074"/>
          </a:xfrm>
          <a:solidFill>
            <a:schemeClr val="bg1">
              <a:lumMod val="85000"/>
            </a:schemeClr>
          </a:solidFill>
          <a:ln w="12700">
            <a:noFill/>
          </a:ln>
        </p:spPr>
        <p:txBody>
          <a:bodyPr vert="horz" lIns="108000" tIns="108000" rIns="108000" bIns="108000" rtlCol="0" anchor="t" anchorCtr="0">
            <a:noAutofit/>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5059060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 Four Boxes + headings">
    <p:spTree>
      <p:nvGrpSpPr>
        <p:cNvPr id="1" name=""/>
        <p:cNvGrpSpPr/>
        <p:nvPr/>
      </p:nvGrpSpPr>
      <p:grpSpPr>
        <a:xfrm>
          <a:off x="0" y="0"/>
          <a:ext cx="0" cy="0"/>
          <a:chOff x="0" y="0"/>
          <a:chExt cx="0" cy="0"/>
        </a:xfrm>
      </p:grpSpPr>
      <p:sp>
        <p:nvSpPr>
          <p:cNvPr id="13" name="Text Placeholder 8"/>
          <p:cNvSpPr>
            <a:spLocks noGrp="1"/>
          </p:cNvSpPr>
          <p:nvPr>
            <p:ph type="body" sz="quarter" idx="19"/>
          </p:nvPr>
        </p:nvSpPr>
        <p:spPr>
          <a:xfrm>
            <a:off x="1003200" y="1720714"/>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p:cNvSpPr>
            <a:spLocks noGrp="1"/>
          </p:cNvSpPr>
          <p:nvPr>
            <p:ph type="body" sz="quarter" idx="20"/>
          </p:nvPr>
        </p:nvSpPr>
        <p:spPr>
          <a:xfrm>
            <a:off x="1003200" y="1331913"/>
            <a:ext cx="4968000" cy="388800"/>
          </a:xfrm>
          <a:solidFill>
            <a:schemeClr val="accent2"/>
          </a:solidFill>
          <a:ln w="12700">
            <a:noFill/>
          </a:ln>
        </p:spPr>
        <p:txBody>
          <a:bodyPr lIns="108000" tIns="108000" rIns="108000" bIns="108000" anchor="ctr"/>
          <a:lstStyle>
            <a:lvl1pPr>
              <a:defRPr sz="1600" b="1">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5" name="Text Placeholder 8"/>
          <p:cNvSpPr>
            <a:spLocks noGrp="1"/>
          </p:cNvSpPr>
          <p:nvPr>
            <p:ph type="body" sz="quarter" idx="21"/>
          </p:nvPr>
        </p:nvSpPr>
        <p:spPr>
          <a:xfrm>
            <a:off x="6236040" y="1720714"/>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p:cNvSpPr>
            <a:spLocks noGrp="1"/>
          </p:cNvSpPr>
          <p:nvPr>
            <p:ph type="body" sz="quarter" idx="22"/>
          </p:nvPr>
        </p:nvSpPr>
        <p:spPr>
          <a:xfrm>
            <a:off x="6236040" y="1331913"/>
            <a:ext cx="4968000" cy="388800"/>
          </a:xfrm>
          <a:solidFill>
            <a:schemeClr val="accent2"/>
          </a:solidFill>
          <a:ln w="12700">
            <a:noFill/>
          </a:ln>
        </p:spPr>
        <p:txBody>
          <a:bodyPr lIns="108000" tIns="108000" rIns="108000" bIns="108000" anchor="ctr"/>
          <a:lstStyle>
            <a:lvl1pPr>
              <a:defRPr sz="1600" b="1">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1" name="Text Placeholder 8"/>
          <p:cNvSpPr>
            <a:spLocks noGrp="1"/>
          </p:cNvSpPr>
          <p:nvPr>
            <p:ph type="body" sz="quarter" idx="23"/>
          </p:nvPr>
        </p:nvSpPr>
        <p:spPr>
          <a:xfrm>
            <a:off x="1003200" y="4130720"/>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8"/>
          <p:cNvSpPr>
            <a:spLocks noGrp="1"/>
          </p:cNvSpPr>
          <p:nvPr>
            <p:ph type="body" sz="quarter" idx="24"/>
          </p:nvPr>
        </p:nvSpPr>
        <p:spPr>
          <a:xfrm>
            <a:off x="1003200" y="3741920"/>
            <a:ext cx="4968000" cy="388800"/>
          </a:xfrm>
          <a:solidFill>
            <a:schemeClr val="accent2"/>
          </a:solidFill>
          <a:ln w="12700">
            <a:noFill/>
          </a:ln>
        </p:spPr>
        <p:txBody>
          <a:bodyPr lIns="108000" tIns="108000" rIns="108000" bIns="108000" anchor="ctr"/>
          <a:lstStyle>
            <a:lvl1pPr>
              <a:defRPr sz="1600" b="1">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3" name="Text Placeholder 8"/>
          <p:cNvSpPr>
            <a:spLocks noGrp="1"/>
          </p:cNvSpPr>
          <p:nvPr>
            <p:ph type="body" sz="quarter" idx="25"/>
          </p:nvPr>
        </p:nvSpPr>
        <p:spPr>
          <a:xfrm>
            <a:off x="6236040" y="4130720"/>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4" name="Text Placeholder 8"/>
          <p:cNvSpPr>
            <a:spLocks noGrp="1"/>
          </p:cNvSpPr>
          <p:nvPr>
            <p:ph type="body" sz="quarter" idx="26"/>
          </p:nvPr>
        </p:nvSpPr>
        <p:spPr>
          <a:xfrm>
            <a:off x="6236040" y="3741920"/>
            <a:ext cx="4968000" cy="388800"/>
          </a:xfrm>
          <a:solidFill>
            <a:schemeClr val="accent2"/>
          </a:solidFill>
          <a:ln w="12700">
            <a:noFill/>
          </a:ln>
        </p:spPr>
        <p:txBody>
          <a:bodyPr lIns="108000" tIns="108000" rIns="108000" bIns="108000" anchor="ctr"/>
          <a:lstStyle>
            <a:lvl1pPr>
              <a:defRPr sz="1600" b="1">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EF8E881-FC4C-4F00-9389-FF3C71D7CB7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40161267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Section Break 1">
    <p:bg>
      <p:bgPr>
        <a:solidFill>
          <a:schemeClr val="accent2"/>
        </a:solidFill>
        <a:effectLst/>
      </p:bgPr>
    </p:bg>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79D65585-570B-4F7D-B4BC-0F7CFAF52BAF}"/>
              </a:ext>
            </a:extLst>
          </p:cNvPr>
          <p:cNvSpPr>
            <a:spLocks noChangeAspect="1"/>
          </p:cNvSpPr>
          <p:nvPr userDrawn="1"/>
        </p:nvSpPr>
        <p:spPr>
          <a:xfrm>
            <a:off x="998476" y="971550"/>
            <a:ext cx="7061787" cy="494325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5252400" cy="2367199"/>
          </a:xfrm>
          <a:noFill/>
        </p:spPr>
        <p:txBody>
          <a:bodyPr lIns="0" tIns="0" rIns="0" bIns="0" anchor="t" anchorCtr="0"/>
          <a:lstStyle>
            <a:lvl1pPr algn="l">
              <a:defRPr sz="8000" baseline="0">
                <a:solidFill>
                  <a:schemeClr val="bg1"/>
                </a:solidFill>
              </a:defRPr>
            </a:lvl1pPr>
          </a:lstStyle>
          <a:p>
            <a:r>
              <a:rPr lang="en-US"/>
              <a:t>Click to edit Master title style</a:t>
            </a:r>
          </a:p>
        </p:txBody>
      </p:sp>
      <p:sp>
        <p:nvSpPr>
          <p:cNvPr id="12" name="Text Placeholder 3">
            <a:extLst>
              <a:ext uri="{FF2B5EF4-FFF2-40B4-BE49-F238E27FC236}">
                <a16:creationId xmlns:a16="http://schemas.microsoft.com/office/drawing/2014/main" id="{9BE67C5C-769B-4AEA-A1B7-EFD4A3AA2397}"/>
              </a:ext>
            </a:extLst>
          </p:cNvPr>
          <p:cNvSpPr>
            <a:spLocks noGrp="1"/>
          </p:cNvSpPr>
          <p:nvPr>
            <p:ph type="body" sz="quarter" idx="11"/>
          </p:nvPr>
        </p:nvSpPr>
        <p:spPr>
          <a:xfrm>
            <a:off x="1289860" y="5308261"/>
            <a:ext cx="5252400" cy="246221"/>
          </a:xfrm>
        </p:spPr>
        <p:txBody>
          <a:bodyPr wrap="square" anchor="b">
            <a:spAutoFit/>
          </a:bodyPr>
          <a:lstStyle>
            <a:lvl1pPr>
              <a:defRPr sz="1600" b="1">
                <a:solidFill>
                  <a:schemeClr val="bg1"/>
                </a:solidFill>
              </a:defRPr>
            </a:lvl1pPr>
            <a:lvl2pPr>
              <a:defRPr sz="16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
        <p:nvSpPr>
          <p:cNvPr id="4" name="Text Placeholder 3">
            <a:extLst>
              <a:ext uri="{FF2B5EF4-FFF2-40B4-BE49-F238E27FC236}">
                <a16:creationId xmlns:a16="http://schemas.microsoft.com/office/drawing/2014/main" id="{B5E8B0BD-68A6-4AD8-A640-99B893F06320}"/>
              </a:ext>
            </a:extLst>
          </p:cNvPr>
          <p:cNvSpPr>
            <a:spLocks noGrp="1"/>
          </p:cNvSpPr>
          <p:nvPr>
            <p:ph type="body" sz="quarter" idx="12" hasCustomPrompt="1"/>
          </p:nvPr>
        </p:nvSpPr>
        <p:spPr>
          <a:xfrm>
            <a:off x="1289860" y="1140069"/>
            <a:ext cx="1082675" cy="812530"/>
          </a:xfrm>
        </p:spPr>
        <p:txBody>
          <a:bodyPr>
            <a:spAutoFit/>
          </a:bodyPr>
          <a:lstStyle>
            <a:lvl1pPr>
              <a:lnSpc>
                <a:spcPct val="80000"/>
              </a:lnSpc>
              <a:defRPr lang="en-US" sz="6600" kern="1200" baseline="0" dirty="0" smtClean="0">
                <a:solidFill>
                  <a:schemeClr val="bg1"/>
                </a:solidFill>
                <a:latin typeface="+mj-lt"/>
                <a:ea typeface="+mj-ea"/>
                <a:cs typeface="+mj-cs"/>
              </a:defRPr>
            </a:lvl1pPr>
          </a:lstStyle>
          <a:p>
            <a:pPr lvl="0"/>
            <a:r>
              <a:rPr lang="en-US"/>
              <a:t>00</a:t>
            </a:r>
          </a:p>
        </p:txBody>
      </p:sp>
    </p:spTree>
    <p:extLst>
      <p:ext uri="{BB962C8B-B14F-4D97-AF65-F5344CB8AC3E}">
        <p14:creationId xmlns:p14="http://schemas.microsoft.com/office/powerpoint/2010/main" val="238696112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Section break 2">
    <p:bg>
      <p:bgPr>
        <a:gradFill flip="none" rotWithShape="1">
          <a:gsLst>
            <a:gs pos="0">
              <a:schemeClr val="accent5"/>
            </a:gs>
            <a:gs pos="100000">
              <a:schemeClr val="accent1"/>
            </a:gs>
          </a:gsLst>
          <a:lin ang="0" scaled="0"/>
          <a:tileRect/>
        </a:gra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BAF31653-DA95-4567-9106-71E1E49BA627}"/>
              </a:ext>
            </a:extLst>
          </p:cNvPr>
          <p:cNvSpPr>
            <a:spLocks noChangeAspect="1"/>
          </p:cNvSpPr>
          <p:nvPr userDrawn="1"/>
        </p:nvSpPr>
        <p:spPr>
          <a:xfrm>
            <a:off x="998476" y="971550"/>
            <a:ext cx="7061787" cy="4943250"/>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60" name="Text Placeholder 3">
            <a:extLst>
              <a:ext uri="{FF2B5EF4-FFF2-40B4-BE49-F238E27FC236}">
                <a16:creationId xmlns:a16="http://schemas.microsoft.com/office/drawing/2014/main" id="{2925CE2F-8945-49DE-BCC2-8BCACF480E4F}"/>
              </a:ext>
            </a:extLst>
          </p:cNvPr>
          <p:cNvSpPr>
            <a:spLocks noGrp="1"/>
          </p:cNvSpPr>
          <p:nvPr>
            <p:ph type="body" sz="quarter" idx="13"/>
          </p:nvPr>
        </p:nvSpPr>
        <p:spPr>
          <a:xfrm>
            <a:off x="1289860" y="5308261"/>
            <a:ext cx="5252400" cy="246221"/>
          </a:xfrm>
        </p:spPr>
        <p:txBody>
          <a:bodyPr wrap="square" anchor="b">
            <a:spAutoFit/>
          </a:bodyPr>
          <a:lstStyle>
            <a:lvl1pPr>
              <a:defRPr sz="1600" b="1">
                <a:solidFill>
                  <a:schemeClr val="accent2"/>
                </a:solidFill>
              </a:defRPr>
            </a:lvl1pPr>
            <a:lvl2pPr>
              <a:defRPr sz="1600">
                <a:solidFill>
                  <a:schemeClr val="accent2"/>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
        <p:nvSpPr>
          <p:cNvPr id="61" name="Text Placeholder 3">
            <a:extLst>
              <a:ext uri="{FF2B5EF4-FFF2-40B4-BE49-F238E27FC236}">
                <a16:creationId xmlns:a16="http://schemas.microsoft.com/office/drawing/2014/main" id="{C346F2F1-AF73-4284-8702-745152AF5399}"/>
              </a:ext>
            </a:extLst>
          </p:cNvPr>
          <p:cNvSpPr>
            <a:spLocks noGrp="1"/>
          </p:cNvSpPr>
          <p:nvPr>
            <p:ph type="body" sz="quarter" idx="14" hasCustomPrompt="1"/>
          </p:nvPr>
        </p:nvSpPr>
        <p:spPr>
          <a:xfrm>
            <a:off x="1289860" y="1140069"/>
            <a:ext cx="1082675" cy="812530"/>
          </a:xfrm>
        </p:spPr>
        <p:txBody>
          <a:bodyPr>
            <a:spAutoFit/>
          </a:bodyPr>
          <a:lstStyle>
            <a:lvl1pPr>
              <a:lnSpc>
                <a:spcPct val="80000"/>
              </a:lnSpc>
              <a:defRPr lang="en-US" sz="6600" kern="1200" baseline="0" dirty="0" smtClean="0">
                <a:solidFill>
                  <a:schemeClr val="accent2"/>
                </a:solidFill>
                <a:latin typeface="+mj-lt"/>
                <a:ea typeface="+mj-ea"/>
                <a:cs typeface="+mj-cs"/>
              </a:defRPr>
            </a:lvl1pPr>
          </a:lstStyle>
          <a:p>
            <a:pPr lvl="0"/>
            <a:r>
              <a:rPr lang="en-US"/>
              <a:t>00</a:t>
            </a: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5252400" cy="2367199"/>
          </a:xfrm>
          <a:noFill/>
        </p:spPr>
        <p:txBody>
          <a:bodyPr lIns="0" tIns="0" rIns="0" bIns="0" anchor="t" anchorCtr="0"/>
          <a:lstStyle>
            <a:lvl1pPr algn="l">
              <a:defRPr sz="8000" baseline="0">
                <a:solidFill>
                  <a:schemeClr val="accent2"/>
                </a:solidFill>
              </a:defRPr>
            </a:lvl1pPr>
          </a:lstStyle>
          <a:p>
            <a:r>
              <a:rPr lang="en-US"/>
              <a:t>Click to edit Master title style</a:t>
            </a:r>
          </a:p>
        </p:txBody>
      </p:sp>
    </p:spTree>
    <p:extLst>
      <p:ext uri="{BB962C8B-B14F-4D97-AF65-F5344CB8AC3E}">
        <p14:creationId xmlns:p14="http://schemas.microsoft.com/office/powerpoint/2010/main" val="142566398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1_Section Break 1">
    <p:bg>
      <p:bgPr>
        <a:solidFill>
          <a:schemeClr val="accent2"/>
        </a:solidFill>
        <a:effectLst/>
      </p:bgPr>
    </p:bg>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79D65585-570B-4F7D-B4BC-0F7CFAF52BAF}"/>
              </a:ext>
            </a:extLst>
          </p:cNvPr>
          <p:cNvSpPr>
            <a:spLocks noChangeAspect="1"/>
          </p:cNvSpPr>
          <p:nvPr userDrawn="1"/>
        </p:nvSpPr>
        <p:spPr>
          <a:xfrm>
            <a:off x="998477" y="971550"/>
            <a:ext cx="3473688" cy="494325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2901140" cy="2367199"/>
          </a:xfrm>
          <a:noFill/>
        </p:spPr>
        <p:txBody>
          <a:bodyPr lIns="0" tIns="0" rIns="0" bIns="0" anchor="t" anchorCtr="0"/>
          <a:lstStyle>
            <a:lvl1pPr algn="l">
              <a:defRPr sz="5400" baseline="0">
                <a:solidFill>
                  <a:schemeClr val="bg1"/>
                </a:solidFill>
              </a:defRPr>
            </a:lvl1pPr>
          </a:lstStyle>
          <a:p>
            <a:r>
              <a:rPr lang="en-US"/>
              <a:t>Click to edit Master title style</a:t>
            </a:r>
          </a:p>
        </p:txBody>
      </p:sp>
      <p:sp>
        <p:nvSpPr>
          <p:cNvPr id="12" name="Text Placeholder 3">
            <a:extLst>
              <a:ext uri="{FF2B5EF4-FFF2-40B4-BE49-F238E27FC236}">
                <a16:creationId xmlns:a16="http://schemas.microsoft.com/office/drawing/2014/main" id="{9BE67C5C-769B-4AEA-A1B7-EFD4A3AA2397}"/>
              </a:ext>
            </a:extLst>
          </p:cNvPr>
          <p:cNvSpPr>
            <a:spLocks noGrp="1"/>
          </p:cNvSpPr>
          <p:nvPr>
            <p:ph type="body" sz="quarter" idx="11"/>
          </p:nvPr>
        </p:nvSpPr>
        <p:spPr>
          <a:xfrm>
            <a:off x="1289860" y="5062039"/>
            <a:ext cx="2901140" cy="492443"/>
          </a:xfrm>
        </p:spPr>
        <p:txBody>
          <a:bodyPr wrap="square" anchor="b">
            <a:spAutoFit/>
          </a:bodyPr>
          <a:lstStyle>
            <a:lvl1pPr>
              <a:defRPr sz="1600" b="1">
                <a:solidFill>
                  <a:schemeClr val="bg1"/>
                </a:solidFill>
              </a:defRPr>
            </a:lvl1pPr>
            <a:lvl2pPr>
              <a:defRPr sz="16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
        <p:nvSpPr>
          <p:cNvPr id="4" name="Text Placeholder 3">
            <a:extLst>
              <a:ext uri="{FF2B5EF4-FFF2-40B4-BE49-F238E27FC236}">
                <a16:creationId xmlns:a16="http://schemas.microsoft.com/office/drawing/2014/main" id="{B5E8B0BD-68A6-4AD8-A640-99B893F06320}"/>
              </a:ext>
            </a:extLst>
          </p:cNvPr>
          <p:cNvSpPr>
            <a:spLocks noGrp="1"/>
          </p:cNvSpPr>
          <p:nvPr>
            <p:ph type="body" sz="quarter" idx="12" hasCustomPrompt="1"/>
          </p:nvPr>
        </p:nvSpPr>
        <p:spPr>
          <a:xfrm>
            <a:off x="1289860" y="1140069"/>
            <a:ext cx="1082675" cy="812530"/>
          </a:xfrm>
        </p:spPr>
        <p:txBody>
          <a:bodyPr>
            <a:spAutoFit/>
          </a:bodyPr>
          <a:lstStyle>
            <a:lvl1pPr>
              <a:lnSpc>
                <a:spcPct val="80000"/>
              </a:lnSpc>
              <a:defRPr lang="en-US" sz="6600" kern="1200" baseline="0" dirty="0" smtClean="0">
                <a:solidFill>
                  <a:schemeClr val="bg1"/>
                </a:solidFill>
                <a:latin typeface="+mj-lt"/>
                <a:ea typeface="+mj-ea"/>
                <a:cs typeface="+mj-cs"/>
              </a:defRPr>
            </a:lvl1pPr>
          </a:lstStyle>
          <a:p>
            <a:pPr lvl="0"/>
            <a:r>
              <a:rPr lang="en-US"/>
              <a:t>00</a:t>
            </a:r>
          </a:p>
        </p:txBody>
      </p:sp>
    </p:spTree>
    <p:extLst>
      <p:ext uri="{BB962C8B-B14F-4D97-AF65-F5344CB8AC3E}">
        <p14:creationId xmlns:p14="http://schemas.microsoft.com/office/powerpoint/2010/main" val="324598301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Section break 2">
    <p:bg>
      <p:bgPr>
        <a:gradFill flip="none" rotWithShape="1">
          <a:gsLst>
            <a:gs pos="0">
              <a:schemeClr val="accent5"/>
            </a:gs>
            <a:gs pos="100000">
              <a:schemeClr val="accent1"/>
            </a:gs>
          </a:gsLst>
          <a:lin ang="0" scaled="0"/>
          <a:tileRect/>
        </a:gra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BAF31653-DA95-4567-9106-71E1E49BA627}"/>
              </a:ext>
            </a:extLst>
          </p:cNvPr>
          <p:cNvSpPr>
            <a:spLocks noChangeAspect="1"/>
          </p:cNvSpPr>
          <p:nvPr userDrawn="1"/>
        </p:nvSpPr>
        <p:spPr>
          <a:xfrm>
            <a:off x="998477" y="971550"/>
            <a:ext cx="3473688" cy="4943250"/>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60" name="Text Placeholder 3">
            <a:extLst>
              <a:ext uri="{FF2B5EF4-FFF2-40B4-BE49-F238E27FC236}">
                <a16:creationId xmlns:a16="http://schemas.microsoft.com/office/drawing/2014/main" id="{2925CE2F-8945-49DE-BCC2-8BCACF480E4F}"/>
              </a:ext>
            </a:extLst>
          </p:cNvPr>
          <p:cNvSpPr>
            <a:spLocks noGrp="1"/>
          </p:cNvSpPr>
          <p:nvPr>
            <p:ph type="body" sz="quarter" idx="13"/>
          </p:nvPr>
        </p:nvSpPr>
        <p:spPr>
          <a:xfrm>
            <a:off x="1289860" y="5062039"/>
            <a:ext cx="2914995" cy="492443"/>
          </a:xfrm>
        </p:spPr>
        <p:txBody>
          <a:bodyPr wrap="square" anchor="b">
            <a:spAutoFit/>
          </a:bodyPr>
          <a:lstStyle>
            <a:lvl1pPr>
              <a:defRPr sz="1600" b="1">
                <a:solidFill>
                  <a:schemeClr val="accent2"/>
                </a:solidFill>
              </a:defRPr>
            </a:lvl1pPr>
            <a:lvl2pPr>
              <a:defRPr sz="1600">
                <a:solidFill>
                  <a:schemeClr val="accent2"/>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
        <p:nvSpPr>
          <p:cNvPr id="61" name="Text Placeholder 3">
            <a:extLst>
              <a:ext uri="{FF2B5EF4-FFF2-40B4-BE49-F238E27FC236}">
                <a16:creationId xmlns:a16="http://schemas.microsoft.com/office/drawing/2014/main" id="{C346F2F1-AF73-4284-8702-745152AF5399}"/>
              </a:ext>
            </a:extLst>
          </p:cNvPr>
          <p:cNvSpPr>
            <a:spLocks noGrp="1"/>
          </p:cNvSpPr>
          <p:nvPr>
            <p:ph type="body" sz="quarter" idx="14" hasCustomPrompt="1"/>
          </p:nvPr>
        </p:nvSpPr>
        <p:spPr>
          <a:xfrm>
            <a:off x="1289860" y="1140069"/>
            <a:ext cx="1082675" cy="812530"/>
          </a:xfrm>
        </p:spPr>
        <p:txBody>
          <a:bodyPr>
            <a:spAutoFit/>
          </a:bodyPr>
          <a:lstStyle>
            <a:lvl1pPr>
              <a:lnSpc>
                <a:spcPct val="80000"/>
              </a:lnSpc>
              <a:defRPr lang="en-US" sz="6600" kern="1200" baseline="0" dirty="0" smtClean="0">
                <a:solidFill>
                  <a:schemeClr val="accent2"/>
                </a:solidFill>
                <a:latin typeface="+mj-lt"/>
                <a:ea typeface="+mj-ea"/>
                <a:cs typeface="+mj-cs"/>
              </a:defRPr>
            </a:lvl1pPr>
          </a:lstStyle>
          <a:p>
            <a:pPr lvl="0"/>
            <a:r>
              <a:rPr lang="en-US"/>
              <a:t>00</a:t>
            </a: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2914995" cy="2367199"/>
          </a:xfrm>
          <a:noFill/>
        </p:spPr>
        <p:txBody>
          <a:bodyPr lIns="0" tIns="0" rIns="0" bIns="0" anchor="t" anchorCtr="0"/>
          <a:lstStyle>
            <a:lvl1pPr algn="l">
              <a:defRPr sz="5400" baseline="0">
                <a:solidFill>
                  <a:schemeClr val="accent2"/>
                </a:solidFill>
              </a:defRPr>
            </a:lvl1pPr>
          </a:lstStyle>
          <a:p>
            <a:r>
              <a:rPr lang="en-US"/>
              <a:t>Click to edit Master title style</a:t>
            </a:r>
          </a:p>
        </p:txBody>
      </p:sp>
    </p:spTree>
    <p:extLst>
      <p:ext uri="{BB962C8B-B14F-4D97-AF65-F5344CB8AC3E}">
        <p14:creationId xmlns:p14="http://schemas.microsoft.com/office/powerpoint/2010/main" val="301084421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ubsection break">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0604226E-EE2B-456C-B755-B27FB56F0514}"/>
              </a:ext>
            </a:extLst>
          </p:cNvPr>
          <p:cNvSpPr>
            <a:spLocks noGrp="1"/>
          </p:cNvSpPr>
          <p:nvPr>
            <p:ph type="body" sz="quarter" idx="21" hasCustomPrompt="1"/>
          </p:nvPr>
        </p:nvSpPr>
        <p:spPr>
          <a:xfrm>
            <a:off x="5530051" y="1675973"/>
            <a:ext cx="1131897" cy="1554907"/>
          </a:xfrm>
          <a:gradFill>
            <a:gsLst>
              <a:gs pos="0">
                <a:srgbClr val="7213EA"/>
              </a:gs>
              <a:gs pos="100000">
                <a:srgbClr val="1E49E2"/>
              </a:gs>
            </a:gsLst>
            <a:lin ang="0" scaled="0"/>
          </a:gradFill>
          <a:ln w="12700" cap="flat" cmpd="sng" algn="ctr">
            <a:noFill/>
            <a:prstDash val="solid"/>
            <a:miter lim="800000"/>
          </a:ln>
          <a:effectLst/>
        </p:spPr>
        <p:txBody>
          <a:bodyPr lIns="0" tIns="0" rIns="0" bIns="0" rtlCol="0" anchor="ctr"/>
          <a:lstStyle>
            <a:lvl1pPr algn="ctr">
              <a:defRPr kumimoji="0" lang="en-US" sz="7200" b="0" i="0" u="none" strike="noStrike" kern="0" cap="none" spc="0" normalizeH="0" baseline="0" dirty="0">
                <a:ln>
                  <a:noFill/>
                </a:ln>
                <a:solidFill>
                  <a:srgbClr val="FFFFFF"/>
                </a:solidFill>
                <a:effectLst/>
                <a:uLnTx/>
                <a:uFillTx/>
                <a:latin typeface="Arial"/>
              </a:defRPr>
            </a:lvl1pPr>
          </a:lstStyle>
          <a:p>
            <a:pPr marR="0" lvl="0" fontAlgn="auto">
              <a:spcAft>
                <a:spcPts val="0"/>
              </a:spcAft>
              <a:buClrTx/>
              <a:buSzTx/>
              <a:tabLst/>
            </a:pPr>
            <a:r>
              <a:rPr lang="en-US"/>
              <a:t>#</a:t>
            </a:r>
          </a:p>
        </p:txBody>
      </p:sp>
      <p:sp>
        <p:nvSpPr>
          <p:cNvPr id="9" name="Text Placeholder 5">
            <a:extLst>
              <a:ext uri="{FF2B5EF4-FFF2-40B4-BE49-F238E27FC236}">
                <a16:creationId xmlns:a16="http://schemas.microsoft.com/office/drawing/2014/main" id="{3BAEEB15-711A-422A-8181-97EDF5829289}"/>
              </a:ext>
            </a:extLst>
          </p:cNvPr>
          <p:cNvSpPr>
            <a:spLocks noGrp="1"/>
          </p:cNvSpPr>
          <p:nvPr>
            <p:ph type="body" sz="quarter" idx="17" hasCustomPrompt="1"/>
          </p:nvPr>
        </p:nvSpPr>
        <p:spPr>
          <a:xfrm>
            <a:off x="5530051" y="5356619"/>
            <a:ext cx="5092699" cy="520305"/>
          </a:xfrm>
        </p:spPr>
        <p:txBody>
          <a:bodyPr anchor="b"/>
          <a:lstStyle>
            <a:lvl1pPr>
              <a:defRPr kern="0" spc="0" baseline="0"/>
            </a:lvl1pPr>
          </a:lstStyle>
          <a:p>
            <a:pPr lvl="0"/>
            <a:r>
              <a:rPr lang="en-US"/>
              <a:t>Subtitle</a:t>
            </a:r>
          </a:p>
        </p:txBody>
      </p:sp>
      <p:sp>
        <p:nvSpPr>
          <p:cNvPr id="8" name="Picture Placeholder 7">
            <a:extLst>
              <a:ext uri="{FF2B5EF4-FFF2-40B4-BE49-F238E27FC236}">
                <a16:creationId xmlns:a16="http://schemas.microsoft.com/office/drawing/2014/main" id="{8685A893-E2C2-4E62-A1DE-835DB19E8238}"/>
              </a:ext>
            </a:extLst>
          </p:cNvPr>
          <p:cNvSpPr>
            <a:spLocks noGrp="1"/>
          </p:cNvSpPr>
          <p:nvPr>
            <p:ph type="pic" sz="quarter" idx="20"/>
          </p:nvPr>
        </p:nvSpPr>
        <p:spPr>
          <a:xfrm>
            <a:off x="995363" y="655320"/>
            <a:ext cx="3799745" cy="5221605"/>
          </a:xfrm>
          <a:solidFill>
            <a:schemeClr val="bg1">
              <a:lumMod val="85000"/>
            </a:schemeClr>
          </a:solidFill>
        </p:spPr>
        <p:txBody>
          <a:bodyPr/>
          <a:lstStyle>
            <a:lvl1pPr>
              <a:defRPr kern="0" spc="0" baseline="0"/>
            </a:lvl1pPr>
          </a:lstStyle>
          <a:p>
            <a:r>
              <a:rPr lang="en-US"/>
              <a:t>Click icon to add picture</a:t>
            </a:r>
          </a:p>
        </p:txBody>
      </p:sp>
      <p:sp>
        <p:nvSpPr>
          <p:cNvPr id="2" name="Title 1"/>
          <p:cNvSpPr>
            <a:spLocks noGrp="1"/>
          </p:cNvSpPr>
          <p:nvPr>
            <p:ph type="title" hasCustomPrompt="1"/>
          </p:nvPr>
        </p:nvSpPr>
        <p:spPr>
          <a:xfrm>
            <a:off x="5530051" y="3429000"/>
            <a:ext cx="5092800" cy="1554920"/>
          </a:xfrm>
        </p:spPr>
        <p:txBody>
          <a:bodyPr/>
          <a:lstStyle>
            <a:lvl1pPr>
              <a:lnSpc>
                <a:spcPct val="80000"/>
              </a:lnSpc>
              <a:defRPr sz="6000" kern="0" spc="0" baseline="0"/>
            </a:lvl1pPr>
          </a:lstStyle>
          <a:p>
            <a:r>
              <a:rPr lang="en-US"/>
              <a:t>Divider copy goes here</a:t>
            </a:r>
          </a:p>
        </p:txBody>
      </p:sp>
    </p:spTree>
    <p:extLst>
      <p:ext uri="{BB962C8B-B14F-4D97-AF65-F5344CB8AC3E}">
        <p14:creationId xmlns:p14="http://schemas.microsoft.com/office/powerpoint/2010/main" val="725209049"/>
      </p:ext>
    </p:extLst>
  </p:cSld>
  <p:clrMapOvr>
    <a:masterClrMapping/>
  </p:clrMapOvr>
  <p:extLst>
    <p:ext uri="{DCECCB84-F9BA-43D5-87BE-67443E8EF086}">
      <p15:sldGuideLst xmlns:p15="http://schemas.microsoft.com/office/powerpoint/2012/main">
        <p15:guide id="1" orient="horz" pos="1296">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Closing layout">
    <p:spTree>
      <p:nvGrpSpPr>
        <p:cNvPr id="1" name=""/>
        <p:cNvGrpSpPr/>
        <p:nvPr/>
      </p:nvGrpSpPr>
      <p:grpSpPr>
        <a:xfrm>
          <a:off x="0" y="0"/>
          <a:ext cx="0" cy="0"/>
          <a:chOff x="0" y="0"/>
          <a:chExt cx="0" cy="0"/>
        </a:xfrm>
      </p:grpSpPr>
      <p:sp>
        <p:nvSpPr>
          <p:cNvPr id="14" name="Text Placeholder 2">
            <a:extLst>
              <a:ext uri="{FF2B5EF4-FFF2-40B4-BE49-F238E27FC236}">
                <a16:creationId xmlns:a16="http://schemas.microsoft.com/office/drawing/2014/main" id="{F36415CC-18EE-44C6-AA6A-0C70BEB38184}"/>
              </a:ext>
            </a:extLst>
          </p:cNvPr>
          <p:cNvSpPr>
            <a:spLocks noGrp="1"/>
          </p:cNvSpPr>
          <p:nvPr>
            <p:ph type="body" sz="quarter" idx="10"/>
          </p:nvPr>
        </p:nvSpPr>
        <p:spPr>
          <a:xfrm>
            <a:off x="741301" y="4240696"/>
            <a:ext cx="5748399" cy="1854200"/>
          </a:xfrm>
        </p:spPr>
        <p:txBody>
          <a:bodyPr anchor="b"/>
          <a:lstStyle>
            <a:lvl1pPr>
              <a:spcAft>
                <a:spcPts val="1000"/>
              </a:spcAft>
              <a:defRPr lang="en-US" sz="900" b="0" kern="1200" dirty="0" smtClean="0">
                <a:solidFill>
                  <a:schemeClr val="bg1">
                    <a:lumMod val="65000"/>
                  </a:schemeClr>
                </a:solidFill>
                <a:latin typeface="+mn-lt"/>
                <a:ea typeface="+mn-ea"/>
                <a:cs typeface="+mn-cs"/>
              </a:defRPr>
            </a:lvl1pPr>
            <a:lvl2pPr>
              <a:spcAft>
                <a:spcPts val="1000"/>
              </a:spcAft>
              <a:defRPr sz="900" b="0">
                <a:solidFill>
                  <a:schemeClr val="tx1"/>
                </a:solidFill>
              </a:defRPr>
            </a:lvl2pPr>
          </a:lstStyle>
          <a:p>
            <a:pPr marL="0" lvl="0" indent="0" algn="l" defTabSz="685766" rtl="0" eaLnBrk="1" latinLnBrk="0" hangingPunct="1">
              <a:lnSpc>
                <a:spcPct val="100000"/>
              </a:lnSpc>
              <a:spcBef>
                <a:spcPts val="0"/>
              </a:spcBef>
              <a:spcAft>
                <a:spcPts val="600"/>
              </a:spcAft>
              <a:buFontTx/>
              <a:buNone/>
            </a:pPr>
            <a:r>
              <a:rPr lang="en-US"/>
              <a:t>Click to edit Master text styles</a:t>
            </a:r>
          </a:p>
          <a:p>
            <a:pPr marL="0" lvl="1" indent="0" algn="l" defTabSz="685766" rtl="0" eaLnBrk="1" latinLnBrk="0" hangingPunct="1">
              <a:lnSpc>
                <a:spcPct val="100000"/>
              </a:lnSpc>
              <a:spcBef>
                <a:spcPts val="0"/>
              </a:spcBef>
              <a:spcAft>
                <a:spcPts val="600"/>
              </a:spcAft>
              <a:buFontTx/>
              <a:buNone/>
            </a:pPr>
            <a:r>
              <a:rPr lang="en-US"/>
              <a:t>Second level</a:t>
            </a:r>
          </a:p>
        </p:txBody>
      </p:sp>
      <p:pic>
        <p:nvPicPr>
          <p:cNvPr id="23" name="Graphic 22">
            <a:extLst>
              <a:ext uri="{FF2B5EF4-FFF2-40B4-BE49-F238E27FC236}">
                <a16:creationId xmlns:a16="http://schemas.microsoft.com/office/drawing/2014/main" id="{BB7DCF77-C63C-4BBE-88C9-6A8B122B820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
        <p:nvSpPr>
          <p:cNvPr id="3" name="TextBox 2">
            <a:extLst>
              <a:ext uri="{FF2B5EF4-FFF2-40B4-BE49-F238E27FC236}">
                <a16:creationId xmlns:a16="http://schemas.microsoft.com/office/drawing/2014/main" id="{4A81CA90-D592-C9D2-D312-E24E59BEEAD5}"/>
              </a:ext>
            </a:extLst>
          </p:cNvPr>
          <p:cNvSpPr txBox="1"/>
          <p:nvPr userDrawn="1"/>
        </p:nvSpPr>
        <p:spPr>
          <a:xfrm>
            <a:off x="741301" y="3824579"/>
            <a:ext cx="1112108" cy="161583"/>
          </a:xfrm>
          <a:prstGeom prst="rect">
            <a:avLst/>
          </a:prstGeom>
          <a:noFill/>
        </p:spPr>
        <p:txBody>
          <a:bodyPr wrap="square" lIns="0" tIns="0" rIns="0" bIns="0">
            <a:spAutoFit/>
          </a:bodyPr>
          <a:lstStyle/>
          <a:p>
            <a:pPr marR="0">
              <a:spcBef>
                <a:spcPts val="0"/>
              </a:spcBef>
              <a:spcAft>
                <a:spcPts val="0"/>
              </a:spcAft>
            </a:pPr>
            <a:r>
              <a:rPr lang="en-US" sz="1050" b="1">
                <a:solidFill>
                  <a:schemeClr val="tx2"/>
                </a:solidFill>
                <a:effectLst/>
                <a:ea typeface="Calibri" panose="020F0502020204030204" pitchFamily="34" charset="0"/>
              </a:rPr>
              <a:t>Learn about us:</a:t>
            </a:r>
          </a:p>
        </p:txBody>
      </p:sp>
      <p:sp>
        <p:nvSpPr>
          <p:cNvPr id="4" name="Freeform: Shape 3">
            <a:extLst>
              <a:ext uri="{FF2B5EF4-FFF2-40B4-BE49-F238E27FC236}">
                <a16:creationId xmlns:a16="http://schemas.microsoft.com/office/drawing/2014/main" id="{4A9FA3A8-95F7-342F-0770-F1DF6F57C670}"/>
              </a:ext>
            </a:extLst>
          </p:cNvPr>
          <p:cNvSpPr/>
          <p:nvPr userDrawn="1"/>
        </p:nvSpPr>
        <p:spPr>
          <a:xfrm>
            <a:off x="1914717" y="3715275"/>
            <a:ext cx="380190" cy="380190"/>
          </a:xfrm>
          <a:custGeom>
            <a:avLst/>
            <a:gdLst>
              <a:gd name="connsiteX0" fmla="*/ 192044 w 207146"/>
              <a:gd name="connsiteY0" fmla="*/ 0 h 207146"/>
              <a:gd name="connsiteX1" fmla="*/ 15251 w 207146"/>
              <a:gd name="connsiteY1" fmla="*/ 0 h 207146"/>
              <a:gd name="connsiteX2" fmla="*/ 0 w 207146"/>
              <a:gd name="connsiteY2" fmla="*/ 15251 h 207146"/>
              <a:gd name="connsiteX3" fmla="*/ 0 w 207146"/>
              <a:gd name="connsiteY3" fmla="*/ 191896 h 207146"/>
              <a:gd name="connsiteX4" fmla="*/ 15251 w 207146"/>
              <a:gd name="connsiteY4" fmla="*/ 207147 h 207146"/>
              <a:gd name="connsiteX5" fmla="*/ 191896 w 207146"/>
              <a:gd name="connsiteY5" fmla="*/ 207147 h 207146"/>
              <a:gd name="connsiteX6" fmla="*/ 207147 w 207146"/>
              <a:gd name="connsiteY6" fmla="*/ 191896 h 207146"/>
              <a:gd name="connsiteX7" fmla="*/ 207147 w 207146"/>
              <a:gd name="connsiteY7" fmla="*/ 15251 h 207146"/>
              <a:gd name="connsiteX8" fmla="*/ 191896 w 207146"/>
              <a:gd name="connsiteY8" fmla="*/ 0 h 207146"/>
              <a:gd name="connsiteX9" fmla="*/ 61892 w 207146"/>
              <a:gd name="connsiteY9" fmla="*/ 176645 h 207146"/>
              <a:gd name="connsiteX10" fmla="*/ 30798 w 207146"/>
              <a:gd name="connsiteY10" fmla="*/ 176645 h 207146"/>
              <a:gd name="connsiteX11" fmla="*/ 30798 w 207146"/>
              <a:gd name="connsiteY11" fmla="*/ 77587 h 207146"/>
              <a:gd name="connsiteX12" fmla="*/ 61892 w 207146"/>
              <a:gd name="connsiteY12" fmla="*/ 77587 h 207146"/>
              <a:gd name="connsiteX13" fmla="*/ 61892 w 207146"/>
              <a:gd name="connsiteY13" fmla="*/ 176645 h 207146"/>
              <a:gd name="connsiteX14" fmla="*/ 46345 w 207146"/>
              <a:gd name="connsiteY14" fmla="*/ 63965 h 207146"/>
              <a:gd name="connsiteX15" fmla="*/ 28429 w 207146"/>
              <a:gd name="connsiteY15" fmla="*/ 46049 h 207146"/>
              <a:gd name="connsiteX16" fmla="*/ 46345 w 207146"/>
              <a:gd name="connsiteY16" fmla="*/ 28133 h 207146"/>
              <a:gd name="connsiteX17" fmla="*/ 64261 w 207146"/>
              <a:gd name="connsiteY17" fmla="*/ 46049 h 207146"/>
              <a:gd name="connsiteX18" fmla="*/ 46345 w 207146"/>
              <a:gd name="connsiteY18" fmla="*/ 63965 h 207146"/>
              <a:gd name="connsiteX19" fmla="*/ 176793 w 207146"/>
              <a:gd name="connsiteY19" fmla="*/ 176793 h 207146"/>
              <a:gd name="connsiteX20" fmla="*/ 145699 w 207146"/>
              <a:gd name="connsiteY20" fmla="*/ 176793 h 207146"/>
              <a:gd name="connsiteX21" fmla="*/ 145699 w 207146"/>
              <a:gd name="connsiteY21" fmla="*/ 122748 h 207146"/>
              <a:gd name="connsiteX22" fmla="*/ 130152 w 207146"/>
              <a:gd name="connsiteY22" fmla="*/ 101871 h 207146"/>
              <a:gd name="connsiteX23" fmla="*/ 111791 w 207146"/>
              <a:gd name="connsiteY23" fmla="*/ 123192 h 207146"/>
              <a:gd name="connsiteX24" fmla="*/ 111791 w 207146"/>
              <a:gd name="connsiteY24" fmla="*/ 176941 h 207146"/>
              <a:gd name="connsiteX25" fmla="*/ 80697 w 207146"/>
              <a:gd name="connsiteY25" fmla="*/ 176941 h 207146"/>
              <a:gd name="connsiteX26" fmla="*/ 80697 w 207146"/>
              <a:gd name="connsiteY26" fmla="*/ 77884 h 207146"/>
              <a:gd name="connsiteX27" fmla="*/ 110607 w 207146"/>
              <a:gd name="connsiteY27" fmla="*/ 77884 h 207146"/>
              <a:gd name="connsiteX28" fmla="*/ 110607 w 207146"/>
              <a:gd name="connsiteY28" fmla="*/ 91654 h 207146"/>
              <a:gd name="connsiteX29" fmla="*/ 111051 w 207146"/>
              <a:gd name="connsiteY29" fmla="*/ 91654 h 207146"/>
              <a:gd name="connsiteX30" fmla="*/ 140664 w 207146"/>
              <a:gd name="connsiteY30" fmla="*/ 75218 h 207146"/>
              <a:gd name="connsiteX31" fmla="*/ 176793 w 207146"/>
              <a:gd name="connsiteY31" fmla="*/ 115789 h 207146"/>
              <a:gd name="connsiteX32" fmla="*/ 176793 w 207146"/>
              <a:gd name="connsiteY32" fmla="*/ 177089 h 207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07146" h="207146">
                <a:moveTo>
                  <a:pt x="192044" y="0"/>
                </a:moveTo>
                <a:lnTo>
                  <a:pt x="15251" y="0"/>
                </a:lnTo>
                <a:cubicBezTo>
                  <a:pt x="6811" y="0"/>
                  <a:pt x="0" y="6811"/>
                  <a:pt x="0" y="15251"/>
                </a:cubicBezTo>
                <a:lnTo>
                  <a:pt x="0" y="191896"/>
                </a:lnTo>
                <a:cubicBezTo>
                  <a:pt x="0" y="200336"/>
                  <a:pt x="6811" y="207147"/>
                  <a:pt x="15251" y="207147"/>
                </a:cubicBezTo>
                <a:lnTo>
                  <a:pt x="191896" y="207147"/>
                </a:lnTo>
                <a:cubicBezTo>
                  <a:pt x="200336" y="207147"/>
                  <a:pt x="207147" y="200336"/>
                  <a:pt x="207147" y="191896"/>
                </a:cubicBezTo>
                <a:lnTo>
                  <a:pt x="207147" y="15251"/>
                </a:lnTo>
                <a:cubicBezTo>
                  <a:pt x="207147" y="6811"/>
                  <a:pt x="200336" y="0"/>
                  <a:pt x="191896" y="0"/>
                </a:cubicBezTo>
                <a:close/>
                <a:moveTo>
                  <a:pt x="61892" y="176645"/>
                </a:moveTo>
                <a:lnTo>
                  <a:pt x="30798" y="176645"/>
                </a:lnTo>
                <a:lnTo>
                  <a:pt x="30798" y="77587"/>
                </a:lnTo>
                <a:lnTo>
                  <a:pt x="61892" y="77587"/>
                </a:lnTo>
                <a:lnTo>
                  <a:pt x="61892" y="176645"/>
                </a:lnTo>
                <a:close/>
                <a:moveTo>
                  <a:pt x="46345" y="63965"/>
                </a:moveTo>
                <a:cubicBezTo>
                  <a:pt x="36425" y="63965"/>
                  <a:pt x="28429" y="56414"/>
                  <a:pt x="28429" y="46049"/>
                </a:cubicBezTo>
                <a:cubicBezTo>
                  <a:pt x="28429" y="35684"/>
                  <a:pt x="36425" y="28133"/>
                  <a:pt x="46345" y="28133"/>
                </a:cubicBezTo>
                <a:cubicBezTo>
                  <a:pt x="56266" y="28133"/>
                  <a:pt x="64261" y="35684"/>
                  <a:pt x="64261" y="46049"/>
                </a:cubicBezTo>
                <a:cubicBezTo>
                  <a:pt x="64261" y="56414"/>
                  <a:pt x="56266" y="63965"/>
                  <a:pt x="46345" y="63965"/>
                </a:cubicBezTo>
                <a:close/>
                <a:moveTo>
                  <a:pt x="176793" y="176793"/>
                </a:moveTo>
                <a:lnTo>
                  <a:pt x="145699" y="176793"/>
                </a:lnTo>
                <a:lnTo>
                  <a:pt x="145699" y="122748"/>
                </a:lnTo>
                <a:cubicBezTo>
                  <a:pt x="145699" y="106757"/>
                  <a:pt x="138888" y="101871"/>
                  <a:pt x="130152" y="101871"/>
                </a:cubicBezTo>
                <a:cubicBezTo>
                  <a:pt x="120971" y="101871"/>
                  <a:pt x="111791" y="108830"/>
                  <a:pt x="111791" y="123192"/>
                </a:cubicBezTo>
                <a:lnTo>
                  <a:pt x="111791" y="176941"/>
                </a:lnTo>
                <a:lnTo>
                  <a:pt x="80697" y="176941"/>
                </a:lnTo>
                <a:lnTo>
                  <a:pt x="80697" y="77884"/>
                </a:lnTo>
                <a:lnTo>
                  <a:pt x="110607" y="77884"/>
                </a:lnTo>
                <a:lnTo>
                  <a:pt x="110607" y="91654"/>
                </a:lnTo>
                <a:lnTo>
                  <a:pt x="111051" y="91654"/>
                </a:lnTo>
                <a:cubicBezTo>
                  <a:pt x="114012" y="85583"/>
                  <a:pt x="124525" y="75218"/>
                  <a:pt x="140664" y="75218"/>
                </a:cubicBezTo>
                <a:cubicBezTo>
                  <a:pt x="157988" y="75218"/>
                  <a:pt x="176793" y="85583"/>
                  <a:pt x="176793" y="115789"/>
                </a:cubicBezTo>
                <a:lnTo>
                  <a:pt x="176793" y="177089"/>
                </a:lnTo>
                <a:close/>
              </a:path>
            </a:pathLst>
          </a:custGeom>
          <a:solidFill>
            <a:srgbClr val="0077B5"/>
          </a:solidFill>
          <a:ln w="14795" cap="flat">
            <a:noFill/>
            <a:prstDash val="solid"/>
            <a:miter/>
          </a:ln>
        </p:spPr>
        <p:txBody>
          <a:bodyPr rtlCol="0" anchor="ctr"/>
          <a:lstStyle/>
          <a:p>
            <a:endParaRPr lang="en-US"/>
          </a:p>
        </p:txBody>
      </p:sp>
      <p:cxnSp>
        <p:nvCxnSpPr>
          <p:cNvPr id="5" name="Straight Connector 4">
            <a:extLst>
              <a:ext uri="{FF2B5EF4-FFF2-40B4-BE49-F238E27FC236}">
                <a16:creationId xmlns:a16="http://schemas.microsoft.com/office/drawing/2014/main" id="{8744A530-441A-2937-9A20-D05EFF740899}"/>
              </a:ext>
            </a:extLst>
          </p:cNvPr>
          <p:cNvCxnSpPr>
            <a:cxnSpLocks/>
          </p:cNvCxnSpPr>
          <p:nvPr userDrawn="1"/>
        </p:nvCxnSpPr>
        <p:spPr>
          <a:xfrm>
            <a:off x="2469922" y="3631050"/>
            <a:ext cx="0" cy="548640"/>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7070DF8-AC8F-E0D1-6890-C6CE330EEC6F}"/>
              </a:ext>
            </a:extLst>
          </p:cNvPr>
          <p:cNvSpPr txBox="1"/>
          <p:nvPr userDrawn="1"/>
        </p:nvSpPr>
        <p:spPr>
          <a:xfrm>
            <a:off x="2644938" y="3824579"/>
            <a:ext cx="1112108" cy="161583"/>
          </a:xfrm>
          <a:prstGeom prst="rect">
            <a:avLst/>
          </a:prstGeom>
          <a:noFill/>
        </p:spPr>
        <p:txBody>
          <a:bodyPr wrap="square" lIns="0" tIns="0" rIns="0" bIns="0">
            <a:spAutoFit/>
          </a:bodyPr>
          <a:lstStyle/>
          <a:p>
            <a:pPr marR="0">
              <a:spcBef>
                <a:spcPts val="0"/>
              </a:spcBef>
              <a:spcAft>
                <a:spcPts val="0"/>
              </a:spcAft>
            </a:pPr>
            <a:r>
              <a:rPr lang="en-US" sz="1050" b="1">
                <a:solidFill>
                  <a:schemeClr val="tx2"/>
                </a:solidFill>
                <a:effectLst/>
                <a:ea typeface="Calibri" panose="020F0502020204030204" pitchFamily="34" charset="0"/>
              </a:rPr>
              <a:t>kpmg.com</a:t>
            </a:r>
          </a:p>
        </p:txBody>
      </p:sp>
    </p:spTree>
    <p:extLst>
      <p:ext uri="{BB962C8B-B14F-4D97-AF65-F5344CB8AC3E}">
        <p14:creationId xmlns:p14="http://schemas.microsoft.com/office/powerpoint/2010/main" val="372233616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lor palet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724-C137-47F3-B441-6C1B9714F578}"/>
              </a:ext>
            </a:extLst>
          </p:cNvPr>
          <p:cNvSpPr>
            <a:spLocks noGrp="1"/>
          </p:cNvSpPr>
          <p:nvPr>
            <p:ph type="title"/>
          </p:nvPr>
        </p:nvSpPr>
        <p:spPr>
          <a:solidFill>
            <a:schemeClr val="bg1"/>
          </a:solidFill>
        </p:spPr>
        <p:txBody>
          <a:bodyPr/>
          <a:lstStyle/>
          <a:p>
            <a:r>
              <a:rPr lang="en-US"/>
              <a:t>Click to edit Master title style</a:t>
            </a:r>
            <a:endParaRPr lang="en-GB"/>
          </a:p>
        </p:txBody>
      </p:sp>
      <p:sp>
        <p:nvSpPr>
          <p:cNvPr id="4" name="Rectangle 3">
            <a:extLst>
              <a:ext uri="{FF2B5EF4-FFF2-40B4-BE49-F238E27FC236}">
                <a16:creationId xmlns:a16="http://schemas.microsoft.com/office/drawing/2014/main" id="{1ACC0FFF-EDF5-49D0-8C1F-A5D5BA3335B9}"/>
              </a:ext>
            </a:extLst>
          </p:cNvPr>
          <p:cNvSpPr/>
          <p:nvPr userDrawn="1"/>
        </p:nvSpPr>
        <p:spPr>
          <a:xfrm>
            <a:off x="998351" y="2246533"/>
            <a:ext cx="839614" cy="411225"/>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30</a:t>
            </a:r>
          </a:p>
          <a:p>
            <a:pPr algn="ctr"/>
            <a:r>
              <a:rPr lang="en-GB" sz="800">
                <a:solidFill>
                  <a:schemeClr val="bg1"/>
                </a:solidFill>
              </a:rPr>
              <a:t>73</a:t>
            </a:r>
          </a:p>
          <a:p>
            <a:pPr algn="ctr"/>
            <a:r>
              <a:rPr lang="en-GB" sz="800">
                <a:solidFill>
                  <a:schemeClr val="bg1"/>
                </a:solidFill>
              </a:rPr>
              <a:t>226</a:t>
            </a:r>
          </a:p>
        </p:txBody>
      </p:sp>
      <p:sp>
        <p:nvSpPr>
          <p:cNvPr id="5" name="Rectangle 4">
            <a:extLst>
              <a:ext uri="{FF2B5EF4-FFF2-40B4-BE49-F238E27FC236}">
                <a16:creationId xmlns:a16="http://schemas.microsoft.com/office/drawing/2014/main" id="{081F4118-D01B-40DD-940F-068338DB15A5}"/>
              </a:ext>
            </a:extLst>
          </p:cNvPr>
          <p:cNvSpPr/>
          <p:nvPr userDrawn="1"/>
        </p:nvSpPr>
        <p:spPr>
          <a:xfrm>
            <a:off x="998351" y="1731971"/>
            <a:ext cx="839614" cy="411225"/>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51</a:t>
            </a:r>
          </a:p>
          <a:p>
            <a:pPr algn="ctr"/>
            <a:r>
              <a:rPr lang="en-GB" sz="800">
                <a:solidFill>
                  <a:schemeClr val="bg1"/>
                </a:solidFill>
              </a:rPr>
              <a:t>141</a:t>
            </a:r>
          </a:p>
        </p:txBody>
      </p:sp>
      <p:sp>
        <p:nvSpPr>
          <p:cNvPr id="6" name="Rectangle 5">
            <a:extLst>
              <a:ext uri="{FF2B5EF4-FFF2-40B4-BE49-F238E27FC236}">
                <a16:creationId xmlns:a16="http://schemas.microsoft.com/office/drawing/2014/main" id="{4A97C791-7BB0-4AC9-BDE9-68939F34221B}"/>
              </a:ext>
            </a:extLst>
          </p:cNvPr>
          <p:cNvSpPr/>
          <p:nvPr userDrawn="1"/>
        </p:nvSpPr>
        <p:spPr>
          <a:xfrm>
            <a:off x="998351" y="2761094"/>
            <a:ext cx="839614" cy="411225"/>
          </a:xfrm>
          <a:prstGeom prst="rect">
            <a:avLst/>
          </a:prstGeom>
          <a:solidFill>
            <a:srgbClr val="0C233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12</a:t>
            </a:r>
          </a:p>
          <a:p>
            <a:pPr algn="ctr"/>
            <a:r>
              <a:rPr lang="en-GB" sz="800">
                <a:solidFill>
                  <a:schemeClr val="bg1"/>
                </a:solidFill>
              </a:rPr>
              <a:t>35</a:t>
            </a:r>
          </a:p>
          <a:p>
            <a:pPr algn="ctr"/>
            <a:r>
              <a:rPr lang="en-GB" sz="800">
                <a:solidFill>
                  <a:schemeClr val="bg1"/>
                </a:solidFill>
              </a:rPr>
              <a:t>60</a:t>
            </a:r>
          </a:p>
        </p:txBody>
      </p:sp>
      <p:sp>
        <p:nvSpPr>
          <p:cNvPr id="7" name="Rectangle 6">
            <a:extLst>
              <a:ext uri="{FF2B5EF4-FFF2-40B4-BE49-F238E27FC236}">
                <a16:creationId xmlns:a16="http://schemas.microsoft.com/office/drawing/2014/main" id="{C8693543-F502-48B0-9E65-053408E60BF0}"/>
              </a:ext>
            </a:extLst>
          </p:cNvPr>
          <p:cNvSpPr/>
          <p:nvPr userDrawn="1"/>
        </p:nvSpPr>
        <p:spPr>
          <a:xfrm>
            <a:off x="998351" y="3275656"/>
            <a:ext cx="839614" cy="411225"/>
          </a:xfrm>
          <a:prstGeom prst="rect">
            <a:avLst/>
          </a:prstGeom>
          <a:solidFill>
            <a:srgbClr val="ACEA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172</a:t>
            </a:r>
          </a:p>
          <a:p>
            <a:pPr algn="ctr"/>
            <a:r>
              <a:rPr lang="en-GB" sz="800">
                <a:solidFill>
                  <a:sysClr val="windowText" lastClr="000000"/>
                </a:solidFill>
              </a:rPr>
              <a:t>234</a:t>
            </a:r>
          </a:p>
          <a:p>
            <a:pPr algn="ctr"/>
            <a:r>
              <a:rPr lang="en-GB" sz="800">
                <a:solidFill>
                  <a:sysClr val="windowText" lastClr="000000"/>
                </a:solidFill>
              </a:rPr>
              <a:t>255</a:t>
            </a:r>
          </a:p>
        </p:txBody>
      </p:sp>
      <p:sp>
        <p:nvSpPr>
          <p:cNvPr id="8" name="Rectangle 7">
            <a:extLst>
              <a:ext uri="{FF2B5EF4-FFF2-40B4-BE49-F238E27FC236}">
                <a16:creationId xmlns:a16="http://schemas.microsoft.com/office/drawing/2014/main" id="{A2309040-9C95-48FE-AA99-4757E8328519}"/>
              </a:ext>
            </a:extLst>
          </p:cNvPr>
          <p:cNvSpPr/>
          <p:nvPr userDrawn="1"/>
        </p:nvSpPr>
        <p:spPr>
          <a:xfrm>
            <a:off x="2992848" y="1732478"/>
            <a:ext cx="839614" cy="411225"/>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118</a:t>
            </a:r>
          </a:p>
          <a:p>
            <a:pPr algn="ctr"/>
            <a:r>
              <a:rPr lang="en-GB" sz="800">
                <a:solidFill>
                  <a:sysClr val="windowText" lastClr="000000"/>
                </a:solidFill>
              </a:rPr>
              <a:t>210</a:t>
            </a:r>
          </a:p>
          <a:p>
            <a:pPr algn="ctr"/>
            <a:r>
              <a:rPr lang="en-GB" sz="800">
                <a:solidFill>
                  <a:sysClr val="windowText" lastClr="000000"/>
                </a:solidFill>
              </a:rPr>
              <a:t>255</a:t>
            </a:r>
          </a:p>
        </p:txBody>
      </p:sp>
      <p:sp>
        <p:nvSpPr>
          <p:cNvPr id="11" name="TextBox 10">
            <a:extLst>
              <a:ext uri="{FF2B5EF4-FFF2-40B4-BE49-F238E27FC236}">
                <a16:creationId xmlns:a16="http://schemas.microsoft.com/office/drawing/2014/main" id="{A4897B22-3CA8-4621-8A3B-B9D2E3D07988}"/>
              </a:ext>
            </a:extLst>
          </p:cNvPr>
          <p:cNvSpPr txBox="1"/>
          <p:nvPr userDrawn="1"/>
        </p:nvSpPr>
        <p:spPr>
          <a:xfrm>
            <a:off x="983882" y="1330325"/>
            <a:ext cx="1364046" cy="153888"/>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Primary colors</a:t>
            </a:r>
          </a:p>
        </p:txBody>
      </p:sp>
      <p:sp>
        <p:nvSpPr>
          <p:cNvPr id="20" name="Rectangle 19">
            <a:extLst>
              <a:ext uri="{FF2B5EF4-FFF2-40B4-BE49-F238E27FC236}">
                <a16:creationId xmlns:a16="http://schemas.microsoft.com/office/drawing/2014/main" id="{6453D312-00EF-44B5-9D91-290BE0E19654}"/>
              </a:ext>
            </a:extLst>
          </p:cNvPr>
          <p:cNvSpPr/>
          <p:nvPr userDrawn="1"/>
        </p:nvSpPr>
        <p:spPr>
          <a:xfrm>
            <a:off x="998351" y="3786711"/>
            <a:ext cx="839614" cy="411225"/>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184</a:t>
            </a:r>
          </a:p>
          <a:p>
            <a:pPr algn="ctr"/>
            <a:r>
              <a:rPr lang="en-GB" sz="800">
                <a:solidFill>
                  <a:schemeClr val="bg1"/>
                </a:solidFill>
              </a:rPr>
              <a:t>245</a:t>
            </a:r>
          </a:p>
        </p:txBody>
      </p:sp>
      <p:sp>
        <p:nvSpPr>
          <p:cNvPr id="21" name="Rectangle 20">
            <a:extLst>
              <a:ext uri="{FF2B5EF4-FFF2-40B4-BE49-F238E27FC236}">
                <a16:creationId xmlns:a16="http://schemas.microsoft.com/office/drawing/2014/main" id="{58D98991-520C-4FD6-8B23-8732995E56B1}"/>
              </a:ext>
            </a:extLst>
          </p:cNvPr>
          <p:cNvSpPr/>
          <p:nvPr userDrawn="1"/>
        </p:nvSpPr>
        <p:spPr>
          <a:xfrm>
            <a:off x="998351" y="4301271"/>
            <a:ext cx="839614" cy="411225"/>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114</a:t>
            </a:r>
          </a:p>
          <a:p>
            <a:pPr algn="ctr"/>
            <a:r>
              <a:rPr lang="en-GB" sz="800">
                <a:solidFill>
                  <a:schemeClr val="bg1"/>
                </a:solidFill>
              </a:rPr>
              <a:t>19</a:t>
            </a:r>
          </a:p>
          <a:p>
            <a:pPr algn="ctr"/>
            <a:r>
              <a:rPr lang="en-GB" sz="800">
                <a:solidFill>
                  <a:schemeClr val="bg1"/>
                </a:solidFill>
              </a:rPr>
              <a:t>234</a:t>
            </a:r>
          </a:p>
        </p:txBody>
      </p:sp>
      <p:sp>
        <p:nvSpPr>
          <p:cNvPr id="22" name="Rectangle 21">
            <a:extLst>
              <a:ext uri="{FF2B5EF4-FFF2-40B4-BE49-F238E27FC236}">
                <a16:creationId xmlns:a16="http://schemas.microsoft.com/office/drawing/2014/main" id="{2FA38B4C-5B80-413E-B283-1F1ADBFD09CD}"/>
              </a:ext>
            </a:extLst>
          </p:cNvPr>
          <p:cNvSpPr/>
          <p:nvPr userDrawn="1"/>
        </p:nvSpPr>
        <p:spPr>
          <a:xfrm>
            <a:off x="998351" y="4809439"/>
            <a:ext cx="839614" cy="411225"/>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253</a:t>
            </a:r>
          </a:p>
          <a:p>
            <a:pPr algn="ctr"/>
            <a:r>
              <a:rPr lang="en-GB" sz="800">
                <a:solidFill>
                  <a:schemeClr val="bg1"/>
                </a:solidFill>
              </a:rPr>
              <a:t>52</a:t>
            </a:r>
          </a:p>
          <a:p>
            <a:pPr algn="ctr"/>
            <a:r>
              <a:rPr lang="en-GB" sz="800">
                <a:solidFill>
                  <a:schemeClr val="bg1"/>
                </a:solidFill>
              </a:rPr>
              <a:t>156</a:t>
            </a:r>
          </a:p>
        </p:txBody>
      </p:sp>
      <p:sp>
        <p:nvSpPr>
          <p:cNvPr id="25" name="TextBox 24">
            <a:extLst>
              <a:ext uri="{FF2B5EF4-FFF2-40B4-BE49-F238E27FC236}">
                <a16:creationId xmlns:a16="http://schemas.microsoft.com/office/drawing/2014/main" id="{6A07E492-5EF0-4085-AA14-90D280B1DF69}"/>
              </a:ext>
            </a:extLst>
          </p:cNvPr>
          <p:cNvSpPr txBox="1"/>
          <p:nvPr userDrawn="1"/>
        </p:nvSpPr>
        <p:spPr>
          <a:xfrm>
            <a:off x="1921682" y="2852903"/>
            <a:ext cx="1253995" cy="237066"/>
          </a:xfrm>
          <a:prstGeom prst="rect">
            <a:avLst/>
          </a:prstGeom>
          <a:noFill/>
        </p:spPr>
        <p:txBody>
          <a:bodyPr wrap="square" lIns="54610" tIns="54610" rIns="54610" bIns="54610" rtlCol="0" anchor="ctr">
            <a:noAutofit/>
          </a:bodyPr>
          <a:lstStyle/>
          <a:p>
            <a:pPr algn="l">
              <a:spcAft>
                <a:spcPts val="600"/>
              </a:spcAft>
            </a:pPr>
            <a:r>
              <a:rPr lang="en-GB" sz="1000"/>
              <a:t>Dark Blue</a:t>
            </a:r>
          </a:p>
        </p:txBody>
      </p:sp>
      <p:sp>
        <p:nvSpPr>
          <p:cNvPr id="30" name="TextBox 29">
            <a:extLst>
              <a:ext uri="{FF2B5EF4-FFF2-40B4-BE49-F238E27FC236}">
                <a16:creationId xmlns:a16="http://schemas.microsoft.com/office/drawing/2014/main" id="{B28A2D81-3A9C-47D3-8174-874F601607DC}"/>
              </a:ext>
            </a:extLst>
          </p:cNvPr>
          <p:cNvSpPr txBox="1"/>
          <p:nvPr userDrawn="1"/>
        </p:nvSpPr>
        <p:spPr>
          <a:xfrm>
            <a:off x="1921682" y="1830789"/>
            <a:ext cx="1253995" cy="237066"/>
          </a:xfrm>
          <a:prstGeom prst="rect">
            <a:avLst/>
          </a:prstGeom>
          <a:noFill/>
        </p:spPr>
        <p:txBody>
          <a:bodyPr wrap="square" lIns="54610" tIns="54610" rIns="54610" bIns="54610" rtlCol="0" anchor="ctr">
            <a:noAutofit/>
          </a:bodyPr>
          <a:lstStyle/>
          <a:p>
            <a:pPr algn="l">
              <a:spcAft>
                <a:spcPts val="600"/>
              </a:spcAft>
            </a:pPr>
            <a:r>
              <a:rPr lang="en-GB" sz="1000"/>
              <a:t>KPMG Blue</a:t>
            </a:r>
          </a:p>
        </p:txBody>
      </p:sp>
      <p:sp>
        <p:nvSpPr>
          <p:cNvPr id="33" name="TextBox 32">
            <a:extLst>
              <a:ext uri="{FF2B5EF4-FFF2-40B4-BE49-F238E27FC236}">
                <a16:creationId xmlns:a16="http://schemas.microsoft.com/office/drawing/2014/main" id="{2C791116-D184-4C43-9C1C-30181CDF0E84}"/>
              </a:ext>
            </a:extLst>
          </p:cNvPr>
          <p:cNvSpPr txBox="1"/>
          <p:nvPr userDrawn="1"/>
        </p:nvSpPr>
        <p:spPr>
          <a:xfrm>
            <a:off x="1921682" y="3363960"/>
            <a:ext cx="1253995" cy="237066"/>
          </a:xfrm>
          <a:prstGeom prst="rect">
            <a:avLst/>
          </a:prstGeom>
          <a:noFill/>
        </p:spPr>
        <p:txBody>
          <a:bodyPr wrap="square" lIns="54610" tIns="54610" rIns="54610" bIns="54610" rtlCol="0" anchor="ctr">
            <a:noAutofit/>
          </a:bodyPr>
          <a:lstStyle/>
          <a:p>
            <a:pPr algn="l">
              <a:spcAft>
                <a:spcPts val="600"/>
              </a:spcAft>
            </a:pPr>
            <a:r>
              <a:rPr lang="en-GB" sz="1000"/>
              <a:t>Light Blue</a:t>
            </a:r>
          </a:p>
        </p:txBody>
      </p:sp>
      <p:sp>
        <p:nvSpPr>
          <p:cNvPr id="36" name="TextBox 35">
            <a:extLst>
              <a:ext uri="{FF2B5EF4-FFF2-40B4-BE49-F238E27FC236}">
                <a16:creationId xmlns:a16="http://schemas.microsoft.com/office/drawing/2014/main" id="{0A430D78-5EDB-481E-BB6D-67D8689BCE11}"/>
              </a:ext>
            </a:extLst>
          </p:cNvPr>
          <p:cNvSpPr txBox="1"/>
          <p:nvPr userDrawn="1"/>
        </p:nvSpPr>
        <p:spPr>
          <a:xfrm>
            <a:off x="3971415" y="1817279"/>
            <a:ext cx="1253995" cy="237066"/>
          </a:xfrm>
          <a:prstGeom prst="rect">
            <a:avLst/>
          </a:prstGeom>
          <a:noFill/>
        </p:spPr>
        <p:txBody>
          <a:bodyPr wrap="square" lIns="54610" tIns="54610" rIns="54610" bIns="54610" rtlCol="0" anchor="ctr">
            <a:noAutofit/>
          </a:bodyPr>
          <a:lstStyle/>
          <a:p>
            <a:pPr algn="l">
              <a:spcAft>
                <a:spcPts val="600"/>
              </a:spcAft>
            </a:pPr>
            <a:r>
              <a:rPr lang="en-GB" sz="1000"/>
              <a:t>Blue</a:t>
            </a:r>
          </a:p>
        </p:txBody>
      </p:sp>
      <p:sp>
        <p:nvSpPr>
          <p:cNvPr id="39" name="TextBox 38">
            <a:extLst>
              <a:ext uri="{FF2B5EF4-FFF2-40B4-BE49-F238E27FC236}">
                <a16:creationId xmlns:a16="http://schemas.microsoft.com/office/drawing/2014/main" id="{E42EE987-0425-4CD8-B75D-E3E8F8C2096D}"/>
              </a:ext>
            </a:extLst>
          </p:cNvPr>
          <p:cNvSpPr txBox="1"/>
          <p:nvPr userDrawn="1"/>
        </p:nvSpPr>
        <p:spPr>
          <a:xfrm>
            <a:off x="1921682" y="2341846"/>
            <a:ext cx="1253995" cy="237066"/>
          </a:xfrm>
          <a:prstGeom prst="rect">
            <a:avLst/>
          </a:prstGeom>
          <a:noFill/>
        </p:spPr>
        <p:txBody>
          <a:bodyPr wrap="square" lIns="54610" tIns="54610" rIns="54610" bIns="54610" rtlCol="0" anchor="ctr">
            <a:noAutofit/>
          </a:bodyPr>
          <a:lstStyle/>
          <a:p>
            <a:pPr algn="l">
              <a:spcAft>
                <a:spcPts val="600"/>
              </a:spcAft>
            </a:pPr>
            <a:r>
              <a:rPr lang="en-GB" sz="1000"/>
              <a:t>Cobalt Blue</a:t>
            </a:r>
          </a:p>
        </p:txBody>
      </p:sp>
      <p:sp>
        <p:nvSpPr>
          <p:cNvPr id="45" name="TextBox 44">
            <a:extLst>
              <a:ext uri="{FF2B5EF4-FFF2-40B4-BE49-F238E27FC236}">
                <a16:creationId xmlns:a16="http://schemas.microsoft.com/office/drawing/2014/main" id="{1B01B4DF-404A-4544-B313-2720FCBDD0B4}"/>
              </a:ext>
            </a:extLst>
          </p:cNvPr>
          <p:cNvSpPr txBox="1"/>
          <p:nvPr userDrawn="1"/>
        </p:nvSpPr>
        <p:spPr>
          <a:xfrm>
            <a:off x="1921682" y="3874401"/>
            <a:ext cx="1253995" cy="237066"/>
          </a:xfrm>
          <a:prstGeom prst="rect">
            <a:avLst/>
          </a:prstGeom>
          <a:noFill/>
        </p:spPr>
        <p:txBody>
          <a:bodyPr wrap="square" lIns="54610" tIns="54610" rIns="54610" bIns="54610" rtlCol="0" anchor="ctr">
            <a:noAutofit/>
          </a:bodyPr>
          <a:lstStyle/>
          <a:p>
            <a:pPr algn="l">
              <a:spcAft>
                <a:spcPts val="600"/>
              </a:spcAft>
            </a:pPr>
            <a:r>
              <a:rPr lang="en-GB" sz="1000"/>
              <a:t>Pacific Blue</a:t>
            </a:r>
          </a:p>
        </p:txBody>
      </p:sp>
      <p:sp>
        <p:nvSpPr>
          <p:cNvPr id="48" name="TextBox 47">
            <a:extLst>
              <a:ext uri="{FF2B5EF4-FFF2-40B4-BE49-F238E27FC236}">
                <a16:creationId xmlns:a16="http://schemas.microsoft.com/office/drawing/2014/main" id="{96DFA940-4699-43CF-A21A-AE4227704697}"/>
              </a:ext>
            </a:extLst>
          </p:cNvPr>
          <p:cNvSpPr txBox="1"/>
          <p:nvPr userDrawn="1"/>
        </p:nvSpPr>
        <p:spPr>
          <a:xfrm>
            <a:off x="1921682" y="4385458"/>
            <a:ext cx="1253995" cy="237066"/>
          </a:xfrm>
          <a:prstGeom prst="rect">
            <a:avLst/>
          </a:prstGeom>
          <a:noFill/>
        </p:spPr>
        <p:txBody>
          <a:bodyPr wrap="square" lIns="54610" tIns="54610" rIns="54610" bIns="54610" rtlCol="0" anchor="ctr">
            <a:noAutofit/>
          </a:bodyPr>
          <a:lstStyle/>
          <a:p>
            <a:pPr algn="l">
              <a:spcAft>
                <a:spcPts val="600"/>
              </a:spcAft>
            </a:pPr>
            <a:r>
              <a:rPr lang="en-GB" sz="1000"/>
              <a:t>Purple</a:t>
            </a:r>
          </a:p>
        </p:txBody>
      </p:sp>
      <p:sp>
        <p:nvSpPr>
          <p:cNvPr id="51" name="TextBox 50">
            <a:extLst>
              <a:ext uri="{FF2B5EF4-FFF2-40B4-BE49-F238E27FC236}">
                <a16:creationId xmlns:a16="http://schemas.microsoft.com/office/drawing/2014/main" id="{49A40265-6498-4E16-877D-6BC9A8CE7DCA}"/>
              </a:ext>
            </a:extLst>
          </p:cNvPr>
          <p:cNvSpPr txBox="1"/>
          <p:nvPr userDrawn="1"/>
        </p:nvSpPr>
        <p:spPr>
          <a:xfrm>
            <a:off x="1921682" y="4896518"/>
            <a:ext cx="1253995" cy="237066"/>
          </a:xfrm>
          <a:prstGeom prst="rect">
            <a:avLst/>
          </a:prstGeom>
          <a:noFill/>
        </p:spPr>
        <p:txBody>
          <a:bodyPr wrap="square" lIns="54610" tIns="54610" rIns="54610" bIns="54610" rtlCol="0" anchor="ctr">
            <a:noAutofit/>
          </a:bodyPr>
          <a:lstStyle/>
          <a:p>
            <a:pPr algn="l">
              <a:spcAft>
                <a:spcPts val="600"/>
              </a:spcAft>
            </a:pPr>
            <a:r>
              <a:rPr lang="en-GB" sz="1000"/>
              <a:t>Pink</a:t>
            </a:r>
          </a:p>
        </p:txBody>
      </p:sp>
      <p:sp>
        <p:nvSpPr>
          <p:cNvPr id="9" name="Rectangle 8">
            <a:extLst>
              <a:ext uri="{FF2B5EF4-FFF2-40B4-BE49-F238E27FC236}">
                <a16:creationId xmlns:a16="http://schemas.microsoft.com/office/drawing/2014/main" id="{A4B6D9AD-8E94-4A62-B92C-C973F5486E37}"/>
              </a:ext>
            </a:extLst>
          </p:cNvPr>
          <p:cNvSpPr/>
          <p:nvPr userDrawn="1"/>
        </p:nvSpPr>
        <p:spPr>
          <a:xfrm>
            <a:off x="2999643" y="2243028"/>
            <a:ext cx="839614" cy="411225"/>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81</a:t>
            </a:r>
          </a:p>
          <a:p>
            <a:pPr algn="ctr"/>
            <a:r>
              <a:rPr lang="en-GB" sz="800">
                <a:solidFill>
                  <a:schemeClr val="bg1"/>
                </a:solidFill>
              </a:rPr>
              <a:t>13</a:t>
            </a:r>
          </a:p>
          <a:p>
            <a:pPr algn="ctr"/>
            <a:r>
              <a:rPr lang="en-GB" sz="800">
                <a:solidFill>
                  <a:schemeClr val="bg1"/>
                </a:solidFill>
              </a:rPr>
              <a:t>188</a:t>
            </a:r>
          </a:p>
        </p:txBody>
      </p:sp>
      <p:sp>
        <p:nvSpPr>
          <p:cNvPr id="10" name="Rectangle 9">
            <a:extLst>
              <a:ext uri="{FF2B5EF4-FFF2-40B4-BE49-F238E27FC236}">
                <a16:creationId xmlns:a16="http://schemas.microsoft.com/office/drawing/2014/main" id="{5D377AFC-4BDC-44AC-80A6-06A9503B868A}"/>
              </a:ext>
            </a:extLst>
          </p:cNvPr>
          <p:cNvSpPr/>
          <p:nvPr userDrawn="1"/>
        </p:nvSpPr>
        <p:spPr>
          <a:xfrm>
            <a:off x="2999643" y="2757590"/>
            <a:ext cx="839614" cy="411225"/>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180</a:t>
            </a:r>
          </a:p>
          <a:p>
            <a:pPr algn="ctr"/>
            <a:r>
              <a:rPr lang="en-GB" sz="800">
                <a:solidFill>
                  <a:schemeClr val="bg1"/>
                </a:solidFill>
              </a:rPr>
              <a:t>151</a:t>
            </a:r>
          </a:p>
          <a:p>
            <a:pPr algn="ctr"/>
            <a:r>
              <a:rPr lang="en-GB" sz="800">
                <a:solidFill>
                  <a:schemeClr val="bg1"/>
                </a:solidFill>
              </a:rPr>
              <a:t>255</a:t>
            </a:r>
          </a:p>
        </p:txBody>
      </p:sp>
      <p:sp>
        <p:nvSpPr>
          <p:cNvPr id="12" name="TextBox 11">
            <a:extLst>
              <a:ext uri="{FF2B5EF4-FFF2-40B4-BE49-F238E27FC236}">
                <a16:creationId xmlns:a16="http://schemas.microsoft.com/office/drawing/2014/main" id="{8B231EB6-12A0-47AA-88B0-D248845383EA}"/>
              </a:ext>
            </a:extLst>
          </p:cNvPr>
          <p:cNvSpPr txBox="1"/>
          <p:nvPr userDrawn="1"/>
        </p:nvSpPr>
        <p:spPr>
          <a:xfrm>
            <a:off x="2992848" y="1330325"/>
            <a:ext cx="1946348" cy="307777"/>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Accent colors for infographics and charts only</a:t>
            </a:r>
          </a:p>
        </p:txBody>
      </p:sp>
      <p:sp>
        <p:nvSpPr>
          <p:cNvPr id="59" name="Rectangle 58">
            <a:extLst>
              <a:ext uri="{FF2B5EF4-FFF2-40B4-BE49-F238E27FC236}">
                <a16:creationId xmlns:a16="http://schemas.microsoft.com/office/drawing/2014/main" id="{8B8F1FC7-CA8A-485A-9440-4EA69DF44F1B}"/>
              </a:ext>
            </a:extLst>
          </p:cNvPr>
          <p:cNvSpPr/>
          <p:nvPr userDrawn="1"/>
        </p:nvSpPr>
        <p:spPr>
          <a:xfrm>
            <a:off x="2999643" y="3272151"/>
            <a:ext cx="839614" cy="411225"/>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171</a:t>
            </a:r>
          </a:p>
          <a:p>
            <a:pPr algn="ctr"/>
            <a:r>
              <a:rPr lang="en-GB" sz="800">
                <a:solidFill>
                  <a:schemeClr val="bg1"/>
                </a:solidFill>
              </a:rPr>
              <a:t>13</a:t>
            </a:r>
          </a:p>
          <a:p>
            <a:pPr algn="ctr"/>
            <a:r>
              <a:rPr lang="en-GB" sz="800">
                <a:solidFill>
                  <a:schemeClr val="bg1"/>
                </a:solidFill>
              </a:rPr>
              <a:t>130</a:t>
            </a:r>
          </a:p>
        </p:txBody>
      </p:sp>
      <p:sp>
        <p:nvSpPr>
          <p:cNvPr id="60" name="Rectangle 59">
            <a:extLst>
              <a:ext uri="{FF2B5EF4-FFF2-40B4-BE49-F238E27FC236}">
                <a16:creationId xmlns:a16="http://schemas.microsoft.com/office/drawing/2014/main" id="{FF4DC1F0-F2DB-41DC-B843-C645575C978D}"/>
              </a:ext>
            </a:extLst>
          </p:cNvPr>
          <p:cNvSpPr/>
          <p:nvPr userDrawn="1"/>
        </p:nvSpPr>
        <p:spPr>
          <a:xfrm>
            <a:off x="2999643" y="3786713"/>
            <a:ext cx="839614" cy="411225"/>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255</a:t>
            </a:r>
          </a:p>
          <a:p>
            <a:pPr algn="ctr"/>
            <a:r>
              <a:rPr lang="en-GB" sz="800">
                <a:solidFill>
                  <a:sysClr val="windowText" lastClr="000000"/>
                </a:solidFill>
              </a:rPr>
              <a:t>163</a:t>
            </a:r>
          </a:p>
          <a:p>
            <a:pPr algn="ctr"/>
            <a:r>
              <a:rPr lang="en-GB" sz="800">
                <a:solidFill>
                  <a:sysClr val="windowText" lastClr="000000"/>
                </a:solidFill>
              </a:rPr>
              <a:t>218</a:t>
            </a:r>
          </a:p>
        </p:txBody>
      </p:sp>
      <p:sp>
        <p:nvSpPr>
          <p:cNvPr id="61" name="Rectangle 60">
            <a:extLst>
              <a:ext uri="{FF2B5EF4-FFF2-40B4-BE49-F238E27FC236}">
                <a16:creationId xmlns:a16="http://schemas.microsoft.com/office/drawing/2014/main" id="{1FDCCC15-7DDA-4C27-A66A-86FEF3CE0FDB}"/>
              </a:ext>
            </a:extLst>
          </p:cNvPr>
          <p:cNvSpPr/>
          <p:nvPr userDrawn="1"/>
        </p:nvSpPr>
        <p:spPr>
          <a:xfrm>
            <a:off x="2999643" y="4301273"/>
            <a:ext cx="839614" cy="411225"/>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9</a:t>
            </a:r>
          </a:p>
          <a:p>
            <a:pPr algn="ctr"/>
            <a:r>
              <a:rPr lang="en-GB" sz="800">
                <a:solidFill>
                  <a:schemeClr val="bg1"/>
                </a:solidFill>
              </a:rPr>
              <a:t>142</a:t>
            </a:r>
          </a:p>
          <a:p>
            <a:pPr algn="ctr"/>
            <a:r>
              <a:rPr lang="en-GB" sz="800">
                <a:solidFill>
                  <a:schemeClr val="bg1"/>
                </a:solidFill>
              </a:rPr>
              <a:t>126</a:t>
            </a:r>
          </a:p>
        </p:txBody>
      </p:sp>
      <p:sp>
        <p:nvSpPr>
          <p:cNvPr id="62" name="Rectangle 61">
            <a:extLst>
              <a:ext uri="{FF2B5EF4-FFF2-40B4-BE49-F238E27FC236}">
                <a16:creationId xmlns:a16="http://schemas.microsoft.com/office/drawing/2014/main" id="{E6A7B705-A81A-45EE-B7F8-A08C39775723}"/>
              </a:ext>
            </a:extLst>
          </p:cNvPr>
          <p:cNvSpPr/>
          <p:nvPr userDrawn="1"/>
        </p:nvSpPr>
        <p:spPr>
          <a:xfrm>
            <a:off x="2999643" y="4809441"/>
            <a:ext cx="839614" cy="411225"/>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192</a:t>
            </a:r>
          </a:p>
          <a:p>
            <a:pPr algn="ctr"/>
            <a:r>
              <a:rPr lang="en-GB" sz="800">
                <a:solidFill>
                  <a:schemeClr val="bg1"/>
                </a:solidFill>
              </a:rPr>
              <a:t>174</a:t>
            </a:r>
          </a:p>
        </p:txBody>
      </p:sp>
      <p:sp>
        <p:nvSpPr>
          <p:cNvPr id="63" name="Rectangle 62">
            <a:extLst>
              <a:ext uri="{FF2B5EF4-FFF2-40B4-BE49-F238E27FC236}">
                <a16:creationId xmlns:a16="http://schemas.microsoft.com/office/drawing/2014/main" id="{70C56EF7-AC83-449B-8CC3-F1D314081B92}"/>
              </a:ext>
            </a:extLst>
          </p:cNvPr>
          <p:cNvSpPr/>
          <p:nvPr userDrawn="1"/>
        </p:nvSpPr>
        <p:spPr>
          <a:xfrm>
            <a:off x="2999643" y="5324001"/>
            <a:ext cx="839614" cy="411225"/>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accent3"/>
                </a:solidFill>
              </a:rPr>
              <a:t>99</a:t>
            </a:r>
          </a:p>
          <a:p>
            <a:pPr algn="ctr"/>
            <a:r>
              <a:rPr lang="en-GB" sz="800">
                <a:solidFill>
                  <a:schemeClr val="accent3"/>
                </a:solidFill>
              </a:rPr>
              <a:t>235</a:t>
            </a:r>
          </a:p>
          <a:p>
            <a:pPr algn="ctr"/>
            <a:r>
              <a:rPr lang="en-GB" sz="800">
                <a:solidFill>
                  <a:schemeClr val="accent3"/>
                </a:solidFill>
              </a:rPr>
              <a:t>218</a:t>
            </a:r>
          </a:p>
        </p:txBody>
      </p:sp>
      <p:grpSp>
        <p:nvGrpSpPr>
          <p:cNvPr id="65" name="Group 64">
            <a:extLst>
              <a:ext uri="{FF2B5EF4-FFF2-40B4-BE49-F238E27FC236}">
                <a16:creationId xmlns:a16="http://schemas.microsoft.com/office/drawing/2014/main" id="{34556660-1591-47B1-B18E-F2FCE5FDCA50}"/>
              </a:ext>
            </a:extLst>
          </p:cNvPr>
          <p:cNvGrpSpPr/>
          <p:nvPr userDrawn="1"/>
        </p:nvGrpSpPr>
        <p:grpSpPr>
          <a:xfrm>
            <a:off x="3971416" y="2341846"/>
            <a:ext cx="1253995" cy="3303408"/>
            <a:chOff x="2169429" y="1756308"/>
            <a:chExt cx="2286000" cy="3303408"/>
          </a:xfrm>
        </p:grpSpPr>
        <p:sp>
          <p:nvSpPr>
            <p:cNvPr id="66" name="TextBox 65">
              <a:extLst>
                <a:ext uri="{FF2B5EF4-FFF2-40B4-BE49-F238E27FC236}">
                  <a16:creationId xmlns:a16="http://schemas.microsoft.com/office/drawing/2014/main" id="{C1242448-F6EA-445E-86F6-56F1F6B8DCA0}"/>
                </a:ext>
              </a:extLst>
            </p:cNvPr>
            <p:cNvSpPr txBox="1"/>
            <p:nvPr userDrawn="1"/>
          </p:nvSpPr>
          <p:spPr>
            <a:xfrm>
              <a:off x="2169429" y="2778422"/>
              <a:ext cx="2286000" cy="237066"/>
            </a:xfrm>
            <a:prstGeom prst="rect">
              <a:avLst/>
            </a:prstGeom>
            <a:noFill/>
          </p:spPr>
          <p:txBody>
            <a:bodyPr wrap="square" lIns="54610" tIns="54610" rIns="54610" bIns="54610" rtlCol="0" anchor="ctr">
              <a:noAutofit/>
            </a:bodyPr>
            <a:lstStyle/>
            <a:p>
              <a:pPr algn="l">
                <a:spcAft>
                  <a:spcPts val="600"/>
                </a:spcAft>
              </a:pPr>
              <a:r>
                <a:rPr lang="en-GB" sz="1000"/>
                <a:t>Dark Pink</a:t>
              </a:r>
            </a:p>
          </p:txBody>
        </p:sp>
        <p:sp>
          <p:nvSpPr>
            <p:cNvPr id="67" name="TextBox 66">
              <a:extLst>
                <a:ext uri="{FF2B5EF4-FFF2-40B4-BE49-F238E27FC236}">
                  <a16:creationId xmlns:a16="http://schemas.microsoft.com/office/drawing/2014/main" id="{F9F2D96E-0391-44D3-9D85-C49CD2682224}"/>
                </a:ext>
              </a:extLst>
            </p:cNvPr>
            <p:cNvSpPr txBox="1"/>
            <p:nvPr userDrawn="1"/>
          </p:nvSpPr>
          <p:spPr>
            <a:xfrm>
              <a:off x="2169429" y="1756308"/>
              <a:ext cx="2286000" cy="237066"/>
            </a:xfrm>
            <a:prstGeom prst="rect">
              <a:avLst/>
            </a:prstGeom>
            <a:noFill/>
          </p:spPr>
          <p:txBody>
            <a:bodyPr wrap="square" lIns="54610" tIns="54610" rIns="54610" bIns="54610" rtlCol="0" anchor="ctr">
              <a:noAutofit/>
            </a:bodyPr>
            <a:lstStyle/>
            <a:p>
              <a:pPr algn="l">
                <a:spcAft>
                  <a:spcPts val="600"/>
                </a:spcAft>
              </a:pPr>
              <a:r>
                <a:rPr lang="en-GB" sz="1000"/>
                <a:t>Dark Purple</a:t>
              </a:r>
            </a:p>
          </p:txBody>
        </p:sp>
        <p:sp>
          <p:nvSpPr>
            <p:cNvPr id="68" name="TextBox 67">
              <a:extLst>
                <a:ext uri="{FF2B5EF4-FFF2-40B4-BE49-F238E27FC236}">
                  <a16:creationId xmlns:a16="http://schemas.microsoft.com/office/drawing/2014/main" id="{712A9094-C141-4137-91C8-07CDF0270449}"/>
                </a:ext>
              </a:extLst>
            </p:cNvPr>
            <p:cNvSpPr txBox="1"/>
            <p:nvPr userDrawn="1"/>
          </p:nvSpPr>
          <p:spPr>
            <a:xfrm>
              <a:off x="2169429" y="3289479"/>
              <a:ext cx="2286000" cy="237066"/>
            </a:xfrm>
            <a:prstGeom prst="rect">
              <a:avLst/>
            </a:prstGeom>
            <a:noFill/>
          </p:spPr>
          <p:txBody>
            <a:bodyPr wrap="square" lIns="54610" tIns="54610" rIns="54610" bIns="54610" rtlCol="0" anchor="ctr">
              <a:noAutofit/>
            </a:bodyPr>
            <a:lstStyle/>
            <a:p>
              <a:pPr algn="l">
                <a:spcAft>
                  <a:spcPts val="600"/>
                </a:spcAft>
              </a:pPr>
              <a:r>
                <a:rPr lang="en-GB" sz="1000"/>
                <a:t>Light Pink</a:t>
              </a:r>
            </a:p>
          </p:txBody>
        </p:sp>
        <p:sp>
          <p:nvSpPr>
            <p:cNvPr id="69" name="TextBox 68">
              <a:extLst>
                <a:ext uri="{FF2B5EF4-FFF2-40B4-BE49-F238E27FC236}">
                  <a16:creationId xmlns:a16="http://schemas.microsoft.com/office/drawing/2014/main" id="{A455B7B5-73DE-46AF-B400-88997B50AD80}"/>
                </a:ext>
              </a:extLst>
            </p:cNvPr>
            <p:cNvSpPr txBox="1"/>
            <p:nvPr userDrawn="1"/>
          </p:nvSpPr>
          <p:spPr>
            <a:xfrm>
              <a:off x="2169429" y="3800536"/>
              <a:ext cx="2286000" cy="237066"/>
            </a:xfrm>
            <a:prstGeom prst="rect">
              <a:avLst/>
            </a:prstGeom>
            <a:noFill/>
          </p:spPr>
          <p:txBody>
            <a:bodyPr wrap="square" lIns="54610" tIns="54610" rIns="54610" bIns="54610" rtlCol="0" anchor="ctr">
              <a:noAutofit/>
            </a:bodyPr>
            <a:lstStyle/>
            <a:p>
              <a:pPr algn="l">
                <a:spcAft>
                  <a:spcPts val="600"/>
                </a:spcAft>
              </a:pPr>
              <a:r>
                <a:rPr lang="en-GB" sz="1000"/>
                <a:t>Dark Green</a:t>
              </a:r>
            </a:p>
          </p:txBody>
        </p:sp>
        <p:sp>
          <p:nvSpPr>
            <p:cNvPr id="70" name="TextBox 69">
              <a:extLst>
                <a:ext uri="{FF2B5EF4-FFF2-40B4-BE49-F238E27FC236}">
                  <a16:creationId xmlns:a16="http://schemas.microsoft.com/office/drawing/2014/main" id="{2B4C4881-6213-41A5-AC03-CCE78498A9AE}"/>
                </a:ext>
              </a:extLst>
            </p:cNvPr>
            <p:cNvSpPr txBox="1"/>
            <p:nvPr userDrawn="1"/>
          </p:nvSpPr>
          <p:spPr>
            <a:xfrm>
              <a:off x="2169429" y="2267365"/>
              <a:ext cx="2286000" cy="237066"/>
            </a:xfrm>
            <a:prstGeom prst="rect">
              <a:avLst/>
            </a:prstGeom>
            <a:noFill/>
          </p:spPr>
          <p:txBody>
            <a:bodyPr wrap="square" lIns="54610" tIns="54610" rIns="54610" bIns="54610" rtlCol="0" anchor="ctr">
              <a:noAutofit/>
            </a:bodyPr>
            <a:lstStyle/>
            <a:p>
              <a:pPr algn="l">
                <a:spcAft>
                  <a:spcPts val="600"/>
                </a:spcAft>
              </a:pPr>
              <a:r>
                <a:rPr lang="en-GB" sz="1000"/>
                <a:t>Light Purple</a:t>
              </a:r>
            </a:p>
          </p:txBody>
        </p:sp>
        <p:sp>
          <p:nvSpPr>
            <p:cNvPr id="71" name="TextBox 70">
              <a:extLst>
                <a:ext uri="{FF2B5EF4-FFF2-40B4-BE49-F238E27FC236}">
                  <a16:creationId xmlns:a16="http://schemas.microsoft.com/office/drawing/2014/main" id="{940387EA-5FDE-4F6F-BAF2-604549CCD0F0}"/>
                </a:ext>
              </a:extLst>
            </p:cNvPr>
            <p:cNvSpPr txBox="1"/>
            <p:nvPr userDrawn="1"/>
          </p:nvSpPr>
          <p:spPr>
            <a:xfrm>
              <a:off x="2169429" y="4311593"/>
              <a:ext cx="2286000" cy="237066"/>
            </a:xfrm>
            <a:prstGeom prst="rect">
              <a:avLst/>
            </a:prstGeom>
            <a:noFill/>
          </p:spPr>
          <p:txBody>
            <a:bodyPr wrap="square" lIns="54610" tIns="54610" rIns="54610" bIns="54610" rtlCol="0" anchor="ctr">
              <a:noAutofit/>
            </a:bodyPr>
            <a:lstStyle/>
            <a:p>
              <a:pPr algn="l">
                <a:spcAft>
                  <a:spcPts val="600"/>
                </a:spcAft>
              </a:pPr>
              <a:r>
                <a:rPr lang="en-GB" sz="1000"/>
                <a:t>Green</a:t>
              </a:r>
            </a:p>
          </p:txBody>
        </p:sp>
        <p:sp>
          <p:nvSpPr>
            <p:cNvPr id="72" name="TextBox 71">
              <a:extLst>
                <a:ext uri="{FF2B5EF4-FFF2-40B4-BE49-F238E27FC236}">
                  <a16:creationId xmlns:a16="http://schemas.microsoft.com/office/drawing/2014/main" id="{A92671DE-F6BD-48CB-B11C-208DD1F1CCB3}"/>
                </a:ext>
              </a:extLst>
            </p:cNvPr>
            <p:cNvSpPr txBox="1"/>
            <p:nvPr userDrawn="1"/>
          </p:nvSpPr>
          <p:spPr>
            <a:xfrm>
              <a:off x="2169429" y="4822650"/>
              <a:ext cx="2286000" cy="237066"/>
            </a:xfrm>
            <a:prstGeom prst="rect">
              <a:avLst/>
            </a:prstGeom>
            <a:noFill/>
          </p:spPr>
          <p:txBody>
            <a:bodyPr wrap="square" lIns="54610" tIns="54610" rIns="54610" bIns="54610" rtlCol="0" anchor="ctr">
              <a:noAutofit/>
            </a:bodyPr>
            <a:lstStyle/>
            <a:p>
              <a:pPr algn="l">
                <a:spcAft>
                  <a:spcPts val="600"/>
                </a:spcAft>
              </a:pPr>
              <a:r>
                <a:rPr lang="en-GB" sz="1000"/>
                <a:t>Light Green</a:t>
              </a:r>
            </a:p>
          </p:txBody>
        </p:sp>
      </p:grpSp>
      <p:sp>
        <p:nvSpPr>
          <p:cNvPr id="74" name="Rectangle 73">
            <a:extLst>
              <a:ext uri="{FF2B5EF4-FFF2-40B4-BE49-F238E27FC236}">
                <a16:creationId xmlns:a16="http://schemas.microsoft.com/office/drawing/2014/main" id="{35C7B945-9627-4D94-B008-C987FEA96972}"/>
              </a:ext>
            </a:extLst>
          </p:cNvPr>
          <p:cNvSpPr/>
          <p:nvPr userDrawn="1"/>
        </p:nvSpPr>
        <p:spPr>
          <a:xfrm>
            <a:off x="5232206" y="1731971"/>
            <a:ext cx="839614" cy="411225"/>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51</a:t>
            </a:r>
          </a:p>
          <a:p>
            <a:pPr algn="ctr"/>
            <a:r>
              <a:rPr lang="en-GB" sz="800">
                <a:solidFill>
                  <a:schemeClr val="bg1"/>
                </a:solidFill>
              </a:rPr>
              <a:t>51</a:t>
            </a:r>
          </a:p>
          <a:p>
            <a:pPr algn="ctr"/>
            <a:r>
              <a:rPr lang="en-GB" sz="800">
                <a:solidFill>
                  <a:schemeClr val="bg1"/>
                </a:solidFill>
              </a:rPr>
              <a:t>51</a:t>
            </a:r>
          </a:p>
        </p:txBody>
      </p:sp>
      <p:sp>
        <p:nvSpPr>
          <p:cNvPr id="75" name="Rectangle 74">
            <a:extLst>
              <a:ext uri="{FF2B5EF4-FFF2-40B4-BE49-F238E27FC236}">
                <a16:creationId xmlns:a16="http://schemas.microsoft.com/office/drawing/2014/main" id="{AEB1F170-4966-4AAF-ABAA-3D2A0369F7FA}"/>
              </a:ext>
            </a:extLst>
          </p:cNvPr>
          <p:cNvSpPr/>
          <p:nvPr userDrawn="1"/>
        </p:nvSpPr>
        <p:spPr>
          <a:xfrm>
            <a:off x="5232206" y="2246533"/>
            <a:ext cx="839614" cy="411225"/>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a:p>
            <a:pPr algn="ctr"/>
            <a:endParaRPr lang="en-GB" sz="800">
              <a:solidFill>
                <a:schemeClr val="bg1"/>
              </a:solidFill>
            </a:endParaRPr>
          </a:p>
        </p:txBody>
      </p:sp>
      <p:sp>
        <p:nvSpPr>
          <p:cNvPr id="76" name="TextBox 75">
            <a:extLst>
              <a:ext uri="{FF2B5EF4-FFF2-40B4-BE49-F238E27FC236}">
                <a16:creationId xmlns:a16="http://schemas.microsoft.com/office/drawing/2014/main" id="{7033C2B2-E4D1-4420-8509-EC1E2C80321F}"/>
              </a:ext>
            </a:extLst>
          </p:cNvPr>
          <p:cNvSpPr txBox="1"/>
          <p:nvPr userDrawn="1"/>
        </p:nvSpPr>
        <p:spPr>
          <a:xfrm>
            <a:off x="5225411" y="1330325"/>
            <a:ext cx="1545229" cy="307777"/>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Neutrals for infographics and charts only </a:t>
            </a:r>
          </a:p>
        </p:txBody>
      </p:sp>
      <p:sp>
        <p:nvSpPr>
          <p:cNvPr id="77" name="Rectangle 76">
            <a:extLst>
              <a:ext uri="{FF2B5EF4-FFF2-40B4-BE49-F238E27FC236}">
                <a16:creationId xmlns:a16="http://schemas.microsoft.com/office/drawing/2014/main" id="{9BFC6FF0-9D30-4829-A667-26B9E6467077}"/>
              </a:ext>
            </a:extLst>
          </p:cNvPr>
          <p:cNvSpPr/>
          <p:nvPr userDrawn="1"/>
        </p:nvSpPr>
        <p:spPr>
          <a:xfrm>
            <a:off x="5232206" y="2761094"/>
            <a:ext cx="839614" cy="411225"/>
          </a:xfrm>
          <a:prstGeom prst="rect">
            <a:avLst/>
          </a:prstGeom>
          <a:solidFill>
            <a:srgbClr val="989898"/>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152</a:t>
            </a:r>
          </a:p>
          <a:p>
            <a:pPr algn="ctr"/>
            <a:r>
              <a:rPr lang="en-GB" sz="800">
                <a:solidFill>
                  <a:schemeClr val="bg1"/>
                </a:solidFill>
              </a:rPr>
              <a:t>152</a:t>
            </a:r>
          </a:p>
          <a:p>
            <a:pPr algn="ctr"/>
            <a:r>
              <a:rPr lang="en-GB" sz="800">
                <a:solidFill>
                  <a:schemeClr val="bg1"/>
                </a:solidFill>
              </a:rPr>
              <a:t>152</a:t>
            </a:r>
          </a:p>
        </p:txBody>
      </p:sp>
      <p:sp>
        <p:nvSpPr>
          <p:cNvPr id="78" name="Rectangle 77">
            <a:extLst>
              <a:ext uri="{FF2B5EF4-FFF2-40B4-BE49-F238E27FC236}">
                <a16:creationId xmlns:a16="http://schemas.microsoft.com/office/drawing/2014/main" id="{AF40F7A4-A491-46D0-AC78-F38FB368D987}"/>
              </a:ext>
            </a:extLst>
          </p:cNvPr>
          <p:cNvSpPr/>
          <p:nvPr userDrawn="1"/>
        </p:nvSpPr>
        <p:spPr>
          <a:xfrm>
            <a:off x="5232206" y="3275656"/>
            <a:ext cx="839614" cy="411225"/>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178</a:t>
            </a:r>
          </a:p>
          <a:p>
            <a:pPr algn="ctr"/>
            <a:r>
              <a:rPr lang="en-GB" sz="800">
                <a:solidFill>
                  <a:sysClr val="windowText" lastClr="000000"/>
                </a:solidFill>
              </a:rPr>
              <a:t>178</a:t>
            </a:r>
          </a:p>
          <a:p>
            <a:pPr algn="ctr"/>
            <a:r>
              <a:rPr lang="en-GB" sz="800">
                <a:solidFill>
                  <a:sysClr val="windowText" lastClr="000000"/>
                </a:solidFill>
              </a:rPr>
              <a:t>178</a:t>
            </a:r>
          </a:p>
        </p:txBody>
      </p:sp>
      <p:sp>
        <p:nvSpPr>
          <p:cNvPr id="79" name="Rectangle 78">
            <a:extLst>
              <a:ext uri="{FF2B5EF4-FFF2-40B4-BE49-F238E27FC236}">
                <a16:creationId xmlns:a16="http://schemas.microsoft.com/office/drawing/2014/main" id="{E22CE48C-CD62-438B-AF1B-E80398CE41CF}"/>
              </a:ext>
            </a:extLst>
          </p:cNvPr>
          <p:cNvSpPr/>
          <p:nvPr userDrawn="1"/>
        </p:nvSpPr>
        <p:spPr>
          <a:xfrm>
            <a:off x="5232206" y="3790216"/>
            <a:ext cx="839614" cy="411225"/>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tx1"/>
                </a:solidFill>
              </a:rPr>
              <a:t>229</a:t>
            </a:r>
          </a:p>
          <a:p>
            <a:pPr algn="ctr"/>
            <a:r>
              <a:rPr lang="en-GB" sz="800">
                <a:solidFill>
                  <a:schemeClr val="tx1"/>
                </a:solidFill>
              </a:rPr>
              <a:t>229</a:t>
            </a:r>
          </a:p>
          <a:p>
            <a:pPr algn="ctr"/>
            <a:r>
              <a:rPr lang="en-GB" sz="800">
                <a:solidFill>
                  <a:schemeClr val="tx1"/>
                </a:solidFill>
              </a:rPr>
              <a:t>229</a:t>
            </a:r>
          </a:p>
        </p:txBody>
      </p:sp>
      <p:sp>
        <p:nvSpPr>
          <p:cNvPr id="83" name="TextBox 82">
            <a:extLst>
              <a:ext uri="{FF2B5EF4-FFF2-40B4-BE49-F238E27FC236}">
                <a16:creationId xmlns:a16="http://schemas.microsoft.com/office/drawing/2014/main" id="{BFA814C9-BD96-4348-B664-2AD4A5DAAB12}"/>
              </a:ext>
            </a:extLst>
          </p:cNvPr>
          <p:cNvSpPr txBox="1"/>
          <p:nvPr userDrawn="1"/>
        </p:nvSpPr>
        <p:spPr>
          <a:xfrm>
            <a:off x="6203979" y="2852903"/>
            <a:ext cx="1253995" cy="237066"/>
          </a:xfrm>
          <a:prstGeom prst="rect">
            <a:avLst/>
          </a:prstGeom>
          <a:noFill/>
        </p:spPr>
        <p:txBody>
          <a:bodyPr wrap="square" lIns="54610" tIns="54610" rIns="54610" bIns="54610" rtlCol="0" anchor="ctr">
            <a:noAutofit/>
          </a:bodyPr>
          <a:lstStyle/>
          <a:p>
            <a:pPr algn="l">
              <a:spcAft>
                <a:spcPts val="600"/>
              </a:spcAft>
            </a:pPr>
            <a:r>
              <a:rPr lang="en-GB" sz="1000"/>
              <a:t>Grey 3</a:t>
            </a:r>
          </a:p>
        </p:txBody>
      </p:sp>
      <p:sp>
        <p:nvSpPr>
          <p:cNvPr id="84" name="TextBox 83">
            <a:extLst>
              <a:ext uri="{FF2B5EF4-FFF2-40B4-BE49-F238E27FC236}">
                <a16:creationId xmlns:a16="http://schemas.microsoft.com/office/drawing/2014/main" id="{B38E8C09-0782-4E70-887B-080A8FC240A9}"/>
              </a:ext>
            </a:extLst>
          </p:cNvPr>
          <p:cNvSpPr txBox="1"/>
          <p:nvPr userDrawn="1"/>
        </p:nvSpPr>
        <p:spPr>
          <a:xfrm>
            <a:off x="6203979" y="1830789"/>
            <a:ext cx="1253995" cy="237066"/>
          </a:xfrm>
          <a:prstGeom prst="rect">
            <a:avLst/>
          </a:prstGeom>
          <a:noFill/>
        </p:spPr>
        <p:txBody>
          <a:bodyPr wrap="square" lIns="54610" tIns="54610" rIns="54610" bIns="54610" rtlCol="0" anchor="ctr">
            <a:noAutofit/>
          </a:bodyPr>
          <a:lstStyle/>
          <a:p>
            <a:pPr algn="l">
              <a:spcAft>
                <a:spcPts val="600"/>
              </a:spcAft>
            </a:pPr>
            <a:r>
              <a:rPr lang="en-GB" sz="1000"/>
              <a:t>Grey 1</a:t>
            </a:r>
          </a:p>
        </p:txBody>
      </p:sp>
      <p:sp>
        <p:nvSpPr>
          <p:cNvPr id="85" name="TextBox 84">
            <a:extLst>
              <a:ext uri="{FF2B5EF4-FFF2-40B4-BE49-F238E27FC236}">
                <a16:creationId xmlns:a16="http://schemas.microsoft.com/office/drawing/2014/main" id="{7C3E17E9-EAB5-401D-99B5-E01BBCBAAE59}"/>
              </a:ext>
            </a:extLst>
          </p:cNvPr>
          <p:cNvSpPr txBox="1"/>
          <p:nvPr userDrawn="1"/>
        </p:nvSpPr>
        <p:spPr>
          <a:xfrm>
            <a:off x="6203979" y="3363960"/>
            <a:ext cx="1253995" cy="237066"/>
          </a:xfrm>
          <a:prstGeom prst="rect">
            <a:avLst/>
          </a:prstGeom>
          <a:noFill/>
        </p:spPr>
        <p:txBody>
          <a:bodyPr wrap="square" lIns="54610" tIns="54610" rIns="54610" bIns="54610" rtlCol="0" anchor="ctr">
            <a:noAutofit/>
          </a:bodyPr>
          <a:lstStyle/>
          <a:p>
            <a:pPr algn="l">
              <a:spcAft>
                <a:spcPts val="600"/>
              </a:spcAft>
            </a:pPr>
            <a:r>
              <a:rPr lang="en-GB" sz="1000"/>
              <a:t>Grey 4</a:t>
            </a:r>
          </a:p>
        </p:txBody>
      </p:sp>
      <p:sp>
        <p:nvSpPr>
          <p:cNvPr id="86" name="TextBox 85">
            <a:extLst>
              <a:ext uri="{FF2B5EF4-FFF2-40B4-BE49-F238E27FC236}">
                <a16:creationId xmlns:a16="http://schemas.microsoft.com/office/drawing/2014/main" id="{DA95C41B-9591-4042-8AC0-03DBDA91FD18}"/>
              </a:ext>
            </a:extLst>
          </p:cNvPr>
          <p:cNvSpPr txBox="1"/>
          <p:nvPr userDrawn="1"/>
        </p:nvSpPr>
        <p:spPr>
          <a:xfrm>
            <a:off x="6203979" y="3875017"/>
            <a:ext cx="1253995" cy="237066"/>
          </a:xfrm>
          <a:prstGeom prst="rect">
            <a:avLst/>
          </a:prstGeom>
          <a:noFill/>
        </p:spPr>
        <p:txBody>
          <a:bodyPr wrap="square" lIns="54610" tIns="54610" rIns="54610" bIns="54610" rtlCol="0" anchor="ctr">
            <a:noAutofit/>
          </a:bodyPr>
          <a:lstStyle/>
          <a:p>
            <a:pPr algn="l">
              <a:spcAft>
                <a:spcPts val="600"/>
              </a:spcAft>
            </a:pPr>
            <a:r>
              <a:rPr lang="en-GB" sz="1000"/>
              <a:t>Grey 5</a:t>
            </a:r>
          </a:p>
        </p:txBody>
      </p:sp>
      <p:sp>
        <p:nvSpPr>
          <p:cNvPr id="87" name="TextBox 86">
            <a:extLst>
              <a:ext uri="{FF2B5EF4-FFF2-40B4-BE49-F238E27FC236}">
                <a16:creationId xmlns:a16="http://schemas.microsoft.com/office/drawing/2014/main" id="{C924189F-5F86-46B9-810F-1AF60243011B}"/>
              </a:ext>
            </a:extLst>
          </p:cNvPr>
          <p:cNvSpPr txBox="1"/>
          <p:nvPr userDrawn="1"/>
        </p:nvSpPr>
        <p:spPr>
          <a:xfrm>
            <a:off x="6203979" y="2341846"/>
            <a:ext cx="1253995" cy="237066"/>
          </a:xfrm>
          <a:prstGeom prst="rect">
            <a:avLst/>
          </a:prstGeom>
          <a:noFill/>
        </p:spPr>
        <p:txBody>
          <a:bodyPr wrap="square" lIns="54610" tIns="54610" rIns="54610" bIns="54610" rtlCol="0" anchor="ctr">
            <a:noAutofit/>
          </a:bodyPr>
          <a:lstStyle/>
          <a:p>
            <a:pPr algn="l">
              <a:spcAft>
                <a:spcPts val="600"/>
              </a:spcAft>
            </a:pPr>
            <a:r>
              <a:rPr lang="en-GB" sz="1000"/>
              <a:t>Grey 2</a:t>
            </a:r>
          </a:p>
        </p:txBody>
      </p:sp>
      <p:sp>
        <p:nvSpPr>
          <p:cNvPr id="52" name="Rectangle 51">
            <a:extLst>
              <a:ext uri="{FF2B5EF4-FFF2-40B4-BE49-F238E27FC236}">
                <a16:creationId xmlns:a16="http://schemas.microsoft.com/office/drawing/2014/main" id="{4ACB48A6-B340-401D-8994-A0E53291AC9B}"/>
              </a:ext>
            </a:extLst>
          </p:cNvPr>
          <p:cNvSpPr/>
          <p:nvPr userDrawn="1"/>
        </p:nvSpPr>
        <p:spPr>
          <a:xfrm>
            <a:off x="7170486" y="2656172"/>
            <a:ext cx="839614" cy="411225"/>
          </a:xfrm>
          <a:prstGeom prst="rect">
            <a:avLst/>
          </a:prstGeom>
          <a:gradFill>
            <a:gsLst>
              <a:gs pos="100000">
                <a:schemeClr val="accent1"/>
              </a:gs>
              <a:gs pos="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800">
              <a:solidFill>
                <a:schemeClr val="bg1"/>
              </a:solidFill>
            </a:endParaRPr>
          </a:p>
        </p:txBody>
      </p:sp>
      <p:sp>
        <p:nvSpPr>
          <p:cNvPr id="53" name="Rectangle 52">
            <a:extLst>
              <a:ext uri="{FF2B5EF4-FFF2-40B4-BE49-F238E27FC236}">
                <a16:creationId xmlns:a16="http://schemas.microsoft.com/office/drawing/2014/main" id="{26F71474-A782-4BB1-8B9F-8DCCEAF88E0C}"/>
              </a:ext>
            </a:extLst>
          </p:cNvPr>
          <p:cNvSpPr/>
          <p:nvPr userDrawn="1"/>
        </p:nvSpPr>
        <p:spPr>
          <a:xfrm>
            <a:off x="9170077" y="2656172"/>
            <a:ext cx="839614" cy="411225"/>
          </a:xfrm>
          <a:prstGeom prst="rect">
            <a:avLst/>
          </a:prstGeom>
          <a:gradFill>
            <a:gsLst>
              <a:gs pos="100000">
                <a:srgbClr val="ACEAFF"/>
              </a:gs>
              <a:gs pos="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800">
              <a:solidFill>
                <a:schemeClr val="bg1"/>
              </a:solidFill>
            </a:endParaRPr>
          </a:p>
        </p:txBody>
      </p:sp>
      <p:sp>
        <p:nvSpPr>
          <p:cNvPr id="54" name="TextBox 53">
            <a:extLst>
              <a:ext uri="{FF2B5EF4-FFF2-40B4-BE49-F238E27FC236}">
                <a16:creationId xmlns:a16="http://schemas.microsoft.com/office/drawing/2014/main" id="{2102BFCC-8EF9-4273-ADB0-A655CD827F66}"/>
              </a:ext>
            </a:extLst>
          </p:cNvPr>
          <p:cNvSpPr txBox="1"/>
          <p:nvPr userDrawn="1"/>
        </p:nvSpPr>
        <p:spPr>
          <a:xfrm>
            <a:off x="8028290" y="2743862"/>
            <a:ext cx="1568421" cy="237066"/>
          </a:xfrm>
          <a:prstGeom prst="rect">
            <a:avLst/>
          </a:prstGeom>
          <a:noFill/>
        </p:spPr>
        <p:txBody>
          <a:bodyPr wrap="square" lIns="54610" tIns="54610" rIns="54610" bIns="54610" rtlCol="0" anchor="ctr">
            <a:noAutofit/>
          </a:bodyPr>
          <a:lstStyle/>
          <a:p>
            <a:pPr algn="l">
              <a:spcAft>
                <a:spcPts val="600"/>
              </a:spcAft>
            </a:pPr>
            <a:r>
              <a:rPr lang="en-GB" sz="1000"/>
              <a:t>Purple/</a:t>
            </a:r>
            <a:br>
              <a:rPr lang="en-GB" sz="1000"/>
            </a:br>
            <a:r>
              <a:rPr lang="en-GB" sz="1000"/>
              <a:t>Cobalt gradient</a:t>
            </a:r>
          </a:p>
        </p:txBody>
      </p:sp>
      <p:sp>
        <p:nvSpPr>
          <p:cNvPr id="55" name="TextBox 54">
            <a:extLst>
              <a:ext uri="{FF2B5EF4-FFF2-40B4-BE49-F238E27FC236}">
                <a16:creationId xmlns:a16="http://schemas.microsoft.com/office/drawing/2014/main" id="{02D8D802-07C6-434C-B36C-582D2F2FAF7C}"/>
              </a:ext>
            </a:extLst>
          </p:cNvPr>
          <p:cNvSpPr txBox="1"/>
          <p:nvPr userDrawn="1"/>
        </p:nvSpPr>
        <p:spPr>
          <a:xfrm>
            <a:off x="10053992" y="2743862"/>
            <a:ext cx="1709098" cy="237066"/>
          </a:xfrm>
          <a:prstGeom prst="rect">
            <a:avLst/>
          </a:prstGeom>
          <a:noFill/>
        </p:spPr>
        <p:txBody>
          <a:bodyPr wrap="square" lIns="54610" tIns="54610" rIns="54610" bIns="54610" rtlCol="0" anchor="ctr">
            <a:noAutofit/>
          </a:bodyPr>
          <a:lstStyle/>
          <a:p>
            <a:pPr algn="l">
              <a:spcAft>
                <a:spcPts val="600"/>
              </a:spcAft>
            </a:pPr>
            <a:r>
              <a:rPr lang="en-GB" sz="1000"/>
              <a:t>Pacific/</a:t>
            </a:r>
            <a:br>
              <a:rPr lang="en-GB" sz="1000"/>
            </a:br>
            <a:r>
              <a:rPr lang="en-GB" sz="1000"/>
              <a:t>Light Blue gradient</a:t>
            </a:r>
          </a:p>
        </p:txBody>
      </p:sp>
      <p:sp>
        <p:nvSpPr>
          <p:cNvPr id="56" name="TextBox 55">
            <a:extLst>
              <a:ext uri="{FF2B5EF4-FFF2-40B4-BE49-F238E27FC236}">
                <a16:creationId xmlns:a16="http://schemas.microsoft.com/office/drawing/2014/main" id="{F56630A0-1CC3-4558-99F3-72A9846C3FA4}"/>
              </a:ext>
            </a:extLst>
          </p:cNvPr>
          <p:cNvSpPr txBox="1"/>
          <p:nvPr userDrawn="1"/>
        </p:nvSpPr>
        <p:spPr>
          <a:xfrm>
            <a:off x="7146554" y="1298952"/>
            <a:ext cx="4047046" cy="1269578"/>
          </a:xfrm>
          <a:prstGeom prst="rect">
            <a:avLst/>
          </a:prstGeom>
          <a:noFill/>
        </p:spPr>
        <p:txBody>
          <a:bodyPr wrap="square" lIns="0" tIns="0" rIns="0" bIns="0" rtlCol="0">
            <a:spAutoFit/>
          </a:bodyPr>
          <a:lstStyle/>
          <a:p>
            <a:pPr algn="l">
              <a:spcAft>
                <a:spcPts val="300"/>
              </a:spcAft>
            </a:pPr>
            <a:r>
              <a:rPr lang="en-US" sz="1000" b="1">
                <a:solidFill>
                  <a:sysClr val="windowText" lastClr="000000"/>
                </a:solidFill>
              </a:rPr>
              <a:t>Gradients</a:t>
            </a:r>
          </a:p>
          <a:p>
            <a:pPr marL="171450" indent="-171450" algn="l">
              <a:spcAft>
                <a:spcPts val="300"/>
              </a:spcAft>
              <a:buFont typeface="Arial" panose="020B0604020202020204" pitchFamily="34" charset="0"/>
              <a:buChar char="•"/>
            </a:pPr>
            <a:r>
              <a:rPr lang="en-GB" sz="1000" b="0">
                <a:solidFill>
                  <a:sysClr val="windowText" lastClr="000000"/>
                </a:solidFill>
              </a:rPr>
              <a:t>The </a:t>
            </a:r>
            <a:r>
              <a:rPr lang="en-US" sz="1000" b="0" noProof="0">
                <a:solidFill>
                  <a:sysClr val="windowText" lastClr="000000"/>
                </a:solidFill>
              </a:rPr>
              <a:t>colors</a:t>
            </a:r>
            <a:r>
              <a:rPr lang="en-GB" sz="1000" b="0">
                <a:solidFill>
                  <a:sysClr val="windowText" lastClr="000000"/>
                </a:solidFill>
              </a:rPr>
              <a:t> are applied at both ends of the gradient, at 0% and 100% locations</a:t>
            </a:r>
          </a:p>
          <a:p>
            <a:pPr marL="171450" indent="-171450" algn="l">
              <a:spcAft>
                <a:spcPts val="300"/>
              </a:spcAft>
              <a:buFont typeface="Arial" panose="020B0604020202020204" pitchFamily="34" charset="0"/>
              <a:buChar char="•"/>
            </a:pPr>
            <a:r>
              <a:rPr lang="en-GB" sz="1000" b="0">
                <a:solidFill>
                  <a:sysClr val="windowText" lastClr="000000"/>
                </a:solidFill>
              </a:rPr>
              <a:t>The midpoint is at 50%</a:t>
            </a:r>
          </a:p>
          <a:p>
            <a:pPr marL="171450" indent="-171450" algn="l">
              <a:spcAft>
                <a:spcPts val="300"/>
              </a:spcAft>
              <a:buFont typeface="Arial" panose="020B0604020202020204" pitchFamily="34" charset="0"/>
              <a:buChar char="•"/>
            </a:pPr>
            <a:r>
              <a:rPr lang="en-GB" sz="1000" b="0">
                <a:solidFill>
                  <a:sysClr val="windowText" lastClr="000000"/>
                </a:solidFill>
              </a:rPr>
              <a:t>The gradients are used at a 0º angle</a:t>
            </a:r>
          </a:p>
          <a:p>
            <a:pPr marL="171450" indent="-171450" algn="l">
              <a:spcAft>
                <a:spcPts val="300"/>
              </a:spcAft>
              <a:buFont typeface="Arial" panose="020B0604020202020204" pitchFamily="34" charset="0"/>
              <a:buChar char="•"/>
            </a:pPr>
            <a:r>
              <a:rPr lang="en-GB" sz="1000" b="0">
                <a:solidFill>
                  <a:sysClr val="windowText" lastClr="000000"/>
                </a:solidFill>
              </a:rPr>
              <a:t>Use the linear gradient, never radial</a:t>
            </a:r>
          </a:p>
          <a:p>
            <a:pPr marL="171450" indent="-171450" algn="l">
              <a:spcAft>
                <a:spcPts val="300"/>
              </a:spcAft>
              <a:buFont typeface="Arial" panose="020B0604020202020204" pitchFamily="34" charset="0"/>
              <a:buChar char="•"/>
            </a:pPr>
            <a:r>
              <a:rPr lang="en-GB" sz="1000" b="0">
                <a:solidFill>
                  <a:sysClr val="windowText" lastClr="000000"/>
                </a:solidFill>
              </a:rPr>
              <a:t>Do not create new gradients; use only the gradients shown here</a:t>
            </a:r>
            <a:endParaRPr lang="en-US" sz="1000" b="0">
              <a:solidFill>
                <a:sysClr val="windowText" lastClr="000000"/>
              </a:solidFill>
            </a:endParaRPr>
          </a:p>
        </p:txBody>
      </p:sp>
      <p:sp>
        <p:nvSpPr>
          <p:cNvPr id="57" name="Rectangle 56">
            <a:extLst>
              <a:ext uri="{FF2B5EF4-FFF2-40B4-BE49-F238E27FC236}">
                <a16:creationId xmlns:a16="http://schemas.microsoft.com/office/drawing/2014/main" id="{9D5AAA1F-BD76-48F7-8C50-6E5979B9537B}"/>
              </a:ext>
            </a:extLst>
          </p:cNvPr>
          <p:cNvSpPr/>
          <p:nvPr userDrawn="1"/>
        </p:nvSpPr>
        <p:spPr>
          <a:xfrm>
            <a:off x="5225411" y="4304594"/>
            <a:ext cx="839614" cy="411225"/>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tx1"/>
                </a:solidFill>
              </a:rPr>
              <a:t>255</a:t>
            </a:r>
          </a:p>
          <a:p>
            <a:pPr algn="ctr"/>
            <a:r>
              <a:rPr lang="en-GB" sz="800">
                <a:solidFill>
                  <a:schemeClr val="tx1"/>
                </a:solidFill>
              </a:rPr>
              <a:t>255</a:t>
            </a:r>
          </a:p>
          <a:p>
            <a:pPr algn="ctr"/>
            <a:r>
              <a:rPr lang="en-GB" sz="800">
                <a:solidFill>
                  <a:schemeClr val="tx1"/>
                </a:solidFill>
              </a:rPr>
              <a:t>255</a:t>
            </a:r>
          </a:p>
        </p:txBody>
      </p:sp>
      <p:sp>
        <p:nvSpPr>
          <p:cNvPr id="58" name="TextBox 57">
            <a:extLst>
              <a:ext uri="{FF2B5EF4-FFF2-40B4-BE49-F238E27FC236}">
                <a16:creationId xmlns:a16="http://schemas.microsoft.com/office/drawing/2014/main" id="{3485E89C-C25F-4DDF-BA6F-8600323267FE}"/>
              </a:ext>
            </a:extLst>
          </p:cNvPr>
          <p:cNvSpPr txBox="1"/>
          <p:nvPr userDrawn="1"/>
        </p:nvSpPr>
        <p:spPr>
          <a:xfrm>
            <a:off x="6197184" y="4389395"/>
            <a:ext cx="1253995" cy="237066"/>
          </a:xfrm>
          <a:prstGeom prst="rect">
            <a:avLst/>
          </a:prstGeom>
          <a:noFill/>
        </p:spPr>
        <p:txBody>
          <a:bodyPr wrap="square" lIns="54610" tIns="54610" rIns="54610" bIns="54610" rtlCol="0" anchor="ctr">
            <a:noAutofit/>
          </a:bodyPr>
          <a:lstStyle/>
          <a:p>
            <a:pPr algn="l">
              <a:spcAft>
                <a:spcPts val="600"/>
              </a:spcAft>
            </a:pPr>
            <a:r>
              <a:rPr lang="en-GB" sz="1000"/>
              <a:t>White</a:t>
            </a:r>
          </a:p>
        </p:txBody>
      </p:sp>
      <p:sp>
        <p:nvSpPr>
          <p:cNvPr id="73" name="TextBox 72">
            <a:extLst>
              <a:ext uri="{FF2B5EF4-FFF2-40B4-BE49-F238E27FC236}">
                <a16:creationId xmlns:a16="http://schemas.microsoft.com/office/drawing/2014/main" id="{66117D9B-6EF8-4B36-A112-FD6D19D0AE23}"/>
              </a:ext>
            </a:extLst>
          </p:cNvPr>
          <p:cNvSpPr txBox="1"/>
          <p:nvPr userDrawn="1"/>
        </p:nvSpPr>
        <p:spPr>
          <a:xfrm>
            <a:off x="7146554" y="3336981"/>
            <a:ext cx="1194238" cy="153888"/>
          </a:xfrm>
          <a:prstGeom prst="rect">
            <a:avLst/>
          </a:prstGeom>
          <a:noFill/>
        </p:spPr>
        <p:txBody>
          <a:bodyPr wrap="none" lIns="0" tIns="0" rIns="0" bIns="0" rtlCol="0">
            <a:noAutofit/>
          </a:bodyPr>
          <a:lstStyle/>
          <a:p>
            <a:pPr algn="l">
              <a:spcAft>
                <a:spcPts val="600"/>
              </a:spcAft>
            </a:pPr>
            <a:r>
              <a:rPr lang="en-US" sz="1000" b="1">
                <a:solidFill>
                  <a:sysClr val="windowText" lastClr="000000"/>
                </a:solidFill>
              </a:rPr>
              <a:t>Traffic Light palette</a:t>
            </a:r>
            <a:endParaRPr lang="en-US" sz="1000" b="0">
              <a:solidFill>
                <a:sysClr val="windowText" lastClr="000000"/>
              </a:solidFill>
            </a:endParaRPr>
          </a:p>
        </p:txBody>
      </p:sp>
      <p:sp>
        <p:nvSpPr>
          <p:cNvPr id="101" name="Rectangle 100">
            <a:extLst>
              <a:ext uri="{FF2B5EF4-FFF2-40B4-BE49-F238E27FC236}">
                <a16:creationId xmlns:a16="http://schemas.microsoft.com/office/drawing/2014/main" id="{8629CA1F-9C19-4EBE-AACF-DD30D2A7CB9D}"/>
              </a:ext>
            </a:extLst>
          </p:cNvPr>
          <p:cNvSpPr>
            <a:spLocks/>
          </p:cNvSpPr>
          <p:nvPr userDrawn="1"/>
        </p:nvSpPr>
        <p:spPr>
          <a:xfrm>
            <a:off x="9353776" y="3589581"/>
            <a:ext cx="839614" cy="411225"/>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38</a:t>
            </a:r>
          </a:p>
          <a:p>
            <a:pPr algn="ctr"/>
            <a:r>
              <a:rPr lang="en-GB" sz="800">
                <a:solidFill>
                  <a:schemeClr val="bg1"/>
                </a:solidFill>
              </a:rPr>
              <a:t>153</a:t>
            </a:r>
          </a:p>
          <a:p>
            <a:pPr algn="ctr"/>
            <a:r>
              <a:rPr lang="en-GB" sz="800">
                <a:solidFill>
                  <a:schemeClr val="bg1"/>
                </a:solidFill>
              </a:rPr>
              <a:t>36</a:t>
            </a:r>
          </a:p>
        </p:txBody>
      </p:sp>
      <p:sp>
        <p:nvSpPr>
          <p:cNvPr id="102" name="Rectangle 101">
            <a:extLst>
              <a:ext uri="{FF2B5EF4-FFF2-40B4-BE49-F238E27FC236}">
                <a16:creationId xmlns:a16="http://schemas.microsoft.com/office/drawing/2014/main" id="{38F50825-9522-489D-AFE6-03DCC983AE45}"/>
              </a:ext>
            </a:extLst>
          </p:cNvPr>
          <p:cNvSpPr>
            <a:spLocks/>
          </p:cNvSpPr>
          <p:nvPr userDrawn="1"/>
        </p:nvSpPr>
        <p:spPr>
          <a:xfrm>
            <a:off x="8262131" y="3589581"/>
            <a:ext cx="839614" cy="411225"/>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241</a:t>
            </a:r>
          </a:p>
          <a:p>
            <a:pPr algn="ctr"/>
            <a:r>
              <a:rPr lang="en-GB" sz="800">
                <a:solidFill>
                  <a:schemeClr val="bg1"/>
                </a:solidFill>
              </a:rPr>
              <a:t>196</a:t>
            </a:r>
          </a:p>
          <a:p>
            <a:pPr algn="ctr"/>
            <a:r>
              <a:rPr lang="en-GB" sz="800">
                <a:solidFill>
                  <a:schemeClr val="bg1"/>
                </a:solidFill>
              </a:rPr>
              <a:t>77</a:t>
            </a:r>
          </a:p>
        </p:txBody>
      </p:sp>
      <p:sp>
        <p:nvSpPr>
          <p:cNvPr id="103" name="Rectangle 102">
            <a:extLst>
              <a:ext uri="{FF2B5EF4-FFF2-40B4-BE49-F238E27FC236}">
                <a16:creationId xmlns:a16="http://schemas.microsoft.com/office/drawing/2014/main" id="{920DF8B8-BB57-4FAB-8303-1EA0BDA6B7F5}"/>
              </a:ext>
            </a:extLst>
          </p:cNvPr>
          <p:cNvSpPr>
            <a:spLocks/>
          </p:cNvSpPr>
          <p:nvPr userDrawn="1"/>
        </p:nvSpPr>
        <p:spPr>
          <a:xfrm>
            <a:off x="7170486" y="3589581"/>
            <a:ext cx="839614" cy="411225"/>
          </a:xfrm>
          <a:prstGeom prst="rect">
            <a:avLst/>
          </a:prstGeom>
          <a:solidFill>
            <a:srgbClr val="ED21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237</a:t>
            </a:r>
          </a:p>
          <a:p>
            <a:pPr algn="ctr"/>
            <a:r>
              <a:rPr lang="en-GB" sz="800">
                <a:solidFill>
                  <a:schemeClr val="bg1"/>
                </a:solidFill>
              </a:rPr>
              <a:t>33</a:t>
            </a:r>
          </a:p>
          <a:p>
            <a:pPr algn="ctr"/>
            <a:r>
              <a:rPr lang="en-GB" sz="800">
                <a:solidFill>
                  <a:schemeClr val="bg1"/>
                </a:solidFill>
              </a:rPr>
              <a:t>36</a:t>
            </a:r>
          </a:p>
        </p:txBody>
      </p:sp>
      <p:sp>
        <p:nvSpPr>
          <p:cNvPr id="104" name="TextBox 103">
            <a:extLst>
              <a:ext uri="{FF2B5EF4-FFF2-40B4-BE49-F238E27FC236}">
                <a16:creationId xmlns:a16="http://schemas.microsoft.com/office/drawing/2014/main" id="{0E284CC6-D89E-4E2E-9C1A-D2D015D4CCE1}"/>
              </a:ext>
            </a:extLst>
          </p:cNvPr>
          <p:cNvSpPr txBox="1"/>
          <p:nvPr userDrawn="1"/>
        </p:nvSpPr>
        <p:spPr>
          <a:xfrm>
            <a:off x="7146553" y="4285684"/>
            <a:ext cx="4159622" cy="626317"/>
          </a:xfrm>
          <a:prstGeom prst="rect">
            <a:avLst/>
          </a:prstGeom>
          <a:noFill/>
        </p:spPr>
        <p:txBody>
          <a:bodyPr wrap="square" lIns="0" tIns="0" rIns="0" bIns="0" rtlCol="0">
            <a:noAutofit/>
          </a:bodyPr>
          <a:lstStyle/>
          <a:p>
            <a:pPr algn="l">
              <a:spcAft>
                <a:spcPts val="600"/>
              </a:spcAft>
            </a:pPr>
            <a:r>
              <a:rPr lang="en-US" sz="1000" b="1">
                <a:solidFill>
                  <a:sysClr val="windowText" lastClr="000000"/>
                </a:solidFill>
              </a:rPr>
              <a:t>Potential chart color order</a:t>
            </a:r>
          </a:p>
          <a:p>
            <a:pPr marL="171450" indent="-171450" algn="l">
              <a:spcAft>
                <a:spcPts val="300"/>
              </a:spcAft>
              <a:buFont typeface="Arial" panose="020B0604020202020204" pitchFamily="34" charset="0"/>
              <a:buChar char="•"/>
            </a:pPr>
            <a:r>
              <a:rPr lang="en-US" sz="1000" b="0">
                <a:solidFill>
                  <a:sysClr val="windowText" lastClr="000000"/>
                </a:solidFill>
              </a:rPr>
              <a:t>Prioritize our blues, but they don’t have to be used all at once</a:t>
            </a:r>
          </a:p>
          <a:p>
            <a:pPr marL="171450" indent="-171450" algn="l">
              <a:spcAft>
                <a:spcPts val="300"/>
              </a:spcAft>
              <a:buFont typeface="Arial" panose="020B0604020202020204" pitchFamily="34" charset="0"/>
              <a:buChar char="•"/>
            </a:pPr>
            <a:r>
              <a:rPr lang="en-US" sz="1000" b="0">
                <a:solidFill>
                  <a:sysClr val="windowText" lastClr="000000"/>
                </a:solidFill>
              </a:rPr>
              <a:t>Mix light, mid, and dark tones within data sets</a:t>
            </a:r>
          </a:p>
        </p:txBody>
      </p:sp>
      <p:cxnSp>
        <p:nvCxnSpPr>
          <p:cNvPr id="105" name="Straight Connector 104">
            <a:extLst>
              <a:ext uri="{FF2B5EF4-FFF2-40B4-BE49-F238E27FC236}">
                <a16:creationId xmlns:a16="http://schemas.microsoft.com/office/drawing/2014/main" id="{32E93FD9-5621-45B8-BDA7-4C88B41DB4D9}"/>
              </a:ext>
            </a:extLst>
          </p:cNvPr>
          <p:cNvCxnSpPr/>
          <p:nvPr userDrawn="1"/>
        </p:nvCxnSpPr>
        <p:spPr>
          <a:xfrm>
            <a:off x="7170486" y="3242602"/>
            <a:ext cx="4023114"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98F7303C-5EE8-4FA6-A437-87F2BF61E6C8}"/>
              </a:ext>
            </a:extLst>
          </p:cNvPr>
          <p:cNvCxnSpPr/>
          <p:nvPr userDrawn="1"/>
        </p:nvCxnSpPr>
        <p:spPr>
          <a:xfrm>
            <a:off x="7170486" y="4176642"/>
            <a:ext cx="4023114"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07" name="Group 106">
            <a:extLst>
              <a:ext uri="{FF2B5EF4-FFF2-40B4-BE49-F238E27FC236}">
                <a16:creationId xmlns:a16="http://schemas.microsoft.com/office/drawing/2014/main" id="{39C72177-73C5-408A-8C21-86379F35DFDA}"/>
              </a:ext>
            </a:extLst>
          </p:cNvPr>
          <p:cNvGrpSpPr/>
          <p:nvPr userDrawn="1"/>
        </p:nvGrpSpPr>
        <p:grpSpPr>
          <a:xfrm>
            <a:off x="7170486" y="5015319"/>
            <a:ext cx="4023114" cy="868052"/>
            <a:chOff x="6942744" y="5227726"/>
            <a:chExt cx="6397168" cy="1380293"/>
          </a:xfrm>
        </p:grpSpPr>
        <p:sp>
          <p:nvSpPr>
            <p:cNvPr id="108" name="Rectangle 107">
              <a:extLst>
                <a:ext uri="{FF2B5EF4-FFF2-40B4-BE49-F238E27FC236}">
                  <a16:creationId xmlns:a16="http://schemas.microsoft.com/office/drawing/2014/main" id="{09C4E567-3FDF-4915-8D1F-4D3869F8570F}"/>
                </a:ext>
              </a:extLst>
            </p:cNvPr>
            <p:cNvSpPr/>
            <p:nvPr userDrawn="1"/>
          </p:nvSpPr>
          <p:spPr>
            <a:xfrm>
              <a:off x="8821942" y="5227726"/>
              <a:ext cx="759576" cy="592341"/>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30</a:t>
              </a:r>
            </a:p>
            <a:p>
              <a:pPr algn="ctr"/>
              <a:r>
                <a:rPr lang="en-GB" sz="800">
                  <a:solidFill>
                    <a:schemeClr val="bg1"/>
                  </a:solidFill>
                </a:rPr>
                <a:t>73</a:t>
              </a:r>
            </a:p>
            <a:p>
              <a:pPr algn="ctr"/>
              <a:r>
                <a:rPr lang="en-GB" sz="800">
                  <a:solidFill>
                    <a:schemeClr val="bg1"/>
                  </a:solidFill>
                </a:rPr>
                <a:t>226</a:t>
              </a:r>
            </a:p>
          </p:txBody>
        </p:sp>
        <p:sp>
          <p:nvSpPr>
            <p:cNvPr id="109" name="Rectangle 108">
              <a:extLst>
                <a:ext uri="{FF2B5EF4-FFF2-40B4-BE49-F238E27FC236}">
                  <a16:creationId xmlns:a16="http://schemas.microsoft.com/office/drawing/2014/main" id="{2DA33985-45D0-4046-B44C-8DCBCFFD86AC}"/>
                </a:ext>
              </a:extLst>
            </p:cNvPr>
            <p:cNvSpPr/>
            <p:nvPr userDrawn="1"/>
          </p:nvSpPr>
          <p:spPr>
            <a:xfrm>
              <a:off x="6942744" y="5227726"/>
              <a:ext cx="759576" cy="592341"/>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51</a:t>
              </a:r>
            </a:p>
            <a:p>
              <a:pPr algn="ctr"/>
              <a:r>
                <a:rPr lang="en-GB" sz="800">
                  <a:solidFill>
                    <a:schemeClr val="bg1"/>
                  </a:solidFill>
                </a:rPr>
                <a:t>141</a:t>
              </a:r>
            </a:p>
          </p:txBody>
        </p:sp>
        <p:sp>
          <p:nvSpPr>
            <p:cNvPr id="110" name="Rectangle 109">
              <a:extLst>
                <a:ext uri="{FF2B5EF4-FFF2-40B4-BE49-F238E27FC236}">
                  <a16:creationId xmlns:a16="http://schemas.microsoft.com/office/drawing/2014/main" id="{60024D76-5422-4C07-A547-F2C593130265}"/>
                </a:ext>
              </a:extLst>
            </p:cNvPr>
            <p:cNvSpPr/>
            <p:nvPr userDrawn="1"/>
          </p:nvSpPr>
          <p:spPr>
            <a:xfrm>
              <a:off x="9761541" y="5227726"/>
              <a:ext cx="759576" cy="592341"/>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118</a:t>
              </a:r>
            </a:p>
            <a:p>
              <a:pPr algn="ctr"/>
              <a:r>
                <a:rPr lang="en-GB" sz="800">
                  <a:solidFill>
                    <a:sysClr val="windowText" lastClr="000000"/>
                  </a:solidFill>
                </a:rPr>
                <a:t>210</a:t>
              </a:r>
            </a:p>
            <a:p>
              <a:pPr algn="ctr"/>
              <a:r>
                <a:rPr lang="en-GB" sz="800">
                  <a:solidFill>
                    <a:sysClr val="windowText" lastClr="000000"/>
                  </a:solidFill>
                </a:rPr>
                <a:t>255</a:t>
              </a:r>
            </a:p>
          </p:txBody>
        </p:sp>
        <p:sp>
          <p:nvSpPr>
            <p:cNvPr id="111" name="Rectangle 110">
              <a:extLst>
                <a:ext uri="{FF2B5EF4-FFF2-40B4-BE49-F238E27FC236}">
                  <a16:creationId xmlns:a16="http://schemas.microsoft.com/office/drawing/2014/main" id="{06E42AD4-4E53-43DB-966B-14EA0ED3E458}"/>
                </a:ext>
              </a:extLst>
            </p:cNvPr>
            <p:cNvSpPr/>
            <p:nvPr userDrawn="1"/>
          </p:nvSpPr>
          <p:spPr>
            <a:xfrm>
              <a:off x="11640737" y="5227726"/>
              <a:ext cx="759576" cy="592341"/>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180</a:t>
              </a:r>
            </a:p>
            <a:p>
              <a:pPr algn="ctr"/>
              <a:r>
                <a:rPr lang="en-GB" sz="800">
                  <a:solidFill>
                    <a:schemeClr val="bg1"/>
                  </a:solidFill>
                </a:rPr>
                <a:t>151</a:t>
              </a:r>
            </a:p>
            <a:p>
              <a:pPr algn="ctr"/>
              <a:r>
                <a:rPr lang="en-GB" sz="800">
                  <a:solidFill>
                    <a:schemeClr val="bg1"/>
                  </a:solidFill>
                </a:rPr>
                <a:t>255</a:t>
              </a:r>
            </a:p>
          </p:txBody>
        </p:sp>
        <p:sp>
          <p:nvSpPr>
            <p:cNvPr id="112" name="Rectangle 111">
              <a:extLst>
                <a:ext uri="{FF2B5EF4-FFF2-40B4-BE49-F238E27FC236}">
                  <a16:creationId xmlns:a16="http://schemas.microsoft.com/office/drawing/2014/main" id="{3123BFF0-C9BC-4A9F-8C1A-6677CDC1F631}"/>
                </a:ext>
              </a:extLst>
            </p:cNvPr>
            <p:cNvSpPr/>
            <p:nvPr userDrawn="1"/>
          </p:nvSpPr>
          <p:spPr>
            <a:xfrm>
              <a:off x="8821942" y="6015678"/>
              <a:ext cx="759576" cy="592341"/>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253</a:t>
              </a:r>
            </a:p>
            <a:p>
              <a:pPr algn="ctr"/>
              <a:r>
                <a:rPr lang="en-GB" sz="800">
                  <a:solidFill>
                    <a:schemeClr val="bg1"/>
                  </a:solidFill>
                </a:rPr>
                <a:t>52</a:t>
              </a:r>
            </a:p>
            <a:p>
              <a:pPr algn="ctr"/>
              <a:r>
                <a:rPr lang="en-GB" sz="800">
                  <a:solidFill>
                    <a:schemeClr val="bg1"/>
                  </a:solidFill>
                </a:rPr>
                <a:t>156</a:t>
              </a:r>
            </a:p>
          </p:txBody>
        </p:sp>
        <p:sp>
          <p:nvSpPr>
            <p:cNvPr id="113" name="Rectangle 112">
              <a:extLst>
                <a:ext uri="{FF2B5EF4-FFF2-40B4-BE49-F238E27FC236}">
                  <a16:creationId xmlns:a16="http://schemas.microsoft.com/office/drawing/2014/main" id="{2B91896C-FA19-4C29-A6A4-8285D7F3418C}"/>
                </a:ext>
              </a:extLst>
            </p:cNvPr>
            <p:cNvSpPr/>
            <p:nvPr userDrawn="1"/>
          </p:nvSpPr>
          <p:spPr>
            <a:xfrm>
              <a:off x="10701139" y="5227726"/>
              <a:ext cx="759576" cy="592341"/>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114</a:t>
              </a:r>
            </a:p>
            <a:p>
              <a:pPr algn="ctr"/>
              <a:r>
                <a:rPr lang="en-GB" sz="800">
                  <a:solidFill>
                    <a:schemeClr val="bg1"/>
                  </a:solidFill>
                </a:rPr>
                <a:t>19</a:t>
              </a:r>
            </a:p>
            <a:p>
              <a:pPr algn="ctr"/>
              <a:r>
                <a:rPr lang="en-GB" sz="800">
                  <a:solidFill>
                    <a:schemeClr val="bg1"/>
                  </a:solidFill>
                </a:rPr>
                <a:t>234</a:t>
              </a:r>
            </a:p>
          </p:txBody>
        </p:sp>
        <p:sp>
          <p:nvSpPr>
            <p:cNvPr id="114" name="Rectangle 113">
              <a:extLst>
                <a:ext uri="{FF2B5EF4-FFF2-40B4-BE49-F238E27FC236}">
                  <a16:creationId xmlns:a16="http://schemas.microsoft.com/office/drawing/2014/main" id="{48E4376B-58CB-4B0E-AB7F-3AF61E7659F9}"/>
                </a:ext>
              </a:extLst>
            </p:cNvPr>
            <p:cNvSpPr/>
            <p:nvPr userDrawn="1"/>
          </p:nvSpPr>
          <p:spPr>
            <a:xfrm>
              <a:off x="9761541" y="6015678"/>
              <a:ext cx="759576" cy="592341"/>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255</a:t>
              </a:r>
            </a:p>
            <a:p>
              <a:pPr algn="ctr"/>
              <a:r>
                <a:rPr lang="en-GB" sz="800">
                  <a:solidFill>
                    <a:schemeClr val="bg1"/>
                  </a:solidFill>
                </a:rPr>
                <a:t>163</a:t>
              </a:r>
            </a:p>
            <a:p>
              <a:pPr algn="ctr"/>
              <a:r>
                <a:rPr lang="en-GB" sz="800">
                  <a:solidFill>
                    <a:schemeClr val="bg1"/>
                  </a:solidFill>
                </a:rPr>
                <a:t>218</a:t>
              </a:r>
            </a:p>
          </p:txBody>
        </p:sp>
        <p:sp>
          <p:nvSpPr>
            <p:cNvPr id="115" name="Rectangle 114">
              <a:extLst>
                <a:ext uri="{FF2B5EF4-FFF2-40B4-BE49-F238E27FC236}">
                  <a16:creationId xmlns:a16="http://schemas.microsoft.com/office/drawing/2014/main" id="{6CCBC42E-797C-4CB6-8C59-2D6FCDDB1F33}"/>
                </a:ext>
              </a:extLst>
            </p:cNvPr>
            <p:cNvSpPr/>
            <p:nvPr userDrawn="1"/>
          </p:nvSpPr>
          <p:spPr>
            <a:xfrm>
              <a:off x="6942744" y="6015678"/>
              <a:ext cx="759576" cy="592341"/>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192</a:t>
              </a:r>
            </a:p>
            <a:p>
              <a:pPr algn="ctr"/>
              <a:r>
                <a:rPr lang="en-GB" sz="800">
                  <a:solidFill>
                    <a:schemeClr val="bg1"/>
                  </a:solidFill>
                </a:rPr>
                <a:t>174</a:t>
              </a:r>
            </a:p>
          </p:txBody>
        </p:sp>
        <p:sp>
          <p:nvSpPr>
            <p:cNvPr id="116" name="Rectangle 115">
              <a:extLst>
                <a:ext uri="{FF2B5EF4-FFF2-40B4-BE49-F238E27FC236}">
                  <a16:creationId xmlns:a16="http://schemas.microsoft.com/office/drawing/2014/main" id="{691DA2AF-1629-48DB-9571-C0A4059F3B38}"/>
                </a:ext>
              </a:extLst>
            </p:cNvPr>
            <p:cNvSpPr/>
            <p:nvPr userDrawn="1"/>
          </p:nvSpPr>
          <p:spPr>
            <a:xfrm>
              <a:off x="12580336" y="6015678"/>
              <a:ext cx="759576" cy="592341"/>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99</a:t>
              </a:r>
            </a:p>
            <a:p>
              <a:pPr algn="ctr"/>
              <a:r>
                <a:rPr lang="en-GB" sz="800">
                  <a:solidFill>
                    <a:sysClr val="windowText" lastClr="000000"/>
                  </a:solidFill>
                </a:rPr>
                <a:t>235</a:t>
              </a:r>
            </a:p>
            <a:p>
              <a:pPr algn="ctr"/>
              <a:r>
                <a:rPr lang="en-GB" sz="800">
                  <a:solidFill>
                    <a:sysClr val="windowText" lastClr="000000"/>
                  </a:solidFill>
                </a:rPr>
                <a:t>218</a:t>
              </a:r>
            </a:p>
          </p:txBody>
        </p:sp>
        <p:sp>
          <p:nvSpPr>
            <p:cNvPr id="117" name="Rectangle 116">
              <a:extLst>
                <a:ext uri="{FF2B5EF4-FFF2-40B4-BE49-F238E27FC236}">
                  <a16:creationId xmlns:a16="http://schemas.microsoft.com/office/drawing/2014/main" id="{7004D9F3-522B-4798-8584-5DAEBCA82D69}"/>
                </a:ext>
              </a:extLst>
            </p:cNvPr>
            <p:cNvSpPr/>
            <p:nvPr userDrawn="1"/>
          </p:nvSpPr>
          <p:spPr>
            <a:xfrm>
              <a:off x="7882343" y="5227726"/>
              <a:ext cx="759576" cy="592341"/>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184</a:t>
              </a:r>
            </a:p>
            <a:p>
              <a:pPr algn="ctr"/>
              <a:r>
                <a:rPr lang="en-GB" sz="800">
                  <a:solidFill>
                    <a:schemeClr val="bg1"/>
                  </a:solidFill>
                </a:rPr>
                <a:t>245</a:t>
              </a:r>
            </a:p>
          </p:txBody>
        </p:sp>
        <p:sp>
          <p:nvSpPr>
            <p:cNvPr id="118" name="Rectangle 117">
              <a:extLst>
                <a:ext uri="{FF2B5EF4-FFF2-40B4-BE49-F238E27FC236}">
                  <a16:creationId xmlns:a16="http://schemas.microsoft.com/office/drawing/2014/main" id="{DDFAE922-1756-4DBB-9867-8AF985CB3C58}"/>
                </a:ext>
              </a:extLst>
            </p:cNvPr>
            <p:cNvSpPr/>
            <p:nvPr userDrawn="1"/>
          </p:nvSpPr>
          <p:spPr>
            <a:xfrm>
              <a:off x="11640737" y="6015678"/>
              <a:ext cx="759576" cy="592341"/>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81</a:t>
              </a:r>
            </a:p>
            <a:p>
              <a:pPr algn="ctr"/>
              <a:r>
                <a:rPr lang="en-GB" sz="800">
                  <a:solidFill>
                    <a:schemeClr val="bg1"/>
                  </a:solidFill>
                </a:rPr>
                <a:t>13</a:t>
              </a:r>
            </a:p>
            <a:p>
              <a:pPr algn="ctr"/>
              <a:r>
                <a:rPr lang="en-GB" sz="800">
                  <a:solidFill>
                    <a:schemeClr val="bg1"/>
                  </a:solidFill>
                </a:rPr>
                <a:t>188</a:t>
              </a:r>
            </a:p>
          </p:txBody>
        </p:sp>
        <p:sp>
          <p:nvSpPr>
            <p:cNvPr id="119" name="Rectangle 118">
              <a:extLst>
                <a:ext uri="{FF2B5EF4-FFF2-40B4-BE49-F238E27FC236}">
                  <a16:creationId xmlns:a16="http://schemas.microsoft.com/office/drawing/2014/main" id="{88FF5845-C594-4FAB-AA8F-EA33A333B321}"/>
                </a:ext>
              </a:extLst>
            </p:cNvPr>
            <p:cNvSpPr/>
            <p:nvPr userDrawn="1"/>
          </p:nvSpPr>
          <p:spPr>
            <a:xfrm>
              <a:off x="12580336" y="5227726"/>
              <a:ext cx="759576" cy="592341"/>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9</a:t>
              </a:r>
            </a:p>
            <a:p>
              <a:pPr algn="ctr"/>
              <a:r>
                <a:rPr lang="en-GB" sz="800">
                  <a:solidFill>
                    <a:schemeClr val="bg1"/>
                  </a:solidFill>
                </a:rPr>
                <a:t>142</a:t>
              </a:r>
            </a:p>
            <a:p>
              <a:pPr algn="ctr"/>
              <a:r>
                <a:rPr lang="en-GB" sz="800">
                  <a:solidFill>
                    <a:schemeClr val="bg1"/>
                  </a:solidFill>
                </a:rPr>
                <a:t>126</a:t>
              </a:r>
            </a:p>
          </p:txBody>
        </p:sp>
        <p:sp>
          <p:nvSpPr>
            <p:cNvPr id="120" name="Rectangle 119">
              <a:extLst>
                <a:ext uri="{FF2B5EF4-FFF2-40B4-BE49-F238E27FC236}">
                  <a16:creationId xmlns:a16="http://schemas.microsoft.com/office/drawing/2014/main" id="{BDF8DBD9-3426-4B1A-A0E8-1F5F3DA02FE2}"/>
                </a:ext>
              </a:extLst>
            </p:cNvPr>
            <p:cNvSpPr/>
            <p:nvPr userDrawn="1"/>
          </p:nvSpPr>
          <p:spPr>
            <a:xfrm>
              <a:off x="10701139" y="6015678"/>
              <a:ext cx="759576" cy="592341"/>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p:txBody>
        </p:sp>
        <p:sp>
          <p:nvSpPr>
            <p:cNvPr id="121" name="Rectangle 120">
              <a:extLst>
                <a:ext uri="{FF2B5EF4-FFF2-40B4-BE49-F238E27FC236}">
                  <a16:creationId xmlns:a16="http://schemas.microsoft.com/office/drawing/2014/main" id="{7F2702EE-4E6E-4980-B5D2-9FC76A136BA8}"/>
                </a:ext>
              </a:extLst>
            </p:cNvPr>
            <p:cNvSpPr/>
            <p:nvPr userDrawn="1"/>
          </p:nvSpPr>
          <p:spPr>
            <a:xfrm>
              <a:off x="7882343" y="6015678"/>
              <a:ext cx="759576" cy="592341"/>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171</a:t>
              </a:r>
            </a:p>
            <a:p>
              <a:pPr algn="ctr"/>
              <a:r>
                <a:rPr lang="en-GB" sz="800">
                  <a:solidFill>
                    <a:schemeClr val="bg1"/>
                  </a:solidFill>
                </a:rPr>
                <a:t>13</a:t>
              </a:r>
            </a:p>
            <a:p>
              <a:pPr algn="ctr"/>
              <a:r>
                <a:rPr lang="en-GB" sz="800">
                  <a:solidFill>
                    <a:schemeClr val="bg1"/>
                  </a:solidFill>
                </a:rPr>
                <a:t>130</a:t>
              </a:r>
            </a:p>
          </p:txBody>
        </p:sp>
      </p:grpSp>
    </p:spTree>
    <p:extLst>
      <p:ext uri="{BB962C8B-B14F-4D97-AF65-F5344CB8AC3E}">
        <p14:creationId xmlns:p14="http://schemas.microsoft.com/office/powerpoint/2010/main" val="1656941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ITLE SLIDE Image cover with blue text">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7DDB07-F743-7464-FFF7-32286B51E9BE}"/>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741302" y="1456388"/>
            <a:ext cx="5506648" cy="3442681"/>
          </a:xfrm>
          <a:noFill/>
          <a:ln w="3175">
            <a:noFill/>
            <a:prstDash val="lgDash"/>
          </a:ln>
        </p:spPr>
        <p:txBody>
          <a:bodyPr lIns="0" tIns="0" rIns="0" bIns="0" anchor="t" anchorCtr="0">
            <a:noAutofit/>
          </a:bodyPr>
          <a:lstStyle>
            <a:lvl1pPr algn="l">
              <a:defRPr sz="6600" baseline="0">
                <a:solidFill>
                  <a:schemeClr val="tx2"/>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 Placeholder 3"/>
          <p:cNvSpPr>
            <a:spLocks noGrp="1"/>
          </p:cNvSpPr>
          <p:nvPr userDrawn="1">
            <p:ph type="body" sz="quarter" idx="11"/>
          </p:nvPr>
        </p:nvSpPr>
        <p:spPr>
          <a:xfrm>
            <a:off x="741302" y="5007009"/>
            <a:ext cx="5506648" cy="810000"/>
          </a:xfrm>
          <a:ln w="3175">
            <a:noFill/>
            <a:prstDash val="lgDash"/>
          </a:ln>
        </p:spPr>
        <p:txBody>
          <a:bodyPr wrap="square" anchor="b">
            <a:noAutofit/>
          </a:bodyPr>
          <a:lstStyle>
            <a:lvl1pPr>
              <a:defRPr sz="1400" b="1">
                <a:solidFill>
                  <a:schemeClr val="tx2"/>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pic>
        <p:nvPicPr>
          <p:cNvPr id="10" name="Graphic 9">
            <a:extLst>
              <a:ext uri="{FF2B5EF4-FFF2-40B4-BE49-F238E27FC236}">
                <a16:creationId xmlns:a16="http://schemas.microsoft.com/office/drawing/2014/main" id="{9A84BD71-38D7-4AC1-B38A-7DE8843A6D1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136883132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ITLE SLIDE Image cover with white text">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1EF583-5E0E-CD31-4F49-00B0E07FB05B}"/>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741302" y="1456388"/>
            <a:ext cx="5506648" cy="3442681"/>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 Placeholder 3"/>
          <p:cNvSpPr>
            <a:spLocks noGrp="1"/>
          </p:cNvSpPr>
          <p:nvPr userDrawn="1">
            <p:ph type="body" sz="quarter" idx="11"/>
          </p:nvPr>
        </p:nvSpPr>
        <p:spPr>
          <a:xfrm>
            <a:off x="741302" y="5007009"/>
            <a:ext cx="5506648" cy="810000"/>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pic>
        <p:nvPicPr>
          <p:cNvPr id="10" name="Graphic 9">
            <a:extLst>
              <a:ext uri="{FF2B5EF4-FFF2-40B4-BE49-F238E27FC236}">
                <a16:creationId xmlns:a16="http://schemas.microsoft.com/office/drawing/2014/main" id="{9A84BD71-38D7-4AC1-B38A-7DE8843A6D1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1093899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LE SLIDE Horizontal Window_Dark background">
    <p:bg>
      <p:bgPr>
        <a:solidFill>
          <a:schemeClr val="accent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741301" y="1470479"/>
            <a:ext cx="6350010" cy="4445007"/>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017666" y="1759937"/>
            <a:ext cx="5765982" cy="2903488"/>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p:ph type="body" sz="quarter" idx="11"/>
          </p:nvPr>
        </p:nvSpPr>
        <p:spPr>
          <a:xfrm>
            <a:off x="1017666" y="4752153"/>
            <a:ext cx="5765982" cy="816606"/>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pic>
        <p:nvPicPr>
          <p:cNvPr id="9" name="Graphic 8">
            <a:extLst>
              <a:ext uri="{FF2B5EF4-FFF2-40B4-BE49-F238E27FC236}">
                <a16:creationId xmlns:a16="http://schemas.microsoft.com/office/drawing/2014/main" id="{3AE81D1E-EC03-4E35-9F55-9751C67CE02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1852717798"/>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ITLE SLIDE Vertical Window_Dark background">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F73FA8F-86B4-4B38-9318-B211F1BBAFEB}"/>
              </a:ext>
            </a:extLst>
          </p:cNvPr>
          <p:cNvSpPr>
            <a:spLocks noChangeAspect="1"/>
          </p:cNvSpPr>
          <p:nvPr userDrawn="1"/>
        </p:nvSpPr>
        <p:spPr>
          <a:xfrm>
            <a:off x="741301" y="1470479"/>
            <a:ext cx="3099633"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017666" y="1759937"/>
            <a:ext cx="2487266" cy="2900514"/>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userDrawn="1">
            <p:ph type="body" sz="quarter" idx="11"/>
          </p:nvPr>
        </p:nvSpPr>
        <p:spPr>
          <a:xfrm>
            <a:off x="1017666" y="4752153"/>
            <a:ext cx="2487267" cy="815770"/>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pic>
        <p:nvPicPr>
          <p:cNvPr id="7" name="Graphic 6">
            <a:extLst>
              <a:ext uri="{FF2B5EF4-FFF2-40B4-BE49-F238E27FC236}">
                <a16:creationId xmlns:a16="http://schemas.microsoft.com/office/drawing/2014/main" id="{38ADB91F-075F-40EA-BBF8-09E1B53E17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379735921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ITLE SLIDE Horizontal Window_Light background">
    <p:bg>
      <p:bgPr>
        <a:gradFill>
          <a:gsLst>
            <a:gs pos="0">
              <a:schemeClr val="accent4"/>
            </a:gs>
            <a:gs pos="100000">
              <a:schemeClr val="bg2"/>
            </a:gs>
          </a:gsLst>
          <a:lin ang="0" scaled="1"/>
        </a:gra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741301" y="1470479"/>
            <a:ext cx="6350010" cy="4445007"/>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017666" y="1759937"/>
            <a:ext cx="5765982" cy="2903488"/>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p:ph type="body" sz="quarter" idx="11"/>
          </p:nvPr>
        </p:nvSpPr>
        <p:spPr>
          <a:xfrm>
            <a:off x="1017666" y="4752153"/>
            <a:ext cx="5765982" cy="816606"/>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pic>
        <p:nvPicPr>
          <p:cNvPr id="9" name="Graphic 8">
            <a:extLst>
              <a:ext uri="{FF2B5EF4-FFF2-40B4-BE49-F238E27FC236}">
                <a16:creationId xmlns:a16="http://schemas.microsoft.com/office/drawing/2014/main" id="{3AE81D1E-EC03-4E35-9F55-9751C67CE02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2902625179"/>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ITLE SLIDE Vertical Window_Light background">
    <p:bg>
      <p:bgPr>
        <a:gradFill flip="none" rotWithShape="1">
          <a:gsLst>
            <a:gs pos="0">
              <a:schemeClr val="accent4"/>
            </a:gs>
            <a:gs pos="100000">
              <a:schemeClr val="bg2"/>
            </a:gs>
          </a:gsLst>
          <a:lin ang="0" scaled="1"/>
          <a:tileRect/>
        </a:gra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F73FA8F-86B4-4B38-9318-B211F1BBAFEB}"/>
              </a:ext>
            </a:extLst>
          </p:cNvPr>
          <p:cNvSpPr>
            <a:spLocks noChangeAspect="1"/>
          </p:cNvSpPr>
          <p:nvPr userDrawn="1"/>
        </p:nvSpPr>
        <p:spPr>
          <a:xfrm>
            <a:off x="741301" y="1470479"/>
            <a:ext cx="3099633"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017666" y="1759937"/>
            <a:ext cx="2487266" cy="2900514"/>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userDrawn="1">
            <p:ph type="body" sz="quarter" idx="11"/>
          </p:nvPr>
        </p:nvSpPr>
        <p:spPr>
          <a:xfrm>
            <a:off x="1017666" y="4752153"/>
            <a:ext cx="2487267" cy="815770"/>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pic>
        <p:nvPicPr>
          <p:cNvPr id="7" name="Graphic 6">
            <a:extLst>
              <a:ext uri="{FF2B5EF4-FFF2-40B4-BE49-F238E27FC236}">
                <a16:creationId xmlns:a16="http://schemas.microsoft.com/office/drawing/2014/main" id="{38ADB91F-075F-40EA-BBF8-09E1B53E17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271360953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 Image_Cobalt Blue">
    <p:bg>
      <p:bgPr>
        <a:solidFill>
          <a:schemeClr val="accent1"/>
        </a:solidFill>
        <a:effectLst/>
      </p:bgPr>
    </p:bg>
    <p:spTree>
      <p:nvGrpSpPr>
        <p:cNvPr id="1" name=""/>
        <p:cNvGrpSpPr/>
        <p:nvPr/>
      </p:nvGrpSpPr>
      <p:grpSpPr>
        <a:xfrm>
          <a:off x="0" y="0"/>
          <a:ext cx="0" cy="0"/>
          <a:chOff x="0" y="0"/>
          <a:chExt cx="0" cy="0"/>
        </a:xfrm>
      </p:grpSpPr>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28" name="Picture Placeholder 3">
            <a:extLst>
              <a:ext uri="{FF2B5EF4-FFF2-40B4-BE49-F238E27FC236}">
                <a16:creationId xmlns:a16="http://schemas.microsoft.com/office/drawing/2014/main" id="{1D0B9D96-907F-4E37-B5A7-830AD095F223}"/>
              </a:ext>
            </a:extLst>
          </p:cNvPr>
          <p:cNvSpPr>
            <a:spLocks noGrp="1" noChangeAspect="1"/>
          </p:cNvSpPr>
          <p:nvPr>
            <p:ph type="pic" sz="quarter" idx="12"/>
          </p:nvPr>
        </p:nvSpPr>
        <p:spPr>
          <a:xfrm>
            <a:off x="4909676" y="1456388"/>
            <a:ext cx="6283848" cy="4364991"/>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sp>
        <p:nvSpPr>
          <p:cNvPr id="34" name="Title 1">
            <a:extLst>
              <a:ext uri="{FF2B5EF4-FFF2-40B4-BE49-F238E27FC236}">
                <a16:creationId xmlns:a16="http://schemas.microsoft.com/office/drawing/2014/main" id="{E8E14845-BB2E-4EA2-8CBD-F35A520E366D}"/>
              </a:ext>
            </a:extLst>
          </p:cNvPr>
          <p:cNvSpPr>
            <a:spLocks noGrp="1"/>
          </p:cNvSpPr>
          <p:nvPr>
            <p:ph type="ctrTitle" hasCustomPrompt="1"/>
          </p:nvPr>
        </p:nvSpPr>
        <p:spPr>
          <a:xfrm>
            <a:off x="741301" y="1456388"/>
            <a:ext cx="3432043" cy="342774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40" name="Text Placeholder 3">
            <a:extLst>
              <a:ext uri="{FF2B5EF4-FFF2-40B4-BE49-F238E27FC236}">
                <a16:creationId xmlns:a16="http://schemas.microsoft.com/office/drawing/2014/main" id="{423222F2-0E39-45E4-8918-49125CD7C1EA}"/>
              </a:ext>
            </a:extLst>
          </p:cNvPr>
          <p:cNvSpPr>
            <a:spLocks noGrp="1"/>
          </p:cNvSpPr>
          <p:nvPr>
            <p:ph type="body" sz="quarter" idx="11"/>
          </p:nvPr>
        </p:nvSpPr>
        <p:spPr>
          <a:xfrm>
            <a:off x="741301" y="5007010"/>
            <a:ext cx="3432043" cy="810000"/>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pic>
        <p:nvPicPr>
          <p:cNvPr id="10" name="Graphic 9">
            <a:extLst>
              <a:ext uri="{FF2B5EF4-FFF2-40B4-BE49-F238E27FC236}">
                <a16:creationId xmlns:a16="http://schemas.microsoft.com/office/drawing/2014/main" id="{C6BE9D60-8E37-4DED-A951-A9C36EAA76D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382617521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 Image_Cobalt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41302" y="1456388"/>
            <a:ext cx="5506648" cy="3442681"/>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 Placeholder 3"/>
          <p:cNvSpPr>
            <a:spLocks noGrp="1"/>
          </p:cNvSpPr>
          <p:nvPr userDrawn="1">
            <p:ph type="body" sz="quarter" idx="11"/>
          </p:nvPr>
        </p:nvSpPr>
        <p:spPr>
          <a:xfrm>
            <a:off x="741302" y="5007009"/>
            <a:ext cx="5506648" cy="810000"/>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13BD1F9C-C7CA-4162-BCD4-0E8701D30076}"/>
              </a:ext>
            </a:extLst>
          </p:cNvPr>
          <p:cNvSpPr>
            <a:spLocks noGrp="1" noChangeAspect="1"/>
          </p:cNvSpPr>
          <p:nvPr>
            <p:ph type="pic" sz="quarter" idx="12"/>
          </p:nvPr>
        </p:nvSpPr>
        <p:spPr>
          <a:xfrm>
            <a:off x="7686141" y="736722"/>
            <a:ext cx="3764557" cy="5391258"/>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pic>
        <p:nvPicPr>
          <p:cNvPr id="10" name="Graphic 9">
            <a:extLst>
              <a:ext uri="{FF2B5EF4-FFF2-40B4-BE49-F238E27FC236}">
                <a16:creationId xmlns:a16="http://schemas.microsoft.com/office/drawing/2014/main" id="{9A84BD71-38D7-4AC1-B38A-7DE8843A6D1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194820827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B00C76C-8FDF-939D-9BF7-ED86B8A09683}"/>
              </a:ext>
            </a:extLst>
          </p:cNvPr>
          <p:cNvSpPr/>
          <p:nvPr userDrawn="1"/>
        </p:nvSpPr>
        <p:spPr>
          <a:xfrm>
            <a:off x="0" y="0"/>
            <a:ext cx="7146235" cy="6029608"/>
          </a:xfrm>
          <a:prstGeom prst="rect">
            <a:avLst/>
          </a:prstGeom>
          <a:gradFill>
            <a:gsLst>
              <a:gs pos="0">
                <a:srgbClr val="7213EA"/>
              </a:gs>
              <a:gs pos="100000">
                <a:srgbClr val="1E49E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995364" y="2296814"/>
            <a:ext cx="4020256" cy="533400"/>
          </a:xfrm>
        </p:spPr>
        <p:txBody>
          <a:bodyPr anchor="ctr"/>
          <a:lstStyle>
            <a:lvl1pPr>
              <a:defRPr sz="6600">
                <a:solidFill>
                  <a:schemeClr val="bg1"/>
                </a:solidFill>
              </a:defRPr>
            </a:lvl1pPr>
          </a:lstStyle>
          <a:p>
            <a:r>
              <a:rPr lang="en-US"/>
              <a:t>Click to edit Master title style</a:t>
            </a:r>
            <a:endParaRPr lang="en-GB"/>
          </a:p>
        </p:txBody>
      </p:sp>
      <p:sp>
        <p:nvSpPr>
          <p:cNvPr id="8" name="Text Placeholder 7">
            <a:extLst>
              <a:ext uri="{FF2B5EF4-FFF2-40B4-BE49-F238E27FC236}">
                <a16:creationId xmlns:a16="http://schemas.microsoft.com/office/drawing/2014/main" id="{2858FFCE-70FF-E8A9-1517-97027D03F890}"/>
              </a:ext>
            </a:extLst>
          </p:cNvPr>
          <p:cNvSpPr>
            <a:spLocks noGrp="1"/>
          </p:cNvSpPr>
          <p:nvPr>
            <p:ph type="body" sz="quarter" idx="10"/>
          </p:nvPr>
        </p:nvSpPr>
        <p:spPr>
          <a:xfrm>
            <a:off x="5222081" y="518036"/>
            <a:ext cx="1747838" cy="620712"/>
          </a:xfrm>
        </p:spPr>
        <p:txBody>
          <a:bodyPr anchor="ctr"/>
          <a:lstStyle>
            <a:lvl1pPr algn="r">
              <a:lnSpc>
                <a:spcPct val="70000"/>
              </a:lnSpc>
              <a:defRPr sz="4400">
                <a:solidFill>
                  <a:schemeClr val="bg1"/>
                </a:solidFill>
                <a:latin typeface="+mj-lt"/>
              </a:defRPr>
            </a:lvl1pPr>
          </a:lstStyle>
          <a:p>
            <a:pPr lvl="0"/>
            <a:r>
              <a:rPr lang="en-US"/>
              <a:t>Click to edit Master text styles</a:t>
            </a:r>
          </a:p>
        </p:txBody>
      </p:sp>
      <p:sp>
        <p:nvSpPr>
          <p:cNvPr id="9" name="Text Placeholder 7">
            <a:extLst>
              <a:ext uri="{FF2B5EF4-FFF2-40B4-BE49-F238E27FC236}">
                <a16:creationId xmlns:a16="http://schemas.microsoft.com/office/drawing/2014/main" id="{5EE4DAAF-DB2D-B25E-7B9D-0F44ED0E90F9}"/>
              </a:ext>
            </a:extLst>
          </p:cNvPr>
          <p:cNvSpPr>
            <a:spLocks noGrp="1"/>
          </p:cNvSpPr>
          <p:nvPr>
            <p:ph type="body" sz="quarter" idx="11"/>
          </p:nvPr>
        </p:nvSpPr>
        <p:spPr>
          <a:xfrm>
            <a:off x="5222081" y="1253897"/>
            <a:ext cx="1747838" cy="620712"/>
          </a:xfrm>
        </p:spPr>
        <p:txBody>
          <a:bodyPr anchor="ctr"/>
          <a:lstStyle>
            <a:lvl1pPr algn="r">
              <a:lnSpc>
                <a:spcPct val="70000"/>
              </a:lnSpc>
              <a:defRPr sz="4400">
                <a:solidFill>
                  <a:schemeClr val="bg1"/>
                </a:solidFill>
                <a:latin typeface="+mj-lt"/>
              </a:defRPr>
            </a:lvl1pPr>
          </a:lstStyle>
          <a:p>
            <a:pPr lvl="0"/>
            <a:r>
              <a:rPr lang="en-US"/>
              <a:t>Click to edit Master text styles</a:t>
            </a:r>
          </a:p>
        </p:txBody>
      </p:sp>
      <p:sp>
        <p:nvSpPr>
          <p:cNvPr id="10" name="Text Placeholder 7">
            <a:extLst>
              <a:ext uri="{FF2B5EF4-FFF2-40B4-BE49-F238E27FC236}">
                <a16:creationId xmlns:a16="http://schemas.microsoft.com/office/drawing/2014/main" id="{1E977FBC-993E-BFBA-2C6A-08F5FD3B70E1}"/>
              </a:ext>
            </a:extLst>
          </p:cNvPr>
          <p:cNvSpPr>
            <a:spLocks noGrp="1"/>
          </p:cNvSpPr>
          <p:nvPr>
            <p:ph type="body" sz="quarter" idx="12"/>
          </p:nvPr>
        </p:nvSpPr>
        <p:spPr>
          <a:xfrm>
            <a:off x="5222081" y="1986458"/>
            <a:ext cx="1747838" cy="620712"/>
          </a:xfrm>
        </p:spPr>
        <p:txBody>
          <a:bodyPr anchor="ctr"/>
          <a:lstStyle>
            <a:lvl1pPr algn="r">
              <a:lnSpc>
                <a:spcPct val="70000"/>
              </a:lnSpc>
              <a:defRPr sz="4400">
                <a:solidFill>
                  <a:schemeClr val="bg1"/>
                </a:solidFill>
                <a:latin typeface="+mj-lt"/>
              </a:defRPr>
            </a:lvl1pPr>
          </a:lstStyle>
          <a:p>
            <a:pPr lvl="0"/>
            <a:r>
              <a:rPr lang="en-US"/>
              <a:t>Click to edit Master text styles</a:t>
            </a:r>
          </a:p>
        </p:txBody>
      </p:sp>
      <p:sp>
        <p:nvSpPr>
          <p:cNvPr id="11" name="Text Placeholder 7">
            <a:extLst>
              <a:ext uri="{FF2B5EF4-FFF2-40B4-BE49-F238E27FC236}">
                <a16:creationId xmlns:a16="http://schemas.microsoft.com/office/drawing/2014/main" id="{E1098360-6E22-9234-483A-A7F9E4496346}"/>
              </a:ext>
            </a:extLst>
          </p:cNvPr>
          <p:cNvSpPr>
            <a:spLocks noGrp="1"/>
          </p:cNvSpPr>
          <p:nvPr>
            <p:ph type="body" sz="quarter" idx="13"/>
          </p:nvPr>
        </p:nvSpPr>
        <p:spPr>
          <a:xfrm>
            <a:off x="5222081" y="2719019"/>
            <a:ext cx="1747838" cy="620712"/>
          </a:xfrm>
        </p:spPr>
        <p:txBody>
          <a:bodyPr anchor="ctr"/>
          <a:lstStyle>
            <a:lvl1pPr algn="r">
              <a:lnSpc>
                <a:spcPct val="70000"/>
              </a:lnSpc>
              <a:defRPr sz="4400">
                <a:solidFill>
                  <a:schemeClr val="bg1"/>
                </a:solidFill>
                <a:latin typeface="+mj-lt"/>
              </a:defRPr>
            </a:lvl1pPr>
          </a:lstStyle>
          <a:p>
            <a:pPr lvl="0"/>
            <a:r>
              <a:rPr lang="en-US"/>
              <a:t>Click to edit Master text styles</a:t>
            </a:r>
          </a:p>
        </p:txBody>
      </p:sp>
      <p:sp>
        <p:nvSpPr>
          <p:cNvPr id="12" name="Text Placeholder 7">
            <a:extLst>
              <a:ext uri="{FF2B5EF4-FFF2-40B4-BE49-F238E27FC236}">
                <a16:creationId xmlns:a16="http://schemas.microsoft.com/office/drawing/2014/main" id="{7F3E4A42-CF45-2915-6B61-FC6A1477D5D3}"/>
              </a:ext>
            </a:extLst>
          </p:cNvPr>
          <p:cNvSpPr>
            <a:spLocks noGrp="1"/>
          </p:cNvSpPr>
          <p:nvPr>
            <p:ph type="body" sz="quarter" idx="14"/>
          </p:nvPr>
        </p:nvSpPr>
        <p:spPr>
          <a:xfrm>
            <a:off x="5222081" y="3451580"/>
            <a:ext cx="1747838" cy="620712"/>
          </a:xfrm>
        </p:spPr>
        <p:txBody>
          <a:bodyPr anchor="ctr"/>
          <a:lstStyle>
            <a:lvl1pPr algn="r">
              <a:lnSpc>
                <a:spcPct val="70000"/>
              </a:lnSpc>
              <a:defRPr sz="4400">
                <a:solidFill>
                  <a:schemeClr val="bg1"/>
                </a:solidFill>
                <a:latin typeface="+mj-lt"/>
              </a:defRPr>
            </a:lvl1pPr>
          </a:lstStyle>
          <a:p>
            <a:pPr lvl="0"/>
            <a:r>
              <a:rPr lang="en-US"/>
              <a:t>Click to edit Master text styles</a:t>
            </a:r>
          </a:p>
        </p:txBody>
      </p:sp>
      <p:sp>
        <p:nvSpPr>
          <p:cNvPr id="13" name="Text Placeholder 7">
            <a:extLst>
              <a:ext uri="{FF2B5EF4-FFF2-40B4-BE49-F238E27FC236}">
                <a16:creationId xmlns:a16="http://schemas.microsoft.com/office/drawing/2014/main" id="{5B54C6F9-611B-E49E-B97E-FDA98D09CBBF}"/>
              </a:ext>
            </a:extLst>
          </p:cNvPr>
          <p:cNvSpPr>
            <a:spLocks noGrp="1"/>
          </p:cNvSpPr>
          <p:nvPr>
            <p:ph type="body" sz="quarter" idx="15"/>
          </p:nvPr>
        </p:nvSpPr>
        <p:spPr>
          <a:xfrm>
            <a:off x="5222081" y="4191427"/>
            <a:ext cx="1747838" cy="620712"/>
          </a:xfrm>
        </p:spPr>
        <p:txBody>
          <a:bodyPr anchor="ctr"/>
          <a:lstStyle>
            <a:lvl1pPr algn="r">
              <a:lnSpc>
                <a:spcPct val="70000"/>
              </a:lnSpc>
              <a:defRPr sz="4400">
                <a:solidFill>
                  <a:schemeClr val="bg1"/>
                </a:solidFill>
                <a:latin typeface="+mj-lt"/>
              </a:defRPr>
            </a:lvl1pPr>
          </a:lstStyle>
          <a:p>
            <a:pPr lvl="0"/>
            <a:r>
              <a:rPr lang="en-US"/>
              <a:t>Click to edit Master text styles</a:t>
            </a:r>
          </a:p>
        </p:txBody>
      </p:sp>
      <p:sp>
        <p:nvSpPr>
          <p:cNvPr id="14" name="Text Placeholder 7">
            <a:extLst>
              <a:ext uri="{FF2B5EF4-FFF2-40B4-BE49-F238E27FC236}">
                <a16:creationId xmlns:a16="http://schemas.microsoft.com/office/drawing/2014/main" id="{D112AF84-8A2E-895B-95CA-747F03F65550}"/>
              </a:ext>
            </a:extLst>
          </p:cNvPr>
          <p:cNvSpPr>
            <a:spLocks noGrp="1"/>
          </p:cNvSpPr>
          <p:nvPr>
            <p:ph type="body" sz="quarter" idx="16"/>
          </p:nvPr>
        </p:nvSpPr>
        <p:spPr>
          <a:xfrm>
            <a:off x="5222081" y="4931274"/>
            <a:ext cx="1747838" cy="620712"/>
          </a:xfrm>
        </p:spPr>
        <p:txBody>
          <a:bodyPr anchor="ctr"/>
          <a:lstStyle>
            <a:lvl1pPr algn="r">
              <a:lnSpc>
                <a:spcPct val="70000"/>
              </a:lnSpc>
              <a:defRPr sz="4400">
                <a:solidFill>
                  <a:schemeClr val="bg1"/>
                </a:solidFill>
                <a:latin typeface="+mj-lt"/>
              </a:defRPr>
            </a:lvl1pPr>
          </a:lstStyle>
          <a:p>
            <a:pPr lvl="0"/>
            <a:r>
              <a:rPr lang="en-US"/>
              <a:t>Click to edit Master text styles</a:t>
            </a:r>
          </a:p>
        </p:txBody>
      </p:sp>
      <p:sp>
        <p:nvSpPr>
          <p:cNvPr id="23" name="Text Placeholder 22">
            <a:extLst>
              <a:ext uri="{FF2B5EF4-FFF2-40B4-BE49-F238E27FC236}">
                <a16:creationId xmlns:a16="http://schemas.microsoft.com/office/drawing/2014/main" id="{530DB1C0-6A8F-C400-D535-756CF0C3CD7E}"/>
              </a:ext>
            </a:extLst>
          </p:cNvPr>
          <p:cNvSpPr>
            <a:spLocks noGrp="1"/>
          </p:cNvSpPr>
          <p:nvPr>
            <p:ph type="body" sz="quarter" idx="17"/>
          </p:nvPr>
        </p:nvSpPr>
        <p:spPr>
          <a:xfrm>
            <a:off x="7342361" y="517525"/>
            <a:ext cx="3846440" cy="623888"/>
          </a:xfrm>
        </p:spPr>
        <p:txBody>
          <a:bodyPr anchor="ctr"/>
          <a:lstStyle>
            <a:lvl1pPr>
              <a:spcAft>
                <a:spcPts val="0"/>
              </a:spcAft>
              <a:defRPr sz="1800"/>
            </a:lvl1pPr>
            <a:lvl2pPr>
              <a:spcAft>
                <a:spcPts val="0"/>
              </a:spcAft>
              <a:defRPr sz="1600"/>
            </a:lvl2pPr>
          </a:lstStyle>
          <a:p>
            <a:pPr lvl="0"/>
            <a:r>
              <a:rPr lang="en-US"/>
              <a:t>Click to edit Master text styles</a:t>
            </a:r>
          </a:p>
          <a:p>
            <a:pPr lvl="1"/>
            <a:r>
              <a:rPr lang="en-US"/>
              <a:t>Second level</a:t>
            </a:r>
          </a:p>
        </p:txBody>
      </p:sp>
      <p:sp>
        <p:nvSpPr>
          <p:cNvPr id="24" name="Text Placeholder 22">
            <a:extLst>
              <a:ext uri="{FF2B5EF4-FFF2-40B4-BE49-F238E27FC236}">
                <a16:creationId xmlns:a16="http://schemas.microsoft.com/office/drawing/2014/main" id="{BDAFC491-0350-72A9-16A2-A09188C5C2D1}"/>
              </a:ext>
            </a:extLst>
          </p:cNvPr>
          <p:cNvSpPr>
            <a:spLocks noGrp="1"/>
          </p:cNvSpPr>
          <p:nvPr>
            <p:ph type="body" sz="quarter" idx="18"/>
          </p:nvPr>
        </p:nvSpPr>
        <p:spPr>
          <a:xfrm>
            <a:off x="7342361" y="1248732"/>
            <a:ext cx="3846440" cy="623888"/>
          </a:xfrm>
        </p:spPr>
        <p:txBody>
          <a:bodyPr anchor="ctr"/>
          <a:lstStyle>
            <a:lvl1pPr>
              <a:spcAft>
                <a:spcPts val="0"/>
              </a:spcAft>
              <a:defRPr sz="1800"/>
            </a:lvl1pPr>
            <a:lvl2pPr>
              <a:spcAft>
                <a:spcPts val="0"/>
              </a:spcAft>
              <a:defRPr sz="1600"/>
            </a:lvl2pPr>
          </a:lstStyle>
          <a:p>
            <a:pPr lvl="0"/>
            <a:r>
              <a:rPr lang="en-US"/>
              <a:t>Click to edit Master text styles</a:t>
            </a:r>
          </a:p>
          <a:p>
            <a:pPr lvl="1"/>
            <a:r>
              <a:rPr lang="en-US"/>
              <a:t>Second level</a:t>
            </a:r>
          </a:p>
        </p:txBody>
      </p:sp>
      <p:sp>
        <p:nvSpPr>
          <p:cNvPr id="25" name="Text Placeholder 22">
            <a:extLst>
              <a:ext uri="{FF2B5EF4-FFF2-40B4-BE49-F238E27FC236}">
                <a16:creationId xmlns:a16="http://schemas.microsoft.com/office/drawing/2014/main" id="{1EF314C3-E5F9-AB91-47BC-9447371C24FD}"/>
              </a:ext>
            </a:extLst>
          </p:cNvPr>
          <p:cNvSpPr>
            <a:spLocks noGrp="1"/>
          </p:cNvSpPr>
          <p:nvPr>
            <p:ph type="body" sz="quarter" idx="19"/>
          </p:nvPr>
        </p:nvSpPr>
        <p:spPr>
          <a:xfrm>
            <a:off x="7342361" y="1986458"/>
            <a:ext cx="3846440" cy="623888"/>
          </a:xfrm>
        </p:spPr>
        <p:txBody>
          <a:bodyPr anchor="ctr"/>
          <a:lstStyle>
            <a:lvl1pPr>
              <a:spcAft>
                <a:spcPts val="0"/>
              </a:spcAft>
              <a:defRPr sz="1800"/>
            </a:lvl1pPr>
            <a:lvl2pPr>
              <a:spcAft>
                <a:spcPts val="0"/>
              </a:spcAft>
              <a:defRPr sz="1600"/>
            </a:lvl2pPr>
          </a:lstStyle>
          <a:p>
            <a:pPr lvl="0"/>
            <a:r>
              <a:rPr lang="en-US"/>
              <a:t>Click to edit Master text styles</a:t>
            </a:r>
          </a:p>
          <a:p>
            <a:pPr lvl="1"/>
            <a:r>
              <a:rPr lang="en-US"/>
              <a:t>Second level</a:t>
            </a:r>
          </a:p>
        </p:txBody>
      </p:sp>
      <p:sp>
        <p:nvSpPr>
          <p:cNvPr id="26" name="Text Placeholder 22">
            <a:extLst>
              <a:ext uri="{FF2B5EF4-FFF2-40B4-BE49-F238E27FC236}">
                <a16:creationId xmlns:a16="http://schemas.microsoft.com/office/drawing/2014/main" id="{641329B7-7972-61B0-C0AC-5550316CF898}"/>
              </a:ext>
            </a:extLst>
          </p:cNvPr>
          <p:cNvSpPr>
            <a:spLocks noGrp="1"/>
          </p:cNvSpPr>
          <p:nvPr>
            <p:ph type="body" sz="quarter" idx="20"/>
          </p:nvPr>
        </p:nvSpPr>
        <p:spPr>
          <a:xfrm>
            <a:off x="7342361" y="2727844"/>
            <a:ext cx="3846440" cy="623888"/>
          </a:xfrm>
        </p:spPr>
        <p:txBody>
          <a:bodyPr anchor="ctr"/>
          <a:lstStyle>
            <a:lvl1pPr>
              <a:spcAft>
                <a:spcPts val="0"/>
              </a:spcAft>
              <a:defRPr sz="1800"/>
            </a:lvl1pPr>
            <a:lvl2pPr>
              <a:spcAft>
                <a:spcPts val="0"/>
              </a:spcAft>
              <a:defRPr sz="1600"/>
            </a:lvl2pPr>
          </a:lstStyle>
          <a:p>
            <a:pPr lvl="0"/>
            <a:r>
              <a:rPr lang="en-US"/>
              <a:t>Click to edit Master text styles</a:t>
            </a:r>
          </a:p>
          <a:p>
            <a:pPr lvl="1"/>
            <a:r>
              <a:rPr lang="en-US"/>
              <a:t>Second level</a:t>
            </a:r>
          </a:p>
        </p:txBody>
      </p:sp>
      <p:sp>
        <p:nvSpPr>
          <p:cNvPr id="27" name="Text Placeholder 22">
            <a:extLst>
              <a:ext uri="{FF2B5EF4-FFF2-40B4-BE49-F238E27FC236}">
                <a16:creationId xmlns:a16="http://schemas.microsoft.com/office/drawing/2014/main" id="{EEBD0451-DC0E-3D9D-8C4A-787DC788A9C3}"/>
              </a:ext>
            </a:extLst>
          </p:cNvPr>
          <p:cNvSpPr>
            <a:spLocks noGrp="1"/>
          </p:cNvSpPr>
          <p:nvPr>
            <p:ph type="body" sz="quarter" idx="21"/>
          </p:nvPr>
        </p:nvSpPr>
        <p:spPr>
          <a:xfrm>
            <a:off x="7342361" y="3447406"/>
            <a:ext cx="3846440" cy="623888"/>
          </a:xfrm>
        </p:spPr>
        <p:txBody>
          <a:bodyPr anchor="ctr"/>
          <a:lstStyle>
            <a:lvl1pPr>
              <a:spcAft>
                <a:spcPts val="0"/>
              </a:spcAft>
              <a:defRPr sz="1800"/>
            </a:lvl1pPr>
            <a:lvl2pPr>
              <a:spcAft>
                <a:spcPts val="0"/>
              </a:spcAft>
              <a:defRPr sz="1600"/>
            </a:lvl2pPr>
          </a:lstStyle>
          <a:p>
            <a:pPr lvl="0"/>
            <a:r>
              <a:rPr lang="en-US"/>
              <a:t>Click to edit Master text styles</a:t>
            </a:r>
          </a:p>
          <a:p>
            <a:pPr lvl="1"/>
            <a:r>
              <a:rPr lang="en-US"/>
              <a:t>Second level</a:t>
            </a:r>
          </a:p>
        </p:txBody>
      </p:sp>
      <p:sp>
        <p:nvSpPr>
          <p:cNvPr id="28" name="Text Placeholder 22">
            <a:extLst>
              <a:ext uri="{FF2B5EF4-FFF2-40B4-BE49-F238E27FC236}">
                <a16:creationId xmlns:a16="http://schemas.microsoft.com/office/drawing/2014/main" id="{135029D0-C3C3-1A14-5396-8F72B8371561}"/>
              </a:ext>
            </a:extLst>
          </p:cNvPr>
          <p:cNvSpPr>
            <a:spLocks noGrp="1"/>
          </p:cNvSpPr>
          <p:nvPr>
            <p:ph type="body" sz="quarter" idx="22"/>
          </p:nvPr>
        </p:nvSpPr>
        <p:spPr>
          <a:xfrm>
            <a:off x="7342361" y="4189839"/>
            <a:ext cx="3846440" cy="623888"/>
          </a:xfrm>
        </p:spPr>
        <p:txBody>
          <a:bodyPr anchor="ctr"/>
          <a:lstStyle>
            <a:lvl1pPr>
              <a:spcAft>
                <a:spcPts val="0"/>
              </a:spcAft>
              <a:defRPr sz="1800"/>
            </a:lvl1pPr>
            <a:lvl2pPr>
              <a:spcAft>
                <a:spcPts val="0"/>
              </a:spcAft>
              <a:defRPr sz="1600"/>
            </a:lvl2pPr>
          </a:lstStyle>
          <a:p>
            <a:pPr lvl="0"/>
            <a:r>
              <a:rPr lang="en-US"/>
              <a:t>Click to edit Master text styles</a:t>
            </a:r>
          </a:p>
          <a:p>
            <a:pPr lvl="1"/>
            <a:r>
              <a:rPr lang="en-US"/>
              <a:t>Second level</a:t>
            </a:r>
          </a:p>
        </p:txBody>
      </p:sp>
      <p:sp>
        <p:nvSpPr>
          <p:cNvPr id="29" name="Text Placeholder 22">
            <a:extLst>
              <a:ext uri="{FF2B5EF4-FFF2-40B4-BE49-F238E27FC236}">
                <a16:creationId xmlns:a16="http://schemas.microsoft.com/office/drawing/2014/main" id="{F8F78E0D-C775-4EB0-7C8E-EB5FF985689C}"/>
              </a:ext>
            </a:extLst>
          </p:cNvPr>
          <p:cNvSpPr>
            <a:spLocks noGrp="1"/>
          </p:cNvSpPr>
          <p:nvPr>
            <p:ph type="body" sz="quarter" idx="23"/>
          </p:nvPr>
        </p:nvSpPr>
        <p:spPr>
          <a:xfrm>
            <a:off x="7342361" y="4936023"/>
            <a:ext cx="3846440" cy="623888"/>
          </a:xfrm>
        </p:spPr>
        <p:txBody>
          <a:bodyPr anchor="ctr"/>
          <a:lstStyle>
            <a:lvl1pPr>
              <a:spcAft>
                <a:spcPts val="0"/>
              </a:spcAft>
              <a:defRPr sz="1800"/>
            </a:lvl1pPr>
            <a:lvl2pPr>
              <a:spcAft>
                <a:spcPts val="0"/>
              </a:spcAft>
              <a:defRPr sz="160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77932724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B00C76C-8FDF-939D-9BF7-ED86B8A09683}"/>
              </a:ext>
            </a:extLst>
          </p:cNvPr>
          <p:cNvSpPr/>
          <p:nvPr userDrawn="1"/>
        </p:nvSpPr>
        <p:spPr>
          <a:xfrm>
            <a:off x="0" y="0"/>
            <a:ext cx="6482281" cy="6029608"/>
          </a:xfrm>
          <a:prstGeom prst="rect">
            <a:avLst/>
          </a:prstGeom>
          <a:gradFill>
            <a:gsLst>
              <a:gs pos="0">
                <a:srgbClr val="7213EA"/>
              </a:gs>
              <a:gs pos="100000">
                <a:srgbClr val="1E49E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995364" y="2296814"/>
            <a:ext cx="4020256" cy="533400"/>
          </a:xfrm>
        </p:spPr>
        <p:txBody>
          <a:bodyPr anchor="ctr"/>
          <a:lstStyle>
            <a:lvl1pPr>
              <a:defRPr sz="6600">
                <a:solidFill>
                  <a:schemeClr val="bg1"/>
                </a:solidFill>
              </a:defRPr>
            </a:lvl1pPr>
          </a:lstStyle>
          <a:p>
            <a:r>
              <a:rPr lang="en-US"/>
              <a:t>Click to edit Master title style</a:t>
            </a:r>
            <a:endParaRPr lang="en-GB"/>
          </a:p>
        </p:txBody>
      </p:sp>
      <p:sp>
        <p:nvSpPr>
          <p:cNvPr id="23" name="Text Placeholder 22">
            <a:extLst>
              <a:ext uri="{FF2B5EF4-FFF2-40B4-BE49-F238E27FC236}">
                <a16:creationId xmlns:a16="http://schemas.microsoft.com/office/drawing/2014/main" id="{530DB1C0-6A8F-C400-D535-756CF0C3CD7E}"/>
              </a:ext>
            </a:extLst>
          </p:cNvPr>
          <p:cNvSpPr>
            <a:spLocks noGrp="1"/>
          </p:cNvSpPr>
          <p:nvPr>
            <p:ph type="body" sz="quarter" idx="17"/>
          </p:nvPr>
        </p:nvSpPr>
        <p:spPr>
          <a:xfrm>
            <a:off x="6690511" y="517524"/>
            <a:ext cx="4498290" cy="5231425"/>
          </a:xfrm>
        </p:spPr>
        <p:txBody>
          <a:bodyPr anchor="ctr"/>
          <a:lstStyle>
            <a:lvl1pPr>
              <a:spcAft>
                <a:spcPts val="0"/>
              </a:spcAft>
              <a:defRPr sz="1800" b="1">
                <a:solidFill>
                  <a:schemeClr val="tx2"/>
                </a:solidFill>
              </a:defRPr>
            </a:lvl1pPr>
            <a:lvl2pPr>
              <a:spcAft>
                <a:spcPts val="0"/>
              </a:spcAft>
              <a:defRPr sz="160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50076180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Agenda with light imag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099F4025-D6D1-3FCA-5131-3FE2BFC2B5A4}"/>
              </a:ext>
            </a:extLst>
          </p:cNvPr>
          <p:cNvSpPr>
            <a:spLocks noGrp="1"/>
          </p:cNvSpPr>
          <p:nvPr>
            <p:ph type="pic" sz="quarter" idx="24"/>
          </p:nvPr>
        </p:nvSpPr>
        <p:spPr>
          <a:xfrm>
            <a:off x="1" y="0"/>
            <a:ext cx="6509442" cy="6029325"/>
          </a:xfr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lvl1pPr algn="ctr">
              <a:defRPr lang="en-US" sz="1500">
                <a:solidFill>
                  <a:schemeClr val="bg1"/>
                </a:solidFill>
              </a:defRPr>
            </a:lvl1pPr>
          </a:lstStyle>
          <a:p>
            <a:pPr lvl="0"/>
            <a:r>
              <a:rPr lang="en-US"/>
              <a:t>Click icon to add picture</a:t>
            </a:r>
          </a:p>
        </p:txBody>
      </p:sp>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995364" y="2296814"/>
            <a:ext cx="4020256" cy="533400"/>
          </a:xfrm>
        </p:spPr>
        <p:txBody>
          <a:bodyPr anchor="ctr"/>
          <a:lstStyle>
            <a:lvl1pPr>
              <a:defRPr sz="6600">
                <a:solidFill>
                  <a:schemeClr val="tx2"/>
                </a:solidFill>
              </a:defRPr>
            </a:lvl1pPr>
          </a:lstStyle>
          <a:p>
            <a:r>
              <a:rPr lang="en-US"/>
              <a:t>Click to edit Master title style</a:t>
            </a:r>
            <a:endParaRPr lang="en-GB"/>
          </a:p>
        </p:txBody>
      </p:sp>
      <p:sp>
        <p:nvSpPr>
          <p:cNvPr id="3" name="Text Placeholder 22">
            <a:extLst>
              <a:ext uri="{FF2B5EF4-FFF2-40B4-BE49-F238E27FC236}">
                <a16:creationId xmlns:a16="http://schemas.microsoft.com/office/drawing/2014/main" id="{B27649C9-300B-0A43-CF29-9A706DD5F417}"/>
              </a:ext>
            </a:extLst>
          </p:cNvPr>
          <p:cNvSpPr>
            <a:spLocks noGrp="1"/>
          </p:cNvSpPr>
          <p:nvPr>
            <p:ph type="body" sz="quarter" idx="17"/>
          </p:nvPr>
        </p:nvSpPr>
        <p:spPr>
          <a:xfrm>
            <a:off x="6826313" y="517524"/>
            <a:ext cx="4362488" cy="5231425"/>
          </a:xfrm>
        </p:spPr>
        <p:txBody>
          <a:bodyPr anchor="ctr"/>
          <a:lstStyle>
            <a:lvl1pPr>
              <a:spcAft>
                <a:spcPts val="0"/>
              </a:spcAft>
              <a:defRPr sz="1800" b="1">
                <a:solidFill>
                  <a:schemeClr val="tx2"/>
                </a:solidFill>
              </a:defRPr>
            </a:lvl1pPr>
            <a:lvl2pPr>
              <a:spcAft>
                <a:spcPts val="0"/>
              </a:spcAft>
              <a:defRPr sz="160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98086168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Agenda with dark imag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099F4025-D6D1-3FCA-5131-3FE2BFC2B5A4}"/>
              </a:ext>
            </a:extLst>
          </p:cNvPr>
          <p:cNvSpPr>
            <a:spLocks noGrp="1"/>
          </p:cNvSpPr>
          <p:nvPr>
            <p:ph type="pic" sz="quarter" idx="24"/>
          </p:nvPr>
        </p:nvSpPr>
        <p:spPr>
          <a:xfrm>
            <a:off x="1" y="0"/>
            <a:ext cx="6509442" cy="6029325"/>
          </a:xfr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lvl1pPr algn="ctr">
              <a:defRPr lang="en-US" sz="1500">
                <a:solidFill>
                  <a:schemeClr val="bg1"/>
                </a:solidFill>
              </a:defRPr>
            </a:lvl1pPr>
          </a:lstStyle>
          <a:p>
            <a:pPr lvl="0"/>
            <a:r>
              <a:rPr lang="en-US"/>
              <a:t>Click icon to add picture</a:t>
            </a:r>
          </a:p>
        </p:txBody>
      </p:sp>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995364" y="2296814"/>
            <a:ext cx="4020256" cy="533400"/>
          </a:xfrm>
        </p:spPr>
        <p:txBody>
          <a:bodyPr anchor="ctr"/>
          <a:lstStyle>
            <a:lvl1pPr>
              <a:defRPr sz="6600">
                <a:solidFill>
                  <a:schemeClr val="bg1"/>
                </a:solidFill>
              </a:defRPr>
            </a:lvl1pPr>
          </a:lstStyle>
          <a:p>
            <a:r>
              <a:rPr lang="en-US"/>
              <a:t>Click to edit Master title style</a:t>
            </a:r>
            <a:endParaRPr lang="en-GB"/>
          </a:p>
        </p:txBody>
      </p:sp>
      <p:sp>
        <p:nvSpPr>
          <p:cNvPr id="3" name="Text Placeholder 22">
            <a:extLst>
              <a:ext uri="{FF2B5EF4-FFF2-40B4-BE49-F238E27FC236}">
                <a16:creationId xmlns:a16="http://schemas.microsoft.com/office/drawing/2014/main" id="{B27649C9-300B-0A43-CF29-9A706DD5F417}"/>
              </a:ext>
            </a:extLst>
          </p:cNvPr>
          <p:cNvSpPr>
            <a:spLocks noGrp="1"/>
          </p:cNvSpPr>
          <p:nvPr>
            <p:ph type="body" sz="quarter" idx="17"/>
          </p:nvPr>
        </p:nvSpPr>
        <p:spPr>
          <a:xfrm>
            <a:off x="6826313" y="517524"/>
            <a:ext cx="4362488" cy="5231425"/>
          </a:xfrm>
        </p:spPr>
        <p:txBody>
          <a:bodyPr anchor="ctr"/>
          <a:lstStyle>
            <a:lvl1pPr>
              <a:spcAft>
                <a:spcPts val="0"/>
              </a:spcAft>
              <a:defRPr sz="1800" b="1">
                <a:solidFill>
                  <a:schemeClr val="tx2"/>
                </a:solidFill>
              </a:defRPr>
            </a:lvl1pPr>
            <a:lvl2pPr>
              <a:spcAft>
                <a:spcPts val="0"/>
              </a:spcAft>
              <a:defRPr sz="160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57606149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8670719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Only with light image backgroun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BE8CBDF-D242-FD5E-4CDF-5C82B2B7CBA3}"/>
              </a:ext>
            </a:extLst>
          </p:cNvPr>
          <p:cNvSpPr>
            <a:spLocks noGrp="1"/>
          </p:cNvSpPr>
          <p:nvPr>
            <p:ph type="pic" sz="quarter" idx="10"/>
          </p:nvPr>
        </p:nvSpPr>
        <p:spPr>
          <a:xfrm>
            <a:off x="0" y="0"/>
            <a:ext cx="12192000" cy="5876925"/>
          </a:xfrm>
          <a:solidFill>
            <a:schemeClr val="bg2"/>
          </a:solidFill>
        </p:spPr>
        <p:txBody>
          <a:bodyPr/>
          <a:lstStyle/>
          <a:p>
            <a:r>
              <a:rPr lang="en-US"/>
              <a:t>Click icon to add picture</a:t>
            </a:r>
          </a:p>
        </p:txBody>
      </p:sp>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03504317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Only - Dark image backgroun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BE8CBDF-D242-FD5E-4CDF-5C82B2B7CBA3}"/>
              </a:ext>
            </a:extLst>
          </p:cNvPr>
          <p:cNvSpPr>
            <a:spLocks noGrp="1"/>
          </p:cNvSpPr>
          <p:nvPr>
            <p:ph type="pic" sz="quarter" idx="10"/>
          </p:nvPr>
        </p:nvSpPr>
        <p:spPr>
          <a:xfrm>
            <a:off x="0" y="0"/>
            <a:ext cx="12192000" cy="5876925"/>
          </a:xfrm>
          <a:solidFill>
            <a:schemeClr val="accent1"/>
          </a:solidFill>
        </p:spPr>
        <p:txBody>
          <a:bodyPr/>
          <a:lstStyle/>
          <a:p>
            <a:r>
              <a:rPr lang="en-US"/>
              <a:t>Click icon to add picture</a:t>
            </a:r>
          </a:p>
        </p:txBody>
      </p:sp>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163973173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754614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Image only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152C9E4-0AA5-DF17-A208-1A1E7BA63E39}"/>
              </a:ext>
            </a:extLst>
          </p:cNvPr>
          <p:cNvSpPr>
            <a:spLocks noGrp="1"/>
          </p:cNvSpPr>
          <p:nvPr>
            <p:ph type="pic" sz="quarter" idx="10"/>
          </p:nvPr>
        </p:nvSpPr>
        <p:spPr>
          <a:xfrm>
            <a:off x="0" y="0"/>
            <a:ext cx="12192000" cy="5876925"/>
          </a:xfrm>
          <a:solidFill>
            <a:schemeClr val="bg2"/>
          </a:solidFill>
        </p:spPr>
        <p:txBody>
          <a:bodyPr/>
          <a:lstStyle/>
          <a:p>
            <a:r>
              <a:rPr lang="en-US"/>
              <a:t>Click icon to add picture</a:t>
            </a:r>
          </a:p>
        </p:txBody>
      </p:sp>
    </p:spTree>
    <p:extLst>
      <p:ext uri="{BB962C8B-B14F-4D97-AF65-F5344CB8AC3E}">
        <p14:creationId xmlns:p14="http://schemas.microsoft.com/office/powerpoint/2010/main" val="44374446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Only - Dark BG colour">
    <p:bg>
      <p:bgPr>
        <a:solidFill>
          <a:schemeClr val="accent2"/>
        </a:solidFill>
        <a:effectLst/>
      </p:bgPr>
    </p:bg>
    <p:spTree>
      <p:nvGrpSpPr>
        <p:cNvPr id="1" name=""/>
        <p:cNvGrpSpPr/>
        <p:nvPr/>
      </p:nvGrpSpPr>
      <p:grpSpPr>
        <a:xfrm>
          <a:off x="0" y="0"/>
          <a:ext cx="0" cy="0"/>
          <a:chOff x="0" y="0"/>
          <a:chExt cx="0" cy="0"/>
        </a:xfrm>
      </p:grpSpPr>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9" name="Graphic 8">
            <a:extLst>
              <a:ext uri="{FF2B5EF4-FFF2-40B4-BE49-F238E27FC236}">
                <a16:creationId xmlns:a16="http://schemas.microsoft.com/office/drawing/2014/main" id="{147A601A-3AE8-4889-A026-9740E00CCFBB}"/>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177705723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 - On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03BF0349-D058-A407-0551-F4C4F624967E}"/>
              </a:ext>
            </a:extLst>
          </p:cNvPr>
          <p:cNvSpPr>
            <a:spLocks noGrp="1"/>
          </p:cNvSpPr>
          <p:nvPr>
            <p:ph sz="quarter" idx="11"/>
          </p:nvPr>
        </p:nvSpPr>
        <p:spPr>
          <a:xfrm>
            <a:off x="995363" y="1319213"/>
            <a:ext cx="8759824" cy="4552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0435851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 - One Column with background image ligh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44AC5D4-EADD-ECDB-2470-C619A59C07A2}"/>
              </a:ext>
            </a:extLst>
          </p:cNvPr>
          <p:cNvSpPr>
            <a:spLocks noGrp="1"/>
          </p:cNvSpPr>
          <p:nvPr>
            <p:ph type="pic" sz="quarter" idx="12"/>
          </p:nvPr>
        </p:nvSpPr>
        <p:spPr>
          <a:xfrm>
            <a:off x="0" y="0"/>
            <a:ext cx="12192000" cy="5872163"/>
          </a:xfrm>
          <a:solidFill>
            <a:schemeClr val="bg2"/>
          </a:solidFill>
        </p:spPr>
        <p:txBody>
          <a:bodyPr/>
          <a:lstStyle/>
          <a:p>
            <a:r>
              <a:rPr lang="en-US"/>
              <a:t>Click icon to add picture</a:t>
            </a:r>
          </a:p>
        </p:txBody>
      </p:sp>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03BF0349-D058-A407-0551-F4C4F624967E}"/>
              </a:ext>
            </a:extLst>
          </p:cNvPr>
          <p:cNvSpPr>
            <a:spLocks noGrp="1"/>
          </p:cNvSpPr>
          <p:nvPr>
            <p:ph sz="quarter" idx="11"/>
          </p:nvPr>
        </p:nvSpPr>
        <p:spPr>
          <a:xfrm>
            <a:off x="995363" y="1319213"/>
            <a:ext cx="8759824" cy="43120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2205455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tent - One Column with call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03BF0349-D058-A407-0551-F4C4F624967E}"/>
              </a:ext>
            </a:extLst>
          </p:cNvPr>
          <p:cNvSpPr>
            <a:spLocks noGrp="1"/>
          </p:cNvSpPr>
          <p:nvPr>
            <p:ph sz="quarter" idx="11"/>
          </p:nvPr>
        </p:nvSpPr>
        <p:spPr>
          <a:xfrm>
            <a:off x="995363" y="1319213"/>
            <a:ext cx="7071275" cy="4552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B70D78B4-5113-23F5-AF68-C56D3317A348}"/>
              </a:ext>
            </a:extLst>
          </p:cNvPr>
          <p:cNvSpPr>
            <a:spLocks noGrp="1"/>
          </p:cNvSpPr>
          <p:nvPr>
            <p:ph sz="quarter" idx="12"/>
          </p:nvPr>
        </p:nvSpPr>
        <p:spPr>
          <a:xfrm>
            <a:off x="8374455" y="1319213"/>
            <a:ext cx="2822182" cy="4552950"/>
          </a:xfrm>
        </p:spPr>
        <p:txBody>
          <a:bodyPr anchor="ctr"/>
          <a:lstStyle>
            <a:lvl1pPr algn="ctr">
              <a:defRPr/>
            </a:lvl1pPr>
            <a:lvl2pPr algn="ctr">
              <a:defRPr/>
            </a:lvl2pPr>
          </a:lstStyle>
          <a:p>
            <a:pPr lvl="0"/>
            <a:r>
              <a:rPr lang="en-US"/>
              <a:t>Click to edit Master text styles</a:t>
            </a:r>
          </a:p>
        </p:txBody>
      </p:sp>
    </p:spTree>
    <p:extLst>
      <p:ext uri="{BB962C8B-B14F-4D97-AF65-F5344CB8AC3E}">
        <p14:creationId xmlns:p14="http://schemas.microsoft.com/office/powerpoint/2010/main" val="350248535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tent - One Column with vertical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15C54AE5-D1B8-61EC-0152-53A094C39CD0}"/>
              </a:ext>
            </a:extLst>
          </p:cNvPr>
          <p:cNvSpPr>
            <a:spLocks noGrp="1"/>
          </p:cNvSpPr>
          <p:nvPr>
            <p:ph type="pic" sz="quarter" idx="13"/>
          </p:nvPr>
        </p:nvSpPr>
        <p:spPr>
          <a:xfrm>
            <a:off x="8347074" y="0"/>
            <a:ext cx="3005971" cy="6858000"/>
          </a:xfrm>
          <a:solidFill>
            <a:schemeClr val="bg2"/>
          </a:solidFill>
        </p:spPr>
        <p:txBody>
          <a:bodyPr/>
          <a:lstStyle/>
          <a:p>
            <a:r>
              <a:rPr lang="en-US"/>
              <a:t>Click icon to add picture</a:t>
            </a:r>
          </a:p>
        </p:txBody>
      </p:sp>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a:xfrm>
            <a:off x="995364" y="431800"/>
            <a:ext cx="7071274" cy="533400"/>
          </a:xfrm>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03BF0349-D058-A407-0551-F4C4F624967E}"/>
              </a:ext>
            </a:extLst>
          </p:cNvPr>
          <p:cNvSpPr>
            <a:spLocks noGrp="1"/>
          </p:cNvSpPr>
          <p:nvPr>
            <p:ph sz="quarter" idx="11"/>
          </p:nvPr>
        </p:nvSpPr>
        <p:spPr>
          <a:xfrm>
            <a:off x="995363" y="1319213"/>
            <a:ext cx="7071275" cy="4552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71354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tent - One Column _doubl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C733E-E364-489F-B7AF-D2002EE59732}"/>
              </a:ext>
            </a:extLst>
          </p:cNvPr>
          <p:cNvSpPr>
            <a:spLocks noGrp="1"/>
          </p:cNvSpPr>
          <p:nvPr>
            <p:ph type="title" hasCustomPrompt="1"/>
          </p:nvPr>
        </p:nvSpPr>
        <p:spPr>
          <a:xfrm>
            <a:off x="995364" y="431800"/>
            <a:ext cx="10204450" cy="1001074"/>
          </a:xfrm>
        </p:spPr>
        <p:txBody>
          <a:bodyPr/>
          <a:lstStyle>
            <a:lvl1pPr>
              <a:defRPr/>
            </a:lvl1pPr>
          </a:lstStyle>
          <a:p>
            <a:r>
              <a:rPr lang="en-US"/>
              <a:t>Click to edit </a:t>
            </a:r>
            <a:br>
              <a:rPr lang="en-US"/>
            </a:br>
            <a:r>
              <a:rPr lang="en-US"/>
              <a:t>Master title style</a:t>
            </a:r>
            <a:endParaRPr lang="en-GB"/>
          </a:p>
        </p:txBody>
      </p:sp>
      <p:sp>
        <p:nvSpPr>
          <p:cNvPr id="5" name="Content Placeholder 4">
            <a:extLst>
              <a:ext uri="{FF2B5EF4-FFF2-40B4-BE49-F238E27FC236}">
                <a16:creationId xmlns:a16="http://schemas.microsoft.com/office/drawing/2014/main" id="{547C9FF4-C999-39DC-2F76-6B71B5A8BED9}"/>
              </a:ext>
            </a:extLst>
          </p:cNvPr>
          <p:cNvSpPr>
            <a:spLocks noGrp="1"/>
          </p:cNvSpPr>
          <p:nvPr>
            <p:ph sz="quarter" idx="11"/>
          </p:nvPr>
        </p:nvSpPr>
        <p:spPr>
          <a:xfrm>
            <a:off x="995363" y="1700213"/>
            <a:ext cx="8759824" cy="4176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02394141"/>
      </p:ext>
    </p:extLst>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ntent - One Column - Dark BG colour">
    <p:bg>
      <p:bgPr>
        <a:solidFill>
          <a:schemeClr val="accent2"/>
        </a:solidFill>
        <a:effectLst/>
      </p:bgPr>
    </p:bg>
    <p:spTree>
      <p:nvGrpSpPr>
        <p:cNvPr id="1" name=""/>
        <p:cNvGrpSpPr/>
        <p:nvPr/>
      </p:nvGrpSpPr>
      <p:grpSpPr>
        <a:xfrm>
          <a:off x="0" y="0"/>
          <a:ext cx="0" cy="0"/>
          <a:chOff x="0" y="0"/>
          <a:chExt cx="0" cy="0"/>
        </a:xfrm>
      </p:grpSpPr>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2" name="Title 1">
            <a:extLst>
              <a:ext uri="{FF2B5EF4-FFF2-40B4-BE49-F238E27FC236}">
                <a16:creationId xmlns:a16="http://schemas.microsoft.com/office/drawing/2014/main" id="{893FD8B3-A559-4E34-BA53-32A7F9278785}"/>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9" name="Graphic 8">
            <a:extLst>
              <a:ext uri="{FF2B5EF4-FFF2-40B4-BE49-F238E27FC236}">
                <a16:creationId xmlns:a16="http://schemas.microsoft.com/office/drawing/2014/main" id="{48947F85-E5F1-445E-BD2C-8963D165668D}"/>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5" name="Content Placeholder 4">
            <a:extLst>
              <a:ext uri="{FF2B5EF4-FFF2-40B4-BE49-F238E27FC236}">
                <a16:creationId xmlns:a16="http://schemas.microsoft.com/office/drawing/2014/main" id="{5175E1DB-F124-D258-2E60-1D91DC98BF9D}"/>
              </a:ext>
            </a:extLst>
          </p:cNvPr>
          <p:cNvSpPr>
            <a:spLocks noGrp="1"/>
          </p:cNvSpPr>
          <p:nvPr>
            <p:ph sz="quarter" idx="11"/>
          </p:nvPr>
        </p:nvSpPr>
        <p:spPr>
          <a:xfrm>
            <a:off x="995363" y="1330325"/>
            <a:ext cx="8745674" cy="4546600"/>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9937206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ontent - One Column - Image background dark">
    <p:bg>
      <p:bgPr>
        <a:solidFill>
          <a:schemeClr val="bg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9F46F35F-06C5-0399-C927-16C811862E64}"/>
              </a:ext>
            </a:extLst>
          </p:cNvPr>
          <p:cNvSpPr>
            <a:spLocks noGrp="1"/>
          </p:cNvSpPr>
          <p:nvPr>
            <p:ph type="pic" sz="quarter" idx="12"/>
          </p:nvPr>
        </p:nvSpPr>
        <p:spPr>
          <a:xfrm>
            <a:off x="0" y="0"/>
            <a:ext cx="12192000" cy="5876925"/>
          </a:xfrm>
          <a:solidFill>
            <a:schemeClr val="accent1"/>
          </a:solidFill>
        </p:spPr>
        <p:txBody>
          <a:bodyPr/>
          <a:lstStyle/>
          <a:p>
            <a:r>
              <a:rPr lang="en-US"/>
              <a:t>Click icon to add picture</a:t>
            </a:r>
          </a:p>
        </p:txBody>
      </p:sp>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a:noFill/>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tx2"/>
                </a:solidFill>
                <a:latin typeface="+mn-lt"/>
                <a:ea typeface="Arial"/>
                <a:cs typeface="Arial" panose="020B0604020202020204" pitchFamily="34" charset="0"/>
              </a:rPr>
              <a:pPr algn="r"/>
              <a:t>‹#›</a:t>
            </a:fld>
            <a:endParaRPr lang="en-GB" sz="900">
              <a:solidFill>
                <a:schemeClr val="tx2"/>
              </a:solidFill>
              <a:latin typeface="+mn-lt"/>
              <a:ea typeface="Arial"/>
              <a:cs typeface="Arial" panose="020B0604020202020204" pitchFamily="34" charset="0"/>
            </a:endParaRPr>
          </a:p>
        </p:txBody>
      </p:sp>
      <p:sp>
        <p:nvSpPr>
          <p:cNvPr id="2" name="Title 1">
            <a:extLst>
              <a:ext uri="{FF2B5EF4-FFF2-40B4-BE49-F238E27FC236}">
                <a16:creationId xmlns:a16="http://schemas.microsoft.com/office/drawing/2014/main" id="{893FD8B3-A559-4E34-BA53-32A7F9278785}"/>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9" name="Graphic 8">
            <a:extLst>
              <a:ext uri="{FF2B5EF4-FFF2-40B4-BE49-F238E27FC236}">
                <a16:creationId xmlns:a16="http://schemas.microsoft.com/office/drawing/2014/main" id="{48947F85-E5F1-445E-BD2C-8963D165668D}"/>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5" name="Content Placeholder 4">
            <a:extLst>
              <a:ext uri="{FF2B5EF4-FFF2-40B4-BE49-F238E27FC236}">
                <a16:creationId xmlns:a16="http://schemas.microsoft.com/office/drawing/2014/main" id="{5175E1DB-F124-D258-2E60-1D91DC98BF9D}"/>
              </a:ext>
            </a:extLst>
          </p:cNvPr>
          <p:cNvSpPr>
            <a:spLocks noGrp="1"/>
          </p:cNvSpPr>
          <p:nvPr>
            <p:ph sz="quarter" idx="11"/>
          </p:nvPr>
        </p:nvSpPr>
        <p:spPr>
          <a:xfrm>
            <a:off x="995363" y="1330325"/>
            <a:ext cx="8745674" cy="4346198"/>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4569684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tent - One Column_double title_KPMG Blue">
    <p:bg>
      <p:bgPr>
        <a:solidFill>
          <a:schemeClr val="accent2"/>
        </a:solidFill>
        <a:effectLst/>
      </p:bgPr>
    </p:bg>
    <p:spTree>
      <p:nvGrpSpPr>
        <p:cNvPr id="1" name=""/>
        <p:cNvGrpSpPr/>
        <p:nvPr/>
      </p:nvGrpSpPr>
      <p:grpSpPr>
        <a:xfrm>
          <a:off x="0" y="0"/>
          <a:ext cx="0" cy="0"/>
          <a:chOff x="0" y="0"/>
          <a:chExt cx="0" cy="0"/>
        </a:xfrm>
      </p:grpSpPr>
      <p:sp>
        <p:nvSpPr>
          <p:cNvPr id="5" name="Shape 8">
            <a:extLst>
              <a:ext uri="{FF2B5EF4-FFF2-40B4-BE49-F238E27FC236}">
                <a16:creationId xmlns:a16="http://schemas.microsoft.com/office/drawing/2014/main" id="{F4561A05-7671-4539-AB97-A9979F67EB4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2" name="Title 1">
            <a:extLst>
              <a:ext uri="{FF2B5EF4-FFF2-40B4-BE49-F238E27FC236}">
                <a16:creationId xmlns:a16="http://schemas.microsoft.com/office/drawing/2014/main" id="{803AAE32-05EB-420A-97AB-3254804D32FD}"/>
              </a:ext>
            </a:extLst>
          </p:cNvPr>
          <p:cNvSpPr>
            <a:spLocks noGrp="1"/>
          </p:cNvSpPr>
          <p:nvPr>
            <p:ph type="title" hasCustomPrompt="1"/>
          </p:nvPr>
        </p:nvSpPr>
        <p:spPr>
          <a:xfrm>
            <a:off x="995364" y="431799"/>
            <a:ext cx="10204450" cy="963367"/>
          </a:xfrm>
        </p:spPr>
        <p:txBody>
          <a:bodyPr/>
          <a:lstStyle>
            <a:lvl1pPr>
              <a:defRPr>
                <a:solidFill>
                  <a:schemeClr val="bg1"/>
                </a:solidFill>
              </a:defRPr>
            </a:lvl1pPr>
          </a:lstStyle>
          <a:p>
            <a:r>
              <a:rPr lang="en-US"/>
              <a:t>Click to edit </a:t>
            </a:r>
            <a:br>
              <a:rPr lang="en-US"/>
            </a:br>
            <a:r>
              <a:rPr lang="en-US"/>
              <a:t>Master title style</a:t>
            </a:r>
            <a:endParaRPr lang="en-GB"/>
          </a:p>
        </p:txBody>
      </p:sp>
      <p:sp>
        <p:nvSpPr>
          <p:cNvPr id="10" name="Graphic 8">
            <a:extLst>
              <a:ext uri="{FF2B5EF4-FFF2-40B4-BE49-F238E27FC236}">
                <a16:creationId xmlns:a16="http://schemas.microsoft.com/office/drawing/2014/main" id="{567897B5-3A96-440B-8018-FDD880280B2A}"/>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6" name="Content Placeholder 5">
            <a:extLst>
              <a:ext uri="{FF2B5EF4-FFF2-40B4-BE49-F238E27FC236}">
                <a16:creationId xmlns:a16="http://schemas.microsoft.com/office/drawing/2014/main" id="{9FC56427-BEBE-72D5-9F72-57A321667EDA}"/>
              </a:ext>
            </a:extLst>
          </p:cNvPr>
          <p:cNvSpPr>
            <a:spLocks noGrp="1"/>
          </p:cNvSpPr>
          <p:nvPr>
            <p:ph sz="quarter" idx="11"/>
          </p:nvPr>
        </p:nvSpPr>
        <p:spPr>
          <a:xfrm>
            <a:off x="995363" y="1700213"/>
            <a:ext cx="8745536" cy="4176712"/>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68224362"/>
      </p:ext>
    </p:extLst>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ntent - Two Colum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F69D30F-5094-425F-A158-0850AE27D366}"/>
              </a:ext>
            </a:extLst>
          </p:cNvPr>
          <p:cNvSpPr>
            <a:spLocks noGrp="1"/>
          </p:cNvSpPr>
          <p:nvPr>
            <p:ph type="title"/>
          </p:nvPr>
        </p:nvSpPr>
        <p:spPr/>
        <p:txBody>
          <a:bodyPr/>
          <a:lstStyle/>
          <a:p>
            <a:r>
              <a:rPr lang="en-US"/>
              <a:t>Click to edit Master title style</a:t>
            </a:r>
            <a:endParaRPr lang="en-GB"/>
          </a:p>
        </p:txBody>
      </p:sp>
      <p:sp>
        <p:nvSpPr>
          <p:cNvPr id="5" name="Content Placeholder 4">
            <a:extLst>
              <a:ext uri="{FF2B5EF4-FFF2-40B4-BE49-F238E27FC236}">
                <a16:creationId xmlns:a16="http://schemas.microsoft.com/office/drawing/2014/main" id="{0EB3EC5E-F3D7-A1BA-615C-40D2A155A4BD}"/>
              </a:ext>
            </a:extLst>
          </p:cNvPr>
          <p:cNvSpPr>
            <a:spLocks noGrp="1"/>
          </p:cNvSpPr>
          <p:nvPr>
            <p:ph sz="quarter" idx="12"/>
          </p:nvPr>
        </p:nvSpPr>
        <p:spPr>
          <a:xfrm>
            <a:off x="995363" y="1330325"/>
            <a:ext cx="4968000" cy="4546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4A7FDECC-089E-DBE5-1B2C-4C338AF06DFA}"/>
              </a:ext>
            </a:extLst>
          </p:cNvPr>
          <p:cNvSpPr>
            <a:spLocks noGrp="1"/>
          </p:cNvSpPr>
          <p:nvPr>
            <p:ph sz="quarter" idx="13"/>
          </p:nvPr>
        </p:nvSpPr>
        <p:spPr>
          <a:xfrm>
            <a:off x="6220800" y="1330325"/>
            <a:ext cx="4968000" cy="4546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6099674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ontent - Two Column - Dark BG colour">
    <p:bg>
      <p:bgPr>
        <a:solidFill>
          <a:schemeClr val="accent2"/>
        </a:solidFill>
        <a:effectLst/>
      </p:bgPr>
    </p:bg>
    <p:spTree>
      <p:nvGrpSpPr>
        <p:cNvPr id="1" name=""/>
        <p:cNvGrpSpPr/>
        <p:nvPr/>
      </p:nvGrpSpPr>
      <p:grpSpPr>
        <a:xfrm>
          <a:off x="0" y="0"/>
          <a:ext cx="0" cy="0"/>
          <a:chOff x="0" y="0"/>
          <a:chExt cx="0" cy="0"/>
        </a:xfrm>
      </p:grpSpPr>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2" name="Title 1">
            <a:extLst>
              <a:ext uri="{FF2B5EF4-FFF2-40B4-BE49-F238E27FC236}">
                <a16:creationId xmlns:a16="http://schemas.microsoft.com/office/drawing/2014/main" id="{E1C918AE-52AC-4531-9640-0D2CA3A28F2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0" name="Graphic 8">
            <a:extLst>
              <a:ext uri="{FF2B5EF4-FFF2-40B4-BE49-F238E27FC236}">
                <a16:creationId xmlns:a16="http://schemas.microsoft.com/office/drawing/2014/main" id="{79D6C947-06F1-4188-A558-E10C77FF12CE}"/>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3" name="Content Placeholder 5">
            <a:extLst>
              <a:ext uri="{FF2B5EF4-FFF2-40B4-BE49-F238E27FC236}">
                <a16:creationId xmlns:a16="http://schemas.microsoft.com/office/drawing/2014/main" id="{92138313-6F7E-9B18-D72C-5FB26A14BE92}"/>
              </a:ext>
            </a:extLst>
          </p:cNvPr>
          <p:cNvSpPr>
            <a:spLocks noGrp="1"/>
          </p:cNvSpPr>
          <p:nvPr>
            <p:ph sz="quarter" idx="12"/>
          </p:nvPr>
        </p:nvSpPr>
        <p:spPr>
          <a:xfrm>
            <a:off x="995363" y="1330125"/>
            <a:ext cx="4968000" cy="4546599"/>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5">
            <a:extLst>
              <a:ext uri="{FF2B5EF4-FFF2-40B4-BE49-F238E27FC236}">
                <a16:creationId xmlns:a16="http://schemas.microsoft.com/office/drawing/2014/main" id="{451948A6-255B-1B23-B9F9-4670FB417672}"/>
              </a:ext>
            </a:extLst>
          </p:cNvPr>
          <p:cNvSpPr>
            <a:spLocks noGrp="1"/>
          </p:cNvSpPr>
          <p:nvPr>
            <p:ph sz="quarter" idx="13"/>
          </p:nvPr>
        </p:nvSpPr>
        <p:spPr>
          <a:xfrm>
            <a:off x="6220800" y="1330125"/>
            <a:ext cx="4968000" cy="4546599"/>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58418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ontent - One Column Chart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D32ADA-D319-4A1F-BF43-8C0B259FADD8}"/>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969E5A1F-6A53-8F08-BF73-3A465A63460C}"/>
              </a:ext>
            </a:extLst>
          </p:cNvPr>
          <p:cNvSpPr>
            <a:spLocks noGrp="1"/>
          </p:cNvSpPr>
          <p:nvPr>
            <p:ph sz="quarter" idx="12"/>
          </p:nvPr>
        </p:nvSpPr>
        <p:spPr>
          <a:xfrm>
            <a:off x="995363" y="1338067"/>
            <a:ext cx="10195200" cy="2136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4A9A8E5C-1DF5-A8AD-B648-0094CAE89A1D}"/>
              </a:ext>
            </a:extLst>
          </p:cNvPr>
          <p:cNvSpPr>
            <a:spLocks noGrp="1"/>
          </p:cNvSpPr>
          <p:nvPr>
            <p:ph sz="quarter" idx="13"/>
          </p:nvPr>
        </p:nvSpPr>
        <p:spPr>
          <a:xfrm>
            <a:off x="995363" y="3741091"/>
            <a:ext cx="10195200" cy="2136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7866153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ontent with bottom imag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D32ADA-D319-4A1F-BF43-8C0B259FADD8}"/>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969E5A1F-6A53-8F08-BF73-3A465A63460C}"/>
              </a:ext>
            </a:extLst>
          </p:cNvPr>
          <p:cNvSpPr>
            <a:spLocks noGrp="1"/>
          </p:cNvSpPr>
          <p:nvPr>
            <p:ph sz="quarter" idx="12"/>
          </p:nvPr>
        </p:nvSpPr>
        <p:spPr>
          <a:xfrm>
            <a:off x="995363" y="1338067"/>
            <a:ext cx="10195200" cy="2136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9A0A351A-AC30-1EF0-1C9E-8C41C93B1438}"/>
              </a:ext>
            </a:extLst>
          </p:cNvPr>
          <p:cNvSpPr>
            <a:spLocks noGrp="1"/>
          </p:cNvSpPr>
          <p:nvPr>
            <p:ph type="pic" sz="quarter" idx="14"/>
          </p:nvPr>
        </p:nvSpPr>
        <p:spPr>
          <a:xfrm>
            <a:off x="0" y="3740149"/>
            <a:ext cx="12192000" cy="2136776"/>
          </a:xfrm>
          <a:solidFill>
            <a:schemeClr val="bg2"/>
          </a:solidFill>
        </p:spPr>
        <p:txBody>
          <a:bodyPr/>
          <a:lstStyle/>
          <a:p>
            <a:r>
              <a:rPr lang="en-US"/>
              <a:t>Click icon to add picture</a:t>
            </a:r>
          </a:p>
        </p:txBody>
      </p:sp>
    </p:spTree>
    <p:extLst>
      <p:ext uri="{BB962C8B-B14F-4D97-AF65-F5344CB8AC3E}">
        <p14:creationId xmlns:p14="http://schemas.microsoft.com/office/powerpoint/2010/main" val="408758197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Content - Two Column + Intro">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B398D60-3AA9-4DD4-AFCF-8682C70E396F}"/>
              </a:ext>
            </a:extLst>
          </p:cNvPr>
          <p:cNvSpPr>
            <a:spLocks noGrp="1"/>
          </p:cNvSpPr>
          <p:nvPr>
            <p:ph type="body" sz="quarter" idx="17" hasCustomPrompt="1"/>
          </p:nvPr>
        </p:nvSpPr>
        <p:spPr>
          <a:xfrm>
            <a:off x="1003200" y="1322389"/>
            <a:ext cx="10185400" cy="518400"/>
          </a:xfrm>
        </p:spPr>
        <p:txBody>
          <a:bodyPr/>
          <a:lstStyle>
            <a:lvl1pPr>
              <a:defRPr sz="1800" kern="0"/>
            </a:lvl1pPr>
          </a:lstStyle>
          <a:p>
            <a:pPr lvl="0"/>
            <a:r>
              <a:rPr lang="en-US"/>
              <a:t>Introduction text</a:t>
            </a:r>
          </a:p>
        </p:txBody>
      </p:sp>
      <p:sp>
        <p:nvSpPr>
          <p:cNvPr id="2" name="Title 1"/>
          <p:cNvSpPr>
            <a:spLocks noGrp="1"/>
          </p:cNvSpPr>
          <p:nvPr>
            <p:ph type="title"/>
          </p:nvPr>
        </p:nvSpPr>
        <p:spPr>
          <a:xfrm>
            <a:off x="1003200" y="432000"/>
            <a:ext cx="10185600" cy="518400"/>
          </a:xfrm>
        </p:spPr>
        <p:txBody>
          <a:bodyPr/>
          <a:lstStyle>
            <a:lvl1pPr>
              <a:defRPr/>
            </a:lvl1pPr>
          </a:lstStyle>
          <a:p>
            <a:r>
              <a:rPr lang="en-US"/>
              <a:t>Click to edit Master title style</a:t>
            </a:r>
          </a:p>
        </p:txBody>
      </p:sp>
      <p:sp>
        <p:nvSpPr>
          <p:cNvPr id="5" name="Content Placeholder 4">
            <a:extLst>
              <a:ext uri="{FF2B5EF4-FFF2-40B4-BE49-F238E27FC236}">
                <a16:creationId xmlns:a16="http://schemas.microsoft.com/office/drawing/2014/main" id="{78CC6ADA-51FB-F5AE-B78E-993E30482578}"/>
              </a:ext>
            </a:extLst>
          </p:cNvPr>
          <p:cNvSpPr>
            <a:spLocks noGrp="1"/>
          </p:cNvSpPr>
          <p:nvPr>
            <p:ph sz="quarter" idx="18"/>
          </p:nvPr>
        </p:nvSpPr>
        <p:spPr>
          <a:xfrm>
            <a:off x="1003300" y="2051049"/>
            <a:ext cx="4967288" cy="3825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4">
            <a:extLst>
              <a:ext uri="{FF2B5EF4-FFF2-40B4-BE49-F238E27FC236}">
                <a16:creationId xmlns:a16="http://schemas.microsoft.com/office/drawing/2014/main" id="{87FAE8E2-031A-E822-2E9D-3F665FC6E6DE}"/>
              </a:ext>
            </a:extLst>
          </p:cNvPr>
          <p:cNvSpPr>
            <a:spLocks noGrp="1"/>
          </p:cNvSpPr>
          <p:nvPr>
            <p:ph sz="quarter" idx="19"/>
          </p:nvPr>
        </p:nvSpPr>
        <p:spPr>
          <a:xfrm>
            <a:off x="6220800" y="2051049"/>
            <a:ext cx="4967288" cy="3825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8746505"/>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ontent - Two Column + Intro + Bottom content or imag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B398D60-3AA9-4DD4-AFCF-8682C70E396F}"/>
              </a:ext>
            </a:extLst>
          </p:cNvPr>
          <p:cNvSpPr>
            <a:spLocks noGrp="1"/>
          </p:cNvSpPr>
          <p:nvPr>
            <p:ph type="body" sz="quarter" idx="17" hasCustomPrompt="1"/>
          </p:nvPr>
        </p:nvSpPr>
        <p:spPr>
          <a:xfrm>
            <a:off x="1003200" y="1322389"/>
            <a:ext cx="10185400" cy="518400"/>
          </a:xfrm>
        </p:spPr>
        <p:txBody>
          <a:bodyPr/>
          <a:lstStyle>
            <a:lvl1pPr>
              <a:defRPr sz="1800" kern="0"/>
            </a:lvl1pPr>
          </a:lstStyle>
          <a:p>
            <a:pPr lvl="0"/>
            <a:r>
              <a:rPr lang="en-US"/>
              <a:t>Introduction text</a:t>
            </a:r>
          </a:p>
        </p:txBody>
      </p:sp>
      <p:sp>
        <p:nvSpPr>
          <p:cNvPr id="2" name="Title 1"/>
          <p:cNvSpPr>
            <a:spLocks noGrp="1"/>
          </p:cNvSpPr>
          <p:nvPr>
            <p:ph type="title"/>
          </p:nvPr>
        </p:nvSpPr>
        <p:spPr>
          <a:xfrm>
            <a:off x="1003200" y="432000"/>
            <a:ext cx="10185600" cy="518400"/>
          </a:xfrm>
        </p:spPr>
        <p:txBody>
          <a:bodyPr/>
          <a:lstStyle>
            <a:lvl1pPr>
              <a:defRPr/>
            </a:lvl1pPr>
          </a:lstStyle>
          <a:p>
            <a:r>
              <a:rPr lang="en-US"/>
              <a:t>Click to edit Master title style</a:t>
            </a:r>
          </a:p>
        </p:txBody>
      </p:sp>
      <p:sp>
        <p:nvSpPr>
          <p:cNvPr id="5" name="Content Placeholder 4">
            <a:extLst>
              <a:ext uri="{FF2B5EF4-FFF2-40B4-BE49-F238E27FC236}">
                <a16:creationId xmlns:a16="http://schemas.microsoft.com/office/drawing/2014/main" id="{78CC6ADA-51FB-F5AE-B78E-993E30482578}"/>
              </a:ext>
            </a:extLst>
          </p:cNvPr>
          <p:cNvSpPr>
            <a:spLocks noGrp="1"/>
          </p:cNvSpPr>
          <p:nvPr>
            <p:ph sz="quarter" idx="18"/>
          </p:nvPr>
        </p:nvSpPr>
        <p:spPr>
          <a:xfrm>
            <a:off x="1003300" y="2051050"/>
            <a:ext cx="4967288" cy="1470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4">
            <a:extLst>
              <a:ext uri="{FF2B5EF4-FFF2-40B4-BE49-F238E27FC236}">
                <a16:creationId xmlns:a16="http://schemas.microsoft.com/office/drawing/2014/main" id="{87FAE8E2-031A-E822-2E9D-3F665FC6E6DE}"/>
              </a:ext>
            </a:extLst>
          </p:cNvPr>
          <p:cNvSpPr>
            <a:spLocks noGrp="1"/>
          </p:cNvSpPr>
          <p:nvPr>
            <p:ph sz="quarter" idx="19"/>
          </p:nvPr>
        </p:nvSpPr>
        <p:spPr>
          <a:xfrm>
            <a:off x="6220800" y="2051050"/>
            <a:ext cx="4967288" cy="1470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37D83062-1E57-69E1-3C81-C160D7CFD6E9}"/>
              </a:ext>
            </a:extLst>
          </p:cNvPr>
          <p:cNvSpPr>
            <a:spLocks noGrp="1"/>
          </p:cNvSpPr>
          <p:nvPr>
            <p:ph sz="quarter" idx="13"/>
          </p:nvPr>
        </p:nvSpPr>
        <p:spPr>
          <a:xfrm>
            <a:off x="1003199" y="3675709"/>
            <a:ext cx="10187363" cy="22021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88425881"/>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ontent - Two column + header bar">
    <p:spTree>
      <p:nvGrpSpPr>
        <p:cNvPr id="1" name=""/>
        <p:cNvGrpSpPr/>
        <p:nvPr/>
      </p:nvGrpSpPr>
      <p:grpSpPr>
        <a:xfrm>
          <a:off x="0" y="0"/>
          <a:ext cx="0" cy="0"/>
          <a:chOff x="0" y="0"/>
          <a:chExt cx="0" cy="0"/>
        </a:xfrm>
      </p:grpSpPr>
      <p:sp>
        <p:nvSpPr>
          <p:cNvPr id="2" name="Title 1"/>
          <p:cNvSpPr>
            <a:spLocks noGrp="1"/>
          </p:cNvSpPr>
          <p:nvPr>
            <p:ph type="title"/>
          </p:nvPr>
        </p:nvSpPr>
        <p:spPr>
          <a:xfrm>
            <a:off x="1003200" y="2910600"/>
            <a:ext cx="10185600" cy="518400"/>
          </a:xfrm>
        </p:spPr>
        <p:txBody>
          <a:bodyPr/>
          <a:lstStyle>
            <a:lvl1pPr>
              <a:defRPr kern="0"/>
            </a:lvl1pPr>
          </a:lstStyle>
          <a:p>
            <a:r>
              <a:rPr lang="en-US"/>
              <a:t>Click to edit Master title style</a:t>
            </a:r>
          </a:p>
        </p:txBody>
      </p:sp>
      <p:sp>
        <p:nvSpPr>
          <p:cNvPr id="5" name="Rectangle 4">
            <a:extLst>
              <a:ext uri="{FF2B5EF4-FFF2-40B4-BE49-F238E27FC236}">
                <a16:creationId xmlns:a16="http://schemas.microsoft.com/office/drawing/2014/main" id="{2E9A1736-8B5E-4C9A-87AA-3DF4FB6D6175}"/>
              </a:ext>
            </a:extLst>
          </p:cNvPr>
          <p:cNvSpPr/>
          <p:nvPr userDrawn="1"/>
        </p:nvSpPr>
        <p:spPr>
          <a:xfrm>
            <a:off x="0" y="1"/>
            <a:ext cx="12192000" cy="2501660"/>
          </a:xfrm>
          <a:prstGeom prst="rect">
            <a:avLst/>
          </a:prstGeom>
          <a:gradFill>
            <a:gsLst>
              <a:gs pos="0">
                <a:srgbClr val="7213EA"/>
              </a:gs>
              <a:gs pos="100000">
                <a:srgbClr val="1E49E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Content Placeholder 5">
            <a:extLst>
              <a:ext uri="{FF2B5EF4-FFF2-40B4-BE49-F238E27FC236}">
                <a16:creationId xmlns:a16="http://schemas.microsoft.com/office/drawing/2014/main" id="{B55CD9A9-9858-C4E3-4703-C9709BC2E356}"/>
              </a:ext>
            </a:extLst>
          </p:cNvPr>
          <p:cNvSpPr>
            <a:spLocks noGrp="1"/>
          </p:cNvSpPr>
          <p:nvPr>
            <p:ph sz="quarter" idx="12"/>
          </p:nvPr>
        </p:nvSpPr>
        <p:spPr>
          <a:xfrm>
            <a:off x="1003300" y="3733800"/>
            <a:ext cx="4967288" cy="21902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5">
            <a:extLst>
              <a:ext uri="{FF2B5EF4-FFF2-40B4-BE49-F238E27FC236}">
                <a16:creationId xmlns:a16="http://schemas.microsoft.com/office/drawing/2014/main" id="{16B4FB7A-CA88-373B-4037-472FAF622F69}"/>
              </a:ext>
            </a:extLst>
          </p:cNvPr>
          <p:cNvSpPr>
            <a:spLocks noGrp="1"/>
          </p:cNvSpPr>
          <p:nvPr>
            <p:ph sz="quarter" idx="13"/>
          </p:nvPr>
        </p:nvSpPr>
        <p:spPr>
          <a:xfrm>
            <a:off x="6221412" y="3733800"/>
            <a:ext cx="4967288" cy="21902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5083025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ntent - Two column + header image ba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F83AC61-1BCB-1F69-DD53-B0AAED647DF8}"/>
              </a:ext>
            </a:extLst>
          </p:cNvPr>
          <p:cNvSpPr>
            <a:spLocks noGrp="1"/>
          </p:cNvSpPr>
          <p:nvPr>
            <p:ph type="pic" sz="quarter" idx="14"/>
          </p:nvPr>
        </p:nvSpPr>
        <p:spPr>
          <a:xfrm>
            <a:off x="0" y="0"/>
            <a:ext cx="12192000" cy="2501660"/>
          </a:xfrm>
          <a:solidFill>
            <a:schemeClr val="accent4"/>
          </a:solidFill>
        </p:spPr>
        <p:txBody>
          <a:bodyPr/>
          <a:lstStyle/>
          <a:p>
            <a:r>
              <a:rPr lang="en-US"/>
              <a:t>Click icon to add picture</a:t>
            </a:r>
          </a:p>
        </p:txBody>
      </p:sp>
      <p:sp>
        <p:nvSpPr>
          <p:cNvPr id="2" name="Title 1"/>
          <p:cNvSpPr>
            <a:spLocks noGrp="1"/>
          </p:cNvSpPr>
          <p:nvPr>
            <p:ph type="title"/>
          </p:nvPr>
        </p:nvSpPr>
        <p:spPr>
          <a:xfrm>
            <a:off x="1003200" y="2910600"/>
            <a:ext cx="10185600" cy="518400"/>
          </a:xfrm>
        </p:spPr>
        <p:txBody>
          <a:bodyPr/>
          <a:lstStyle>
            <a:lvl1pPr>
              <a:defRPr kern="0"/>
            </a:lvl1pPr>
          </a:lstStyle>
          <a:p>
            <a:r>
              <a:rPr lang="en-US"/>
              <a:t>Click to edit Master title style</a:t>
            </a:r>
          </a:p>
        </p:txBody>
      </p:sp>
      <p:sp>
        <p:nvSpPr>
          <p:cNvPr id="6" name="Content Placeholder 5">
            <a:extLst>
              <a:ext uri="{FF2B5EF4-FFF2-40B4-BE49-F238E27FC236}">
                <a16:creationId xmlns:a16="http://schemas.microsoft.com/office/drawing/2014/main" id="{B55CD9A9-9858-C4E3-4703-C9709BC2E356}"/>
              </a:ext>
            </a:extLst>
          </p:cNvPr>
          <p:cNvSpPr>
            <a:spLocks noGrp="1"/>
          </p:cNvSpPr>
          <p:nvPr>
            <p:ph sz="quarter" idx="12"/>
          </p:nvPr>
        </p:nvSpPr>
        <p:spPr>
          <a:xfrm>
            <a:off x="1003300" y="3733800"/>
            <a:ext cx="4967288" cy="21902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5">
            <a:extLst>
              <a:ext uri="{FF2B5EF4-FFF2-40B4-BE49-F238E27FC236}">
                <a16:creationId xmlns:a16="http://schemas.microsoft.com/office/drawing/2014/main" id="{16B4FB7A-CA88-373B-4037-472FAF622F69}"/>
              </a:ext>
            </a:extLst>
          </p:cNvPr>
          <p:cNvSpPr>
            <a:spLocks noGrp="1"/>
          </p:cNvSpPr>
          <p:nvPr>
            <p:ph sz="quarter" idx="13"/>
          </p:nvPr>
        </p:nvSpPr>
        <p:spPr>
          <a:xfrm>
            <a:off x="6221412" y="3733800"/>
            <a:ext cx="4967288" cy="21902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524274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 - 3 Column Chart +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93B809-7A30-47BC-953E-AF9FE10FDFBB}"/>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345054C0-4190-A073-FF06-A5EB62316AA4}"/>
              </a:ext>
            </a:extLst>
          </p:cNvPr>
          <p:cNvSpPr>
            <a:spLocks noGrp="1"/>
          </p:cNvSpPr>
          <p:nvPr>
            <p:ph sz="quarter" idx="16"/>
          </p:nvPr>
        </p:nvSpPr>
        <p:spPr>
          <a:xfrm>
            <a:off x="995363" y="1331912"/>
            <a:ext cx="3187700" cy="21342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D6105C62-91E0-B66D-85BA-D26896F940DC}"/>
              </a:ext>
            </a:extLst>
          </p:cNvPr>
          <p:cNvSpPr>
            <a:spLocks noGrp="1"/>
          </p:cNvSpPr>
          <p:nvPr>
            <p:ph sz="quarter" idx="17"/>
          </p:nvPr>
        </p:nvSpPr>
        <p:spPr>
          <a:xfrm>
            <a:off x="4502150" y="1331912"/>
            <a:ext cx="3187700" cy="21342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887642C3-1AC2-77F0-4602-3BAD72478BE9}"/>
              </a:ext>
            </a:extLst>
          </p:cNvPr>
          <p:cNvSpPr>
            <a:spLocks noGrp="1"/>
          </p:cNvSpPr>
          <p:nvPr>
            <p:ph sz="quarter" idx="18"/>
          </p:nvPr>
        </p:nvSpPr>
        <p:spPr>
          <a:xfrm>
            <a:off x="8008937" y="1331912"/>
            <a:ext cx="3187700" cy="21342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25E75ECB-D0CA-2D00-702F-1AD57C5EBABA}"/>
              </a:ext>
            </a:extLst>
          </p:cNvPr>
          <p:cNvSpPr>
            <a:spLocks noGrp="1"/>
          </p:cNvSpPr>
          <p:nvPr>
            <p:ph sz="quarter" idx="19"/>
          </p:nvPr>
        </p:nvSpPr>
        <p:spPr>
          <a:xfrm>
            <a:off x="995363" y="3742126"/>
            <a:ext cx="3187700" cy="21342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3">
            <a:extLst>
              <a:ext uri="{FF2B5EF4-FFF2-40B4-BE49-F238E27FC236}">
                <a16:creationId xmlns:a16="http://schemas.microsoft.com/office/drawing/2014/main" id="{8B33D029-7198-2E2E-5E6C-B289731A27FF}"/>
              </a:ext>
            </a:extLst>
          </p:cNvPr>
          <p:cNvSpPr>
            <a:spLocks noGrp="1"/>
          </p:cNvSpPr>
          <p:nvPr>
            <p:ph sz="quarter" idx="20"/>
          </p:nvPr>
        </p:nvSpPr>
        <p:spPr>
          <a:xfrm>
            <a:off x="4502150" y="3742126"/>
            <a:ext cx="3187700" cy="21342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3">
            <a:extLst>
              <a:ext uri="{FF2B5EF4-FFF2-40B4-BE49-F238E27FC236}">
                <a16:creationId xmlns:a16="http://schemas.microsoft.com/office/drawing/2014/main" id="{D7A19DB0-EA08-D699-0C88-37B4D178D11E}"/>
              </a:ext>
            </a:extLst>
          </p:cNvPr>
          <p:cNvSpPr>
            <a:spLocks noGrp="1"/>
          </p:cNvSpPr>
          <p:nvPr>
            <p:ph sz="quarter" idx="21"/>
          </p:nvPr>
        </p:nvSpPr>
        <p:spPr>
          <a:xfrm>
            <a:off x="8008937" y="3742126"/>
            <a:ext cx="3187700" cy="21342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964836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ontent - FIVE COLUMN">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lvl1pPr>
              <a:defRPr kern="0"/>
            </a:lvl1pPr>
          </a:lstStyle>
          <a:p>
            <a:r>
              <a:rPr lang="en-US"/>
              <a:t>Click to edit Master title style</a:t>
            </a:r>
          </a:p>
        </p:txBody>
      </p:sp>
      <p:sp>
        <p:nvSpPr>
          <p:cNvPr id="4" name="Content Placeholder 3">
            <a:extLst>
              <a:ext uri="{FF2B5EF4-FFF2-40B4-BE49-F238E27FC236}">
                <a16:creationId xmlns:a16="http://schemas.microsoft.com/office/drawing/2014/main" id="{9E40C064-15D1-24D5-3E98-71739E8B8974}"/>
              </a:ext>
            </a:extLst>
          </p:cNvPr>
          <p:cNvSpPr>
            <a:spLocks noGrp="1"/>
          </p:cNvSpPr>
          <p:nvPr>
            <p:ph sz="quarter" idx="24"/>
          </p:nvPr>
        </p:nvSpPr>
        <p:spPr>
          <a:xfrm>
            <a:off x="1003300" y="1322387"/>
            <a:ext cx="1900238" cy="4554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8428DB69-A5E6-3995-43BE-21D7823D6168}"/>
              </a:ext>
            </a:extLst>
          </p:cNvPr>
          <p:cNvSpPr>
            <a:spLocks noGrp="1"/>
          </p:cNvSpPr>
          <p:nvPr>
            <p:ph sz="quarter" idx="25"/>
          </p:nvPr>
        </p:nvSpPr>
        <p:spPr>
          <a:xfrm>
            <a:off x="3074470" y="1322387"/>
            <a:ext cx="1900238" cy="4554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E84EA45F-006F-C693-3D9A-C894873CED48}"/>
              </a:ext>
            </a:extLst>
          </p:cNvPr>
          <p:cNvSpPr>
            <a:spLocks noGrp="1"/>
          </p:cNvSpPr>
          <p:nvPr>
            <p:ph sz="quarter" idx="26"/>
          </p:nvPr>
        </p:nvSpPr>
        <p:spPr>
          <a:xfrm>
            <a:off x="5145641" y="1322387"/>
            <a:ext cx="1900238" cy="4554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A92FB52F-B0E0-37C7-5F65-EEF98E215D4C}"/>
              </a:ext>
            </a:extLst>
          </p:cNvPr>
          <p:cNvSpPr>
            <a:spLocks noGrp="1"/>
          </p:cNvSpPr>
          <p:nvPr>
            <p:ph sz="quarter" idx="27"/>
          </p:nvPr>
        </p:nvSpPr>
        <p:spPr>
          <a:xfrm>
            <a:off x="7216812" y="1322387"/>
            <a:ext cx="1900238" cy="4554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6B7BF63F-B2C0-FCAC-0EB5-D84B8D6B88E0}"/>
              </a:ext>
            </a:extLst>
          </p:cNvPr>
          <p:cNvSpPr>
            <a:spLocks noGrp="1"/>
          </p:cNvSpPr>
          <p:nvPr>
            <p:ph sz="quarter" idx="28"/>
          </p:nvPr>
        </p:nvSpPr>
        <p:spPr>
          <a:xfrm>
            <a:off x="9287982" y="1322387"/>
            <a:ext cx="1900238" cy="4554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1046883"/>
      </p:ext>
    </p:extLst>
  </p:cSld>
  <p:clrMapOvr>
    <a:masterClrMapping/>
  </p:clrMapOvr>
  <p:extLst>
    <p:ext uri="{DCECCB84-F9BA-43D5-87BE-67443E8EF086}">
      <p15:sldGuideLst xmlns:p15="http://schemas.microsoft.com/office/powerpoint/2012/main">
        <p15:guide id="1" orient="horz" pos="1296">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ontent - Process 5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1"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068984"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5134768"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7200552"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1003200"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068984"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5134768"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7200552"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1" name="Text Placeholder 12"/>
          <p:cNvSpPr>
            <a:spLocks noGrp="1"/>
          </p:cNvSpPr>
          <p:nvPr>
            <p:ph type="body" sz="quarter" idx="18" hasCustomPrompt="1"/>
          </p:nvPr>
        </p:nvSpPr>
        <p:spPr>
          <a:xfrm>
            <a:off x="9266337"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2" name="Text Placeholder 8"/>
          <p:cNvSpPr>
            <a:spLocks noGrp="1"/>
          </p:cNvSpPr>
          <p:nvPr>
            <p:ph type="body" sz="quarter" idx="19"/>
          </p:nvPr>
        </p:nvSpPr>
        <p:spPr>
          <a:xfrm>
            <a:off x="9266337"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B6F9AD75-9C5D-491A-8EB6-1E4763A9BC3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7987487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ontent - Process 5 Columns_Cobalt Blue">
    <p:spTree>
      <p:nvGrpSpPr>
        <p:cNvPr id="1" name=""/>
        <p:cNvGrpSpPr/>
        <p:nvPr/>
      </p:nvGrpSpPr>
      <p:grpSpPr>
        <a:xfrm>
          <a:off x="0" y="0"/>
          <a:ext cx="0" cy="0"/>
          <a:chOff x="0" y="0"/>
          <a:chExt cx="0" cy="0"/>
        </a:xfrm>
      </p:grpSpPr>
      <p:sp>
        <p:nvSpPr>
          <p:cNvPr id="27" name="Text Placeholder 8">
            <a:extLst>
              <a:ext uri="{FF2B5EF4-FFF2-40B4-BE49-F238E27FC236}">
                <a16:creationId xmlns:a16="http://schemas.microsoft.com/office/drawing/2014/main" id="{A68D3E60-F95F-4250-92C1-89CF93433E23}"/>
              </a:ext>
            </a:extLst>
          </p:cNvPr>
          <p:cNvSpPr>
            <a:spLocks noGrp="1"/>
          </p:cNvSpPr>
          <p:nvPr>
            <p:ph type="body" sz="quarter" idx="10"/>
          </p:nvPr>
        </p:nvSpPr>
        <p:spPr>
          <a:xfrm>
            <a:off x="1003201"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8" name="Text Placeholder 8">
            <a:extLst>
              <a:ext uri="{FF2B5EF4-FFF2-40B4-BE49-F238E27FC236}">
                <a16:creationId xmlns:a16="http://schemas.microsoft.com/office/drawing/2014/main" id="{8D8E592C-F128-4E4B-970B-BFB5C0F2A492}"/>
              </a:ext>
            </a:extLst>
          </p:cNvPr>
          <p:cNvSpPr>
            <a:spLocks noGrp="1"/>
          </p:cNvSpPr>
          <p:nvPr>
            <p:ph type="body" sz="quarter" idx="11"/>
          </p:nvPr>
        </p:nvSpPr>
        <p:spPr>
          <a:xfrm>
            <a:off x="3068984"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9" name="Text Placeholder 8">
            <a:extLst>
              <a:ext uri="{FF2B5EF4-FFF2-40B4-BE49-F238E27FC236}">
                <a16:creationId xmlns:a16="http://schemas.microsoft.com/office/drawing/2014/main" id="{EE6B17CD-E0EF-40A4-A171-4E4B731CE0D9}"/>
              </a:ext>
            </a:extLst>
          </p:cNvPr>
          <p:cNvSpPr>
            <a:spLocks noGrp="1"/>
          </p:cNvSpPr>
          <p:nvPr>
            <p:ph type="body" sz="quarter" idx="12"/>
          </p:nvPr>
        </p:nvSpPr>
        <p:spPr>
          <a:xfrm>
            <a:off x="5134768"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Text Placeholder 8">
            <a:extLst>
              <a:ext uri="{FF2B5EF4-FFF2-40B4-BE49-F238E27FC236}">
                <a16:creationId xmlns:a16="http://schemas.microsoft.com/office/drawing/2014/main" id="{03C9A44B-2A8F-416D-A76B-F3A018572E3F}"/>
              </a:ext>
            </a:extLst>
          </p:cNvPr>
          <p:cNvSpPr>
            <a:spLocks noGrp="1"/>
          </p:cNvSpPr>
          <p:nvPr>
            <p:ph type="body" sz="quarter" idx="13"/>
          </p:nvPr>
        </p:nvSpPr>
        <p:spPr>
          <a:xfrm>
            <a:off x="7200552"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Text Placeholder 12">
            <a:extLst>
              <a:ext uri="{FF2B5EF4-FFF2-40B4-BE49-F238E27FC236}">
                <a16:creationId xmlns:a16="http://schemas.microsoft.com/office/drawing/2014/main" id="{D3A5B3AC-C2E0-40CF-9D31-036461F790D0}"/>
              </a:ext>
            </a:extLst>
          </p:cNvPr>
          <p:cNvSpPr>
            <a:spLocks noGrp="1"/>
          </p:cNvSpPr>
          <p:nvPr>
            <p:ph type="body" sz="quarter" idx="14" hasCustomPrompt="1"/>
          </p:nvPr>
        </p:nvSpPr>
        <p:spPr>
          <a:xfrm>
            <a:off x="1003200"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2" name="Text Placeholder 12">
            <a:extLst>
              <a:ext uri="{FF2B5EF4-FFF2-40B4-BE49-F238E27FC236}">
                <a16:creationId xmlns:a16="http://schemas.microsoft.com/office/drawing/2014/main" id="{969E3860-942E-40E2-A1C8-AF5DF29675F7}"/>
              </a:ext>
            </a:extLst>
          </p:cNvPr>
          <p:cNvSpPr>
            <a:spLocks noGrp="1"/>
          </p:cNvSpPr>
          <p:nvPr>
            <p:ph type="body" sz="quarter" idx="15" hasCustomPrompt="1"/>
          </p:nvPr>
        </p:nvSpPr>
        <p:spPr>
          <a:xfrm>
            <a:off x="3068984"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3" name="Text Placeholder 12">
            <a:extLst>
              <a:ext uri="{FF2B5EF4-FFF2-40B4-BE49-F238E27FC236}">
                <a16:creationId xmlns:a16="http://schemas.microsoft.com/office/drawing/2014/main" id="{8E580107-2025-4C04-9884-4A6DBB63DE03}"/>
              </a:ext>
            </a:extLst>
          </p:cNvPr>
          <p:cNvSpPr>
            <a:spLocks noGrp="1"/>
          </p:cNvSpPr>
          <p:nvPr>
            <p:ph type="body" sz="quarter" idx="16" hasCustomPrompt="1"/>
          </p:nvPr>
        </p:nvSpPr>
        <p:spPr>
          <a:xfrm>
            <a:off x="5134768"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4" name="Text Placeholder 12">
            <a:extLst>
              <a:ext uri="{FF2B5EF4-FFF2-40B4-BE49-F238E27FC236}">
                <a16:creationId xmlns:a16="http://schemas.microsoft.com/office/drawing/2014/main" id="{BC4D5128-392D-4FC9-A83F-FA43203A40D7}"/>
              </a:ext>
            </a:extLst>
          </p:cNvPr>
          <p:cNvSpPr>
            <a:spLocks noGrp="1"/>
          </p:cNvSpPr>
          <p:nvPr>
            <p:ph type="body" sz="quarter" idx="17" hasCustomPrompt="1"/>
          </p:nvPr>
        </p:nvSpPr>
        <p:spPr>
          <a:xfrm>
            <a:off x="7200552"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5" name="Text Placeholder 12">
            <a:extLst>
              <a:ext uri="{FF2B5EF4-FFF2-40B4-BE49-F238E27FC236}">
                <a16:creationId xmlns:a16="http://schemas.microsoft.com/office/drawing/2014/main" id="{A8EB5529-8601-4864-9983-FBB672B8B9FF}"/>
              </a:ext>
            </a:extLst>
          </p:cNvPr>
          <p:cNvSpPr>
            <a:spLocks noGrp="1"/>
          </p:cNvSpPr>
          <p:nvPr>
            <p:ph type="body" sz="quarter" idx="18" hasCustomPrompt="1"/>
          </p:nvPr>
        </p:nvSpPr>
        <p:spPr>
          <a:xfrm>
            <a:off x="9266337"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6" name="Text Placeholder 8">
            <a:extLst>
              <a:ext uri="{FF2B5EF4-FFF2-40B4-BE49-F238E27FC236}">
                <a16:creationId xmlns:a16="http://schemas.microsoft.com/office/drawing/2014/main" id="{4715BC67-F699-49E6-B5D7-22ED9DFA817E}"/>
              </a:ext>
            </a:extLst>
          </p:cNvPr>
          <p:cNvSpPr>
            <a:spLocks noGrp="1"/>
          </p:cNvSpPr>
          <p:nvPr>
            <p:ph type="body" sz="quarter" idx="19"/>
          </p:nvPr>
        </p:nvSpPr>
        <p:spPr>
          <a:xfrm>
            <a:off x="9266337"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EB51C022-C0B7-4310-BC9F-D7C63034FE3A}"/>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307775259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ntent - 5 column + intro + header ba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580C36-1E70-46DD-9783-AFD66B7DEC90}"/>
              </a:ext>
            </a:extLst>
          </p:cNvPr>
          <p:cNvSpPr/>
          <p:nvPr userDrawn="1"/>
        </p:nvSpPr>
        <p:spPr>
          <a:xfrm>
            <a:off x="0" y="0"/>
            <a:ext cx="12192000" cy="268605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400" err="1">
              <a:solidFill>
                <a:schemeClr val="bg1"/>
              </a:solidFill>
            </a:endParaRPr>
          </a:p>
        </p:txBody>
      </p:sp>
      <p:sp>
        <p:nvSpPr>
          <p:cNvPr id="10" name="Text Placeholder 9">
            <a:extLst>
              <a:ext uri="{FF2B5EF4-FFF2-40B4-BE49-F238E27FC236}">
                <a16:creationId xmlns:a16="http://schemas.microsoft.com/office/drawing/2014/main" id="{38557E01-A30E-46EA-BAB3-4F33E0992F32}"/>
              </a:ext>
            </a:extLst>
          </p:cNvPr>
          <p:cNvSpPr>
            <a:spLocks noGrp="1"/>
          </p:cNvSpPr>
          <p:nvPr>
            <p:ph type="body" sz="quarter" idx="21"/>
          </p:nvPr>
        </p:nvSpPr>
        <p:spPr>
          <a:xfrm>
            <a:off x="995363" y="1330325"/>
            <a:ext cx="10185400" cy="246221"/>
          </a:xfrm>
        </p:spPr>
        <p:txBody>
          <a:bodyPr>
            <a:spAutoFit/>
          </a:bodyPr>
          <a:lstStyle>
            <a:lvl1pPr>
              <a:defRPr>
                <a:solidFill>
                  <a:schemeClr val="bg1"/>
                </a:solidFill>
              </a:defRPr>
            </a:lvl1pPr>
            <a:lvl2pPr>
              <a:buClrTx/>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7" name="Title 6">
            <a:extLst>
              <a:ext uri="{FF2B5EF4-FFF2-40B4-BE49-F238E27FC236}">
                <a16:creationId xmlns:a16="http://schemas.microsoft.com/office/drawing/2014/main" id="{59724627-195E-4BFD-9A60-FFD6EECF128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8" name="Content Placeholder 7">
            <a:extLst>
              <a:ext uri="{FF2B5EF4-FFF2-40B4-BE49-F238E27FC236}">
                <a16:creationId xmlns:a16="http://schemas.microsoft.com/office/drawing/2014/main" id="{013FA197-29C7-A542-7F4A-98E54EAA4044}"/>
              </a:ext>
            </a:extLst>
          </p:cNvPr>
          <p:cNvSpPr>
            <a:spLocks noGrp="1"/>
          </p:cNvSpPr>
          <p:nvPr>
            <p:ph sz="quarter" idx="22"/>
          </p:nvPr>
        </p:nvSpPr>
        <p:spPr>
          <a:xfrm>
            <a:off x="995363" y="2009775"/>
            <a:ext cx="1989137" cy="3938538"/>
          </a:xfrm>
          <a:solidFill>
            <a:schemeClr val="bg1"/>
          </a:solidFill>
          <a:ln w="6350">
            <a:solidFill>
              <a:schemeClr val="accent1"/>
            </a:solidFill>
          </a:ln>
        </p:spPr>
        <p:txBody>
          <a:bodyPr vert="horz" lIns="108000" tIns="108000" rIns="108000" bIns="108000" rtlCol="0" anchor="t" anchorCtr="0">
            <a:noAutofit/>
          </a:bodyPr>
          <a:lstStyle>
            <a:lvl1pPr>
              <a:defRPr lang="en-US" sz="1400" smtClean="0"/>
            </a:lvl1pPr>
            <a:lvl2pPr>
              <a:defRPr lang="en-US" sz="1400" smtClean="0"/>
            </a:lvl2pPr>
            <a:lvl3pPr>
              <a:defRPr lang="en-US" sz="1400" smtClean="0"/>
            </a:lvl3pPr>
            <a:lvl4pPr>
              <a:defRPr lang="en-US" sz="1400" smtClean="0"/>
            </a:lvl4pPr>
            <a:lvl5pPr>
              <a:defRPr lang="en-US"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7">
            <a:extLst>
              <a:ext uri="{FF2B5EF4-FFF2-40B4-BE49-F238E27FC236}">
                <a16:creationId xmlns:a16="http://schemas.microsoft.com/office/drawing/2014/main" id="{80062C7F-1E7F-D3F0-42DA-19C1A9676E45}"/>
              </a:ext>
            </a:extLst>
          </p:cNvPr>
          <p:cNvSpPr>
            <a:spLocks noGrp="1"/>
          </p:cNvSpPr>
          <p:nvPr>
            <p:ph sz="quarter" idx="23"/>
          </p:nvPr>
        </p:nvSpPr>
        <p:spPr>
          <a:xfrm>
            <a:off x="3048397" y="2009775"/>
            <a:ext cx="1989137" cy="3938538"/>
          </a:xfrm>
          <a:solidFill>
            <a:schemeClr val="bg1"/>
          </a:solidFill>
          <a:ln w="6350">
            <a:solidFill>
              <a:schemeClr val="accent1"/>
            </a:solidFill>
          </a:ln>
        </p:spPr>
        <p:txBody>
          <a:bodyPr vert="horz" lIns="108000" tIns="108000" rIns="108000" bIns="108000" rtlCol="0" anchor="t" anchorCtr="0">
            <a:noAutofit/>
          </a:bodyPr>
          <a:lstStyle>
            <a:lvl1pPr>
              <a:defRPr lang="en-US" sz="1400" smtClean="0"/>
            </a:lvl1pPr>
            <a:lvl2pPr>
              <a:defRPr lang="en-US" sz="1400" smtClean="0"/>
            </a:lvl2pPr>
            <a:lvl3pPr>
              <a:defRPr lang="en-US" sz="1400" smtClean="0"/>
            </a:lvl3pPr>
            <a:lvl4pPr>
              <a:defRPr lang="en-US" sz="1400" smtClean="0"/>
            </a:lvl4pPr>
            <a:lvl5pPr>
              <a:defRPr lang="en-US"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7">
            <a:extLst>
              <a:ext uri="{FF2B5EF4-FFF2-40B4-BE49-F238E27FC236}">
                <a16:creationId xmlns:a16="http://schemas.microsoft.com/office/drawing/2014/main" id="{DB8C39D9-73AE-A115-2AC4-E84A2758E601}"/>
              </a:ext>
            </a:extLst>
          </p:cNvPr>
          <p:cNvSpPr>
            <a:spLocks noGrp="1"/>
          </p:cNvSpPr>
          <p:nvPr>
            <p:ph sz="quarter" idx="24"/>
          </p:nvPr>
        </p:nvSpPr>
        <p:spPr>
          <a:xfrm>
            <a:off x="5101431" y="2009775"/>
            <a:ext cx="1989137" cy="3938538"/>
          </a:xfrm>
          <a:solidFill>
            <a:schemeClr val="bg1"/>
          </a:solidFill>
          <a:ln w="6350">
            <a:solidFill>
              <a:schemeClr val="accent1"/>
            </a:solidFill>
          </a:ln>
        </p:spPr>
        <p:txBody>
          <a:bodyPr vert="horz" lIns="108000" tIns="108000" rIns="108000" bIns="108000" rtlCol="0" anchor="t" anchorCtr="0">
            <a:noAutofit/>
          </a:bodyPr>
          <a:lstStyle>
            <a:lvl1pPr>
              <a:defRPr lang="en-US" sz="1400" smtClean="0"/>
            </a:lvl1pPr>
            <a:lvl2pPr>
              <a:defRPr lang="en-US" sz="1400" smtClean="0"/>
            </a:lvl2pPr>
            <a:lvl3pPr>
              <a:defRPr lang="en-US" sz="1400" smtClean="0"/>
            </a:lvl3pPr>
            <a:lvl4pPr>
              <a:defRPr lang="en-US" sz="1400" smtClean="0"/>
            </a:lvl4pPr>
            <a:lvl5pPr>
              <a:defRPr lang="en-US"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7">
            <a:extLst>
              <a:ext uri="{FF2B5EF4-FFF2-40B4-BE49-F238E27FC236}">
                <a16:creationId xmlns:a16="http://schemas.microsoft.com/office/drawing/2014/main" id="{ED9CEF0B-75E3-E133-3C7E-37C7249C4ACC}"/>
              </a:ext>
            </a:extLst>
          </p:cNvPr>
          <p:cNvSpPr>
            <a:spLocks noGrp="1"/>
          </p:cNvSpPr>
          <p:nvPr>
            <p:ph sz="quarter" idx="25"/>
          </p:nvPr>
        </p:nvSpPr>
        <p:spPr>
          <a:xfrm>
            <a:off x="7154465" y="2009775"/>
            <a:ext cx="1989137" cy="3938538"/>
          </a:xfrm>
          <a:solidFill>
            <a:schemeClr val="bg1"/>
          </a:solidFill>
          <a:ln w="6350">
            <a:solidFill>
              <a:schemeClr val="accent1"/>
            </a:solidFill>
          </a:ln>
        </p:spPr>
        <p:txBody>
          <a:bodyPr vert="horz" lIns="108000" tIns="108000" rIns="108000" bIns="108000" rtlCol="0" anchor="t" anchorCtr="0">
            <a:noAutofit/>
          </a:bodyPr>
          <a:lstStyle>
            <a:lvl1pPr>
              <a:defRPr lang="en-US" sz="1400" smtClean="0"/>
            </a:lvl1pPr>
            <a:lvl2pPr>
              <a:defRPr lang="en-US" sz="1400" smtClean="0"/>
            </a:lvl2pPr>
            <a:lvl3pPr>
              <a:defRPr lang="en-US" sz="1400" smtClean="0"/>
            </a:lvl3pPr>
            <a:lvl4pPr>
              <a:defRPr lang="en-US" sz="1400" smtClean="0"/>
            </a:lvl4pPr>
            <a:lvl5pPr>
              <a:defRPr lang="en-US"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7">
            <a:extLst>
              <a:ext uri="{FF2B5EF4-FFF2-40B4-BE49-F238E27FC236}">
                <a16:creationId xmlns:a16="http://schemas.microsoft.com/office/drawing/2014/main" id="{5891467F-14E8-7772-2AA4-3FE5032AA06B}"/>
              </a:ext>
            </a:extLst>
          </p:cNvPr>
          <p:cNvSpPr>
            <a:spLocks noGrp="1"/>
          </p:cNvSpPr>
          <p:nvPr>
            <p:ph sz="quarter" idx="26"/>
          </p:nvPr>
        </p:nvSpPr>
        <p:spPr>
          <a:xfrm>
            <a:off x="9207500" y="2009775"/>
            <a:ext cx="1989137" cy="3938538"/>
          </a:xfrm>
          <a:solidFill>
            <a:schemeClr val="bg1"/>
          </a:solidFill>
          <a:ln w="6350">
            <a:solidFill>
              <a:schemeClr val="accent1"/>
            </a:solidFill>
          </a:ln>
        </p:spPr>
        <p:txBody>
          <a:bodyPr vert="horz" lIns="108000" tIns="108000" rIns="108000" bIns="108000" rtlCol="0" anchor="t" anchorCtr="0">
            <a:noAutofit/>
          </a:bodyPr>
          <a:lstStyle>
            <a:lvl1pPr>
              <a:defRPr lang="en-US" sz="1400" smtClean="0"/>
            </a:lvl1pPr>
            <a:lvl2pPr>
              <a:defRPr lang="en-US" sz="1400" smtClean="0"/>
            </a:lvl2pPr>
            <a:lvl3pPr>
              <a:defRPr lang="en-US" sz="1400" smtClean="0"/>
            </a:lvl3pPr>
            <a:lvl4pPr>
              <a:defRPr lang="en-US" sz="1400" smtClean="0"/>
            </a:lvl4pPr>
            <a:lvl5pPr>
              <a:defRPr lang="en-US"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931105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ntent - Process 4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593775"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6184350"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8774926"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1003200"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593775"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6184350"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8774926"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DE70D7C0-6953-439A-A54E-CED56520F82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24330773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ntent - Process 4 Columns_Cobalt Blue">
    <p:spTree>
      <p:nvGrpSpPr>
        <p:cNvPr id="1" name=""/>
        <p:cNvGrpSpPr/>
        <p:nvPr/>
      </p:nvGrpSpPr>
      <p:grpSpPr>
        <a:xfrm>
          <a:off x="0" y="0"/>
          <a:ext cx="0" cy="0"/>
          <a:chOff x="0" y="0"/>
          <a:chExt cx="0" cy="0"/>
        </a:xfrm>
      </p:grpSpPr>
      <p:sp>
        <p:nvSpPr>
          <p:cNvPr id="11" name="Text Placeholder 8">
            <a:extLst>
              <a:ext uri="{FF2B5EF4-FFF2-40B4-BE49-F238E27FC236}">
                <a16:creationId xmlns:a16="http://schemas.microsoft.com/office/drawing/2014/main" id="{ABA5FBEF-FE77-4CC8-B2D5-D94327DAF658}"/>
              </a:ext>
            </a:extLst>
          </p:cNvPr>
          <p:cNvSpPr>
            <a:spLocks noGrp="1"/>
          </p:cNvSpPr>
          <p:nvPr>
            <p:ph type="body" sz="quarter" idx="10"/>
          </p:nvPr>
        </p:nvSpPr>
        <p:spPr>
          <a:xfrm>
            <a:off x="1003200"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8">
            <a:extLst>
              <a:ext uri="{FF2B5EF4-FFF2-40B4-BE49-F238E27FC236}">
                <a16:creationId xmlns:a16="http://schemas.microsoft.com/office/drawing/2014/main" id="{659D9BAA-2BF4-4A94-BAA4-5D091A296246}"/>
              </a:ext>
            </a:extLst>
          </p:cNvPr>
          <p:cNvSpPr>
            <a:spLocks noGrp="1"/>
          </p:cNvSpPr>
          <p:nvPr>
            <p:ph type="body" sz="quarter" idx="11"/>
          </p:nvPr>
        </p:nvSpPr>
        <p:spPr>
          <a:xfrm>
            <a:off x="3593775"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E3D170C1-7106-44D2-A62F-A804F244A090}"/>
              </a:ext>
            </a:extLst>
          </p:cNvPr>
          <p:cNvSpPr>
            <a:spLocks noGrp="1"/>
          </p:cNvSpPr>
          <p:nvPr>
            <p:ph type="body" sz="quarter" idx="12"/>
          </p:nvPr>
        </p:nvSpPr>
        <p:spPr>
          <a:xfrm>
            <a:off x="6184350"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a:extLst>
              <a:ext uri="{FF2B5EF4-FFF2-40B4-BE49-F238E27FC236}">
                <a16:creationId xmlns:a16="http://schemas.microsoft.com/office/drawing/2014/main" id="{5DDAC4CF-AC2F-4D83-9FB0-DDFB71EE9A2C}"/>
              </a:ext>
            </a:extLst>
          </p:cNvPr>
          <p:cNvSpPr>
            <a:spLocks noGrp="1"/>
          </p:cNvSpPr>
          <p:nvPr>
            <p:ph type="body" sz="quarter" idx="13"/>
          </p:nvPr>
        </p:nvSpPr>
        <p:spPr>
          <a:xfrm>
            <a:off x="8774926"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2">
            <a:extLst>
              <a:ext uri="{FF2B5EF4-FFF2-40B4-BE49-F238E27FC236}">
                <a16:creationId xmlns:a16="http://schemas.microsoft.com/office/drawing/2014/main" id="{3C84B130-9B9F-460C-87A1-4E3012ECEA7A}"/>
              </a:ext>
            </a:extLst>
          </p:cNvPr>
          <p:cNvSpPr>
            <a:spLocks noGrp="1"/>
          </p:cNvSpPr>
          <p:nvPr>
            <p:ph type="body" sz="quarter" idx="14" hasCustomPrompt="1"/>
          </p:nvPr>
        </p:nvSpPr>
        <p:spPr>
          <a:xfrm>
            <a:off x="1003200" y="1331913"/>
            <a:ext cx="2424887" cy="604800"/>
          </a:xfrm>
          <a:prstGeom prst="homePlate">
            <a:avLst>
              <a:gd name="adj" fmla="val 34200"/>
            </a:avLst>
          </a:prstGeom>
          <a:solidFill>
            <a:schemeClr val="accent1"/>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0" name="Text Placeholder 12">
            <a:extLst>
              <a:ext uri="{FF2B5EF4-FFF2-40B4-BE49-F238E27FC236}">
                <a16:creationId xmlns:a16="http://schemas.microsoft.com/office/drawing/2014/main" id="{FC076374-F8FA-413A-9C7F-81C823512353}"/>
              </a:ext>
            </a:extLst>
          </p:cNvPr>
          <p:cNvSpPr>
            <a:spLocks noGrp="1"/>
          </p:cNvSpPr>
          <p:nvPr>
            <p:ph type="body" sz="quarter" idx="15" hasCustomPrompt="1"/>
          </p:nvPr>
        </p:nvSpPr>
        <p:spPr>
          <a:xfrm>
            <a:off x="3593775" y="1331913"/>
            <a:ext cx="2424887" cy="604800"/>
          </a:xfrm>
          <a:prstGeom prst="homePlate">
            <a:avLst>
              <a:gd name="adj" fmla="val 34200"/>
            </a:avLst>
          </a:prstGeom>
          <a:solidFill>
            <a:schemeClr val="accent1"/>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1" name="Text Placeholder 12">
            <a:extLst>
              <a:ext uri="{FF2B5EF4-FFF2-40B4-BE49-F238E27FC236}">
                <a16:creationId xmlns:a16="http://schemas.microsoft.com/office/drawing/2014/main" id="{92DC24D7-E120-435A-8A2A-98E939AC4C9C}"/>
              </a:ext>
            </a:extLst>
          </p:cNvPr>
          <p:cNvSpPr>
            <a:spLocks noGrp="1"/>
          </p:cNvSpPr>
          <p:nvPr>
            <p:ph type="body" sz="quarter" idx="16" hasCustomPrompt="1"/>
          </p:nvPr>
        </p:nvSpPr>
        <p:spPr>
          <a:xfrm>
            <a:off x="6184350" y="1331913"/>
            <a:ext cx="2424887" cy="604800"/>
          </a:xfrm>
          <a:prstGeom prst="homePlate">
            <a:avLst>
              <a:gd name="adj" fmla="val 34200"/>
            </a:avLst>
          </a:prstGeom>
          <a:solidFill>
            <a:schemeClr val="accent1"/>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2" name="Text Placeholder 12">
            <a:extLst>
              <a:ext uri="{FF2B5EF4-FFF2-40B4-BE49-F238E27FC236}">
                <a16:creationId xmlns:a16="http://schemas.microsoft.com/office/drawing/2014/main" id="{41F15369-328E-43E6-894F-1F86414EB3F0}"/>
              </a:ext>
            </a:extLst>
          </p:cNvPr>
          <p:cNvSpPr>
            <a:spLocks noGrp="1"/>
          </p:cNvSpPr>
          <p:nvPr>
            <p:ph type="body" sz="quarter" idx="17" hasCustomPrompt="1"/>
          </p:nvPr>
        </p:nvSpPr>
        <p:spPr>
          <a:xfrm>
            <a:off x="8774926" y="1331913"/>
            <a:ext cx="2424887" cy="604800"/>
          </a:xfrm>
          <a:prstGeom prst="homePlate">
            <a:avLst>
              <a:gd name="adj" fmla="val 34200"/>
            </a:avLst>
          </a:prstGeom>
          <a:solidFill>
            <a:schemeClr val="accent1"/>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9890D0D6-CEB9-47AA-B0BF-EB213FE3B803}"/>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34941647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ontent - FIVE COLUMN + Subtitle boxes">
    <p:spTree>
      <p:nvGrpSpPr>
        <p:cNvPr id="1" name=""/>
        <p:cNvGrpSpPr/>
        <p:nvPr/>
      </p:nvGrpSpPr>
      <p:grpSpPr>
        <a:xfrm>
          <a:off x="0" y="0"/>
          <a:ext cx="0" cy="0"/>
          <a:chOff x="0" y="0"/>
          <a:chExt cx="0" cy="0"/>
        </a:xfrm>
      </p:grpSpPr>
      <p:sp>
        <p:nvSpPr>
          <p:cNvPr id="8" name="Text Placeholder 8">
            <a:extLst>
              <a:ext uri="{FF2B5EF4-FFF2-40B4-BE49-F238E27FC236}">
                <a16:creationId xmlns:a16="http://schemas.microsoft.com/office/drawing/2014/main" id="{2C7EC625-DE37-4829-ACBE-0373F0B82962}"/>
              </a:ext>
            </a:extLst>
          </p:cNvPr>
          <p:cNvSpPr>
            <a:spLocks noGrp="1"/>
          </p:cNvSpPr>
          <p:nvPr>
            <p:ph type="body" sz="quarter" idx="14"/>
          </p:nvPr>
        </p:nvSpPr>
        <p:spPr>
          <a:xfrm>
            <a:off x="1003200" y="1322388"/>
            <a:ext cx="1899657" cy="4554538"/>
          </a:xfrm>
          <a:solidFill>
            <a:srgbClr val="E5E5E5"/>
          </a:solidFill>
        </p:spPr>
        <p:txBody>
          <a:bodyPr lIns="91440" tIns="1005840" rIns="91440"/>
          <a:lstStyle>
            <a:lvl1pPr>
              <a:defRPr sz="1600" b="1" spc="0"/>
            </a:lvl1pPr>
            <a:lvl2pPr>
              <a:defRPr sz="1600" b="0">
                <a:solidFill>
                  <a:schemeClr val="tx1"/>
                </a:solidFill>
              </a:defRPr>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p:cNvSpPr>
            <a:spLocks noGrp="1"/>
          </p:cNvSpPr>
          <p:nvPr>
            <p:ph type="title"/>
          </p:nvPr>
        </p:nvSpPr>
        <p:spPr>
          <a:xfrm>
            <a:off x="1003200" y="432000"/>
            <a:ext cx="10185600" cy="518400"/>
          </a:xfrm>
        </p:spPr>
        <p:txBody>
          <a:bodyPr/>
          <a:lstStyle>
            <a:lvl1pPr>
              <a:defRPr kern="0"/>
            </a:lvl1pPr>
          </a:lstStyle>
          <a:p>
            <a:r>
              <a:rPr lang="en-US"/>
              <a:t>Click to edit Master title style</a:t>
            </a:r>
          </a:p>
        </p:txBody>
      </p:sp>
      <p:sp>
        <p:nvSpPr>
          <p:cNvPr id="10" name="Text Placeholder 8">
            <a:extLst>
              <a:ext uri="{FF2B5EF4-FFF2-40B4-BE49-F238E27FC236}">
                <a16:creationId xmlns:a16="http://schemas.microsoft.com/office/drawing/2014/main" id="{8037C46F-D057-4106-9B45-A730A557B5D9}"/>
              </a:ext>
            </a:extLst>
          </p:cNvPr>
          <p:cNvSpPr>
            <a:spLocks noGrp="1"/>
          </p:cNvSpPr>
          <p:nvPr>
            <p:ph type="body" sz="quarter" idx="20"/>
          </p:nvPr>
        </p:nvSpPr>
        <p:spPr>
          <a:xfrm>
            <a:off x="3072600"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8">
            <a:extLst>
              <a:ext uri="{FF2B5EF4-FFF2-40B4-BE49-F238E27FC236}">
                <a16:creationId xmlns:a16="http://schemas.microsoft.com/office/drawing/2014/main" id="{FE33DBCF-2199-4682-AAC2-C3FC0CBE92A8}"/>
              </a:ext>
            </a:extLst>
          </p:cNvPr>
          <p:cNvSpPr>
            <a:spLocks noGrp="1"/>
          </p:cNvSpPr>
          <p:nvPr>
            <p:ph type="body" sz="quarter" idx="21"/>
          </p:nvPr>
        </p:nvSpPr>
        <p:spPr>
          <a:xfrm>
            <a:off x="5142000"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8">
            <a:extLst>
              <a:ext uri="{FF2B5EF4-FFF2-40B4-BE49-F238E27FC236}">
                <a16:creationId xmlns:a16="http://schemas.microsoft.com/office/drawing/2014/main" id="{E130E5C8-8660-4D01-AD3B-CEEFB37F7538}"/>
              </a:ext>
            </a:extLst>
          </p:cNvPr>
          <p:cNvSpPr>
            <a:spLocks noGrp="1"/>
          </p:cNvSpPr>
          <p:nvPr>
            <p:ph type="body" sz="quarter" idx="22"/>
          </p:nvPr>
        </p:nvSpPr>
        <p:spPr>
          <a:xfrm>
            <a:off x="7211400"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8">
            <a:extLst>
              <a:ext uri="{FF2B5EF4-FFF2-40B4-BE49-F238E27FC236}">
                <a16:creationId xmlns:a16="http://schemas.microsoft.com/office/drawing/2014/main" id="{F404CCF0-6C3D-42EE-9F8D-FE237FEEB13D}"/>
              </a:ext>
            </a:extLst>
          </p:cNvPr>
          <p:cNvSpPr>
            <a:spLocks noGrp="1"/>
          </p:cNvSpPr>
          <p:nvPr>
            <p:ph type="body" sz="quarter" idx="23"/>
          </p:nvPr>
        </p:nvSpPr>
        <p:spPr>
          <a:xfrm>
            <a:off x="9280798"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3">
            <a:extLst>
              <a:ext uri="{FF2B5EF4-FFF2-40B4-BE49-F238E27FC236}">
                <a16:creationId xmlns:a16="http://schemas.microsoft.com/office/drawing/2014/main" id="{B0A7138E-6EE9-4E16-AB30-D7C7DA3DCEFF}"/>
              </a:ext>
            </a:extLst>
          </p:cNvPr>
          <p:cNvSpPr>
            <a:spLocks noGrp="1"/>
          </p:cNvSpPr>
          <p:nvPr>
            <p:ph type="body" sz="quarter" idx="24" hasCustomPrompt="1"/>
          </p:nvPr>
        </p:nvSpPr>
        <p:spPr>
          <a:xfrm>
            <a:off x="998538" y="1630363"/>
            <a:ext cx="1906587" cy="563562"/>
          </a:xfrm>
          <a:solidFill>
            <a:srgbClr val="1E49E2"/>
          </a:solidFill>
        </p:spPr>
        <p:txBody>
          <a:bodyPr anchor="ctr"/>
          <a:lstStyle>
            <a:lvl1pPr algn="ctr">
              <a:defRPr sz="1600" b="1" kern="0">
                <a:solidFill>
                  <a:schemeClr val="bg1"/>
                </a:solidFill>
              </a:defRPr>
            </a:lvl1pPr>
          </a:lstStyle>
          <a:p>
            <a:pPr lvl="0"/>
            <a:r>
              <a:rPr lang="en-US"/>
              <a:t>Subtitle</a:t>
            </a:r>
          </a:p>
        </p:txBody>
      </p:sp>
      <p:sp>
        <p:nvSpPr>
          <p:cNvPr id="15" name="Text Placeholder 3">
            <a:extLst>
              <a:ext uri="{FF2B5EF4-FFF2-40B4-BE49-F238E27FC236}">
                <a16:creationId xmlns:a16="http://schemas.microsoft.com/office/drawing/2014/main" id="{4E652417-F61A-4ABE-AAED-E30436B90B12}"/>
              </a:ext>
            </a:extLst>
          </p:cNvPr>
          <p:cNvSpPr>
            <a:spLocks noGrp="1"/>
          </p:cNvSpPr>
          <p:nvPr>
            <p:ph type="body" sz="quarter" idx="25" hasCustomPrompt="1"/>
          </p:nvPr>
        </p:nvSpPr>
        <p:spPr>
          <a:xfrm>
            <a:off x="3073464" y="1630363"/>
            <a:ext cx="1906587" cy="563562"/>
          </a:xfrm>
          <a:solidFill>
            <a:schemeClr val="tx2"/>
          </a:solidFill>
        </p:spPr>
        <p:txBody>
          <a:bodyPr anchor="ctr"/>
          <a:lstStyle>
            <a:lvl1pPr algn="ctr">
              <a:defRPr sz="1600" b="1" kern="0">
                <a:solidFill>
                  <a:schemeClr val="bg1"/>
                </a:solidFill>
              </a:defRPr>
            </a:lvl1pPr>
          </a:lstStyle>
          <a:p>
            <a:pPr lvl="0"/>
            <a:r>
              <a:rPr lang="en-US"/>
              <a:t>Subtitle</a:t>
            </a:r>
          </a:p>
        </p:txBody>
      </p:sp>
      <p:sp>
        <p:nvSpPr>
          <p:cNvPr id="16" name="Text Placeholder 3">
            <a:extLst>
              <a:ext uri="{FF2B5EF4-FFF2-40B4-BE49-F238E27FC236}">
                <a16:creationId xmlns:a16="http://schemas.microsoft.com/office/drawing/2014/main" id="{31218554-B99A-45E3-9AE4-434D8CA5AD2C}"/>
              </a:ext>
            </a:extLst>
          </p:cNvPr>
          <p:cNvSpPr>
            <a:spLocks noGrp="1"/>
          </p:cNvSpPr>
          <p:nvPr>
            <p:ph type="body" sz="quarter" idx="26" hasCustomPrompt="1"/>
          </p:nvPr>
        </p:nvSpPr>
        <p:spPr>
          <a:xfrm>
            <a:off x="5140699" y="1630363"/>
            <a:ext cx="1906587" cy="563562"/>
          </a:xfrm>
          <a:solidFill>
            <a:schemeClr val="accent4"/>
          </a:solidFill>
        </p:spPr>
        <p:txBody>
          <a:bodyPr anchor="ctr"/>
          <a:lstStyle>
            <a:lvl1pPr algn="ctr">
              <a:defRPr sz="1600" b="1" kern="0">
                <a:solidFill>
                  <a:schemeClr val="bg1"/>
                </a:solidFill>
              </a:defRPr>
            </a:lvl1pPr>
          </a:lstStyle>
          <a:p>
            <a:pPr lvl="0"/>
            <a:r>
              <a:rPr lang="en-US"/>
              <a:t>Subtitle</a:t>
            </a:r>
          </a:p>
        </p:txBody>
      </p:sp>
      <p:sp>
        <p:nvSpPr>
          <p:cNvPr id="17" name="Text Placeholder 3">
            <a:extLst>
              <a:ext uri="{FF2B5EF4-FFF2-40B4-BE49-F238E27FC236}">
                <a16:creationId xmlns:a16="http://schemas.microsoft.com/office/drawing/2014/main" id="{BFCA38BE-76B7-4635-8179-9D7DD99CD973}"/>
              </a:ext>
            </a:extLst>
          </p:cNvPr>
          <p:cNvSpPr>
            <a:spLocks noGrp="1"/>
          </p:cNvSpPr>
          <p:nvPr>
            <p:ph type="body" sz="quarter" idx="27" hasCustomPrompt="1"/>
          </p:nvPr>
        </p:nvSpPr>
        <p:spPr>
          <a:xfrm>
            <a:off x="7207934" y="1630363"/>
            <a:ext cx="1906587" cy="563562"/>
          </a:xfrm>
          <a:solidFill>
            <a:schemeClr val="accent3"/>
          </a:solidFill>
        </p:spPr>
        <p:txBody>
          <a:bodyPr anchor="ctr"/>
          <a:lstStyle>
            <a:lvl1pPr algn="ctr">
              <a:defRPr sz="1600" b="1" kern="0">
                <a:solidFill>
                  <a:schemeClr val="bg1"/>
                </a:solidFill>
              </a:defRPr>
            </a:lvl1pPr>
          </a:lstStyle>
          <a:p>
            <a:pPr lvl="0"/>
            <a:r>
              <a:rPr lang="en-US"/>
              <a:t>Subtitle</a:t>
            </a:r>
          </a:p>
        </p:txBody>
      </p:sp>
      <p:sp>
        <p:nvSpPr>
          <p:cNvPr id="18" name="Text Placeholder 3">
            <a:extLst>
              <a:ext uri="{FF2B5EF4-FFF2-40B4-BE49-F238E27FC236}">
                <a16:creationId xmlns:a16="http://schemas.microsoft.com/office/drawing/2014/main" id="{D2020005-E0B8-4233-8022-8AC559F11D2F}"/>
              </a:ext>
            </a:extLst>
          </p:cNvPr>
          <p:cNvSpPr>
            <a:spLocks noGrp="1"/>
          </p:cNvSpPr>
          <p:nvPr>
            <p:ph type="body" sz="quarter" idx="28" hasCustomPrompt="1"/>
          </p:nvPr>
        </p:nvSpPr>
        <p:spPr>
          <a:xfrm>
            <a:off x="9280798" y="1630363"/>
            <a:ext cx="1906587" cy="563562"/>
          </a:xfrm>
          <a:solidFill>
            <a:schemeClr val="accent1"/>
          </a:solidFill>
        </p:spPr>
        <p:txBody>
          <a:bodyPr anchor="ctr"/>
          <a:lstStyle>
            <a:lvl1pPr algn="ctr">
              <a:defRPr sz="1600" b="1" kern="0">
                <a:solidFill>
                  <a:schemeClr val="bg1"/>
                </a:solidFill>
              </a:defRPr>
            </a:lvl1pPr>
          </a:lstStyle>
          <a:p>
            <a:pPr lvl="0"/>
            <a:r>
              <a:rPr lang="en-US"/>
              <a:t>Subtitle</a:t>
            </a:r>
          </a:p>
        </p:txBody>
      </p:sp>
    </p:spTree>
    <p:extLst>
      <p:ext uri="{BB962C8B-B14F-4D97-AF65-F5344CB8AC3E}">
        <p14:creationId xmlns:p14="http://schemas.microsoft.com/office/powerpoint/2010/main" val="3253055748"/>
      </p:ext>
    </p:extLst>
  </p:cSld>
  <p:clrMapOvr>
    <a:masterClrMapping/>
  </p:clrMapOvr>
  <p:extLst>
    <p:ext uri="{DCECCB84-F9BA-43D5-87BE-67443E8EF086}">
      <p15:sldGuideLst xmlns:p15="http://schemas.microsoft.com/office/powerpoint/2012/main">
        <p15:guide id="1" orient="horz" pos="1296">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ontent - Quad Box with Center Text Box">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919862B5-E58D-4F98-8070-F04E6659AC38}"/>
              </a:ext>
            </a:extLst>
          </p:cNvPr>
          <p:cNvSpPr>
            <a:spLocks noGrp="1"/>
          </p:cNvSpPr>
          <p:nvPr>
            <p:ph type="body" sz="quarter" idx="53"/>
          </p:nvPr>
        </p:nvSpPr>
        <p:spPr>
          <a:xfrm>
            <a:off x="1003346" y="1330325"/>
            <a:ext cx="4967685" cy="2132614"/>
          </a:xfrm>
          <a:custGeom>
            <a:avLst/>
            <a:gdLst>
              <a:gd name="connsiteX0" fmla="*/ 0 w 4967685"/>
              <a:gd name="connsiteY0" fmla="*/ 0 h 2132614"/>
              <a:gd name="connsiteX1" fmla="*/ 4967685 w 4967685"/>
              <a:gd name="connsiteY1" fmla="*/ 0 h 2132614"/>
              <a:gd name="connsiteX2" fmla="*/ 4967685 w 4967685"/>
              <a:gd name="connsiteY2" fmla="*/ 1013538 h 2132614"/>
              <a:gd name="connsiteX3" fmla="*/ 3364916 w 4967685"/>
              <a:gd name="connsiteY3" fmla="*/ 1013538 h 2132614"/>
              <a:gd name="connsiteX4" fmla="*/ 3364916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4967685" y="0"/>
                </a:lnTo>
                <a:lnTo>
                  <a:pt x="4967685" y="1013538"/>
                </a:lnTo>
                <a:lnTo>
                  <a:pt x="3364916" y="1013538"/>
                </a:lnTo>
                <a:lnTo>
                  <a:pt x="3364916" y="2132614"/>
                </a:lnTo>
                <a:lnTo>
                  <a:pt x="0" y="2132614"/>
                </a:lnTo>
                <a:close/>
              </a:path>
            </a:pathLst>
          </a:custGeom>
          <a:solidFill>
            <a:schemeClr val="bg1">
              <a:lumMod val="85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AEEBDCDC-F212-4ED4-8D32-7B1BC919EF2D}"/>
              </a:ext>
            </a:extLst>
          </p:cNvPr>
          <p:cNvSpPr>
            <a:spLocks noGrp="1"/>
          </p:cNvSpPr>
          <p:nvPr>
            <p:ph type="body" sz="quarter" idx="55"/>
          </p:nvPr>
        </p:nvSpPr>
        <p:spPr>
          <a:xfrm>
            <a:off x="6232260" y="1330325"/>
            <a:ext cx="4970724" cy="2132614"/>
          </a:xfrm>
          <a:custGeom>
            <a:avLst/>
            <a:gdLst>
              <a:gd name="connsiteX0" fmla="*/ 0 w 4970724"/>
              <a:gd name="connsiteY0" fmla="*/ 0 h 2132614"/>
              <a:gd name="connsiteX1" fmla="*/ 4970724 w 4970724"/>
              <a:gd name="connsiteY1" fmla="*/ 0 h 2132614"/>
              <a:gd name="connsiteX2" fmla="*/ 4970724 w 4970724"/>
              <a:gd name="connsiteY2" fmla="*/ 2132614 h 2132614"/>
              <a:gd name="connsiteX3" fmla="*/ 1602767 w 4970724"/>
              <a:gd name="connsiteY3" fmla="*/ 2132614 h 2132614"/>
              <a:gd name="connsiteX4" fmla="*/ 1602767 w 4970724"/>
              <a:gd name="connsiteY4" fmla="*/ 1013538 h 2132614"/>
              <a:gd name="connsiteX5" fmla="*/ 0 w 4970724"/>
              <a:gd name="connsiteY5" fmla="*/ 1013538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0" y="0"/>
                </a:moveTo>
                <a:lnTo>
                  <a:pt x="4970724" y="0"/>
                </a:lnTo>
                <a:lnTo>
                  <a:pt x="4970724" y="2132614"/>
                </a:lnTo>
                <a:lnTo>
                  <a:pt x="1602767" y="2132614"/>
                </a:lnTo>
                <a:lnTo>
                  <a:pt x="1602767" y="1013538"/>
                </a:lnTo>
                <a:lnTo>
                  <a:pt x="0" y="1013538"/>
                </a:lnTo>
                <a:close/>
              </a:path>
            </a:pathLst>
          </a:custGeom>
          <a:solidFill>
            <a:schemeClr val="bg1">
              <a:lumMod val="85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19">
            <a:extLst>
              <a:ext uri="{FF2B5EF4-FFF2-40B4-BE49-F238E27FC236}">
                <a16:creationId xmlns:a16="http://schemas.microsoft.com/office/drawing/2014/main" id="{BE0E984E-3A85-42BD-A2C6-26D3EB300D8B}"/>
              </a:ext>
            </a:extLst>
          </p:cNvPr>
          <p:cNvSpPr>
            <a:spLocks noGrp="1"/>
          </p:cNvSpPr>
          <p:nvPr>
            <p:ph type="body" sz="quarter" idx="54"/>
          </p:nvPr>
        </p:nvSpPr>
        <p:spPr>
          <a:xfrm>
            <a:off x="1003346" y="3747502"/>
            <a:ext cx="4967685" cy="2132614"/>
          </a:xfrm>
          <a:custGeom>
            <a:avLst/>
            <a:gdLst>
              <a:gd name="connsiteX0" fmla="*/ 0 w 4967685"/>
              <a:gd name="connsiteY0" fmla="*/ 0 h 2132614"/>
              <a:gd name="connsiteX1" fmla="*/ 3364916 w 4967685"/>
              <a:gd name="connsiteY1" fmla="*/ 0 h 2132614"/>
              <a:gd name="connsiteX2" fmla="*/ 3364916 w 4967685"/>
              <a:gd name="connsiteY2" fmla="*/ 1119077 h 2132614"/>
              <a:gd name="connsiteX3" fmla="*/ 4967685 w 4967685"/>
              <a:gd name="connsiteY3" fmla="*/ 1119077 h 2132614"/>
              <a:gd name="connsiteX4" fmla="*/ 4967685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3364916" y="0"/>
                </a:lnTo>
                <a:lnTo>
                  <a:pt x="3364916" y="1119077"/>
                </a:lnTo>
                <a:lnTo>
                  <a:pt x="4967685" y="1119077"/>
                </a:lnTo>
                <a:lnTo>
                  <a:pt x="4967685" y="2132614"/>
                </a:lnTo>
                <a:lnTo>
                  <a:pt x="0" y="2132614"/>
                </a:lnTo>
                <a:close/>
              </a:path>
            </a:pathLst>
          </a:custGeom>
          <a:solidFill>
            <a:schemeClr val="bg1">
              <a:lumMod val="85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8">
            <a:extLst>
              <a:ext uri="{FF2B5EF4-FFF2-40B4-BE49-F238E27FC236}">
                <a16:creationId xmlns:a16="http://schemas.microsoft.com/office/drawing/2014/main" id="{4DB6DB5B-6EBB-4E77-8ECE-2DE4424BD660}"/>
              </a:ext>
            </a:extLst>
          </p:cNvPr>
          <p:cNvSpPr>
            <a:spLocks noGrp="1"/>
          </p:cNvSpPr>
          <p:nvPr>
            <p:ph type="body" sz="quarter" idx="56"/>
          </p:nvPr>
        </p:nvSpPr>
        <p:spPr>
          <a:xfrm>
            <a:off x="6232260" y="3747502"/>
            <a:ext cx="4970724" cy="2132614"/>
          </a:xfrm>
          <a:custGeom>
            <a:avLst/>
            <a:gdLst>
              <a:gd name="connsiteX0" fmla="*/ 1602767 w 4970724"/>
              <a:gd name="connsiteY0" fmla="*/ 0 h 2132614"/>
              <a:gd name="connsiteX1" fmla="*/ 4970724 w 4970724"/>
              <a:gd name="connsiteY1" fmla="*/ 0 h 2132614"/>
              <a:gd name="connsiteX2" fmla="*/ 4970724 w 4970724"/>
              <a:gd name="connsiteY2" fmla="*/ 2132614 h 2132614"/>
              <a:gd name="connsiteX3" fmla="*/ 0 w 4970724"/>
              <a:gd name="connsiteY3" fmla="*/ 2132614 h 2132614"/>
              <a:gd name="connsiteX4" fmla="*/ 0 w 4970724"/>
              <a:gd name="connsiteY4" fmla="*/ 1119077 h 2132614"/>
              <a:gd name="connsiteX5" fmla="*/ 1602767 w 4970724"/>
              <a:gd name="connsiteY5" fmla="*/ 1119077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1602767" y="0"/>
                </a:moveTo>
                <a:lnTo>
                  <a:pt x="4970724" y="0"/>
                </a:lnTo>
                <a:lnTo>
                  <a:pt x="4970724" y="2132614"/>
                </a:lnTo>
                <a:lnTo>
                  <a:pt x="0" y="2132614"/>
                </a:lnTo>
                <a:lnTo>
                  <a:pt x="0" y="1119077"/>
                </a:lnTo>
                <a:lnTo>
                  <a:pt x="1602767" y="1119077"/>
                </a:lnTo>
                <a:close/>
              </a:path>
            </a:pathLst>
          </a:custGeom>
          <a:solidFill>
            <a:schemeClr val="bg1">
              <a:lumMod val="85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01CCA206-C726-4930-8059-66751EC1483B}"/>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GB"/>
          </a:p>
        </p:txBody>
      </p:sp>
      <p:sp>
        <p:nvSpPr>
          <p:cNvPr id="4" name="Content Placeholder 3">
            <a:extLst>
              <a:ext uri="{FF2B5EF4-FFF2-40B4-BE49-F238E27FC236}">
                <a16:creationId xmlns:a16="http://schemas.microsoft.com/office/drawing/2014/main" id="{B49FE0EB-C435-5FB3-FCE5-D3B348E2ACAE}"/>
              </a:ext>
            </a:extLst>
          </p:cNvPr>
          <p:cNvSpPr>
            <a:spLocks noGrp="1"/>
          </p:cNvSpPr>
          <p:nvPr>
            <p:ph sz="quarter" idx="57"/>
          </p:nvPr>
        </p:nvSpPr>
        <p:spPr>
          <a:xfrm>
            <a:off x="4570413" y="2546350"/>
            <a:ext cx="3049649" cy="2132013"/>
          </a:xfrm>
          <a:solidFill>
            <a:schemeClr val="accent1"/>
          </a:solidFill>
          <a:ln>
            <a:noFill/>
          </a:ln>
        </p:spPr>
        <p:txBody>
          <a:bodyPr vert="horz" lIns="108000" tIns="108000" rIns="108000" bIns="108000" rtlCol="0" anchor="ctr" anchorCtr="1">
            <a:noAutofit/>
          </a:bodyPr>
          <a:lstStyle>
            <a:lvl1pPr algn="ctr">
              <a:defRPr lang="en-US" dirty="0" smtClean="0">
                <a:solidFill>
                  <a:schemeClr val="bg1"/>
                </a:solidFill>
                <a:cs typeface="Arial" panose="020B0604020202020204" pitchFamily="34" charset="0"/>
              </a:defRPr>
            </a:lvl1pPr>
            <a:lvl2pPr algn="ctr">
              <a:defRPr lang="en-US" dirty="0" smtClean="0">
                <a:solidFill>
                  <a:schemeClr val="bg1"/>
                </a:solidFill>
              </a:defRPr>
            </a:lvl2pPr>
            <a:lvl3pPr algn="ctr">
              <a:defRPr lang="en-US" dirty="0" smtClean="0">
                <a:solidFill>
                  <a:schemeClr val="bg1"/>
                </a:solidFill>
              </a:defRPr>
            </a:lvl3pPr>
            <a:lvl4pPr algn="ctr">
              <a:defRPr lang="en-US" dirty="0" smtClean="0">
                <a:solidFill>
                  <a:schemeClr val="bg1"/>
                </a:solidFill>
              </a:defRPr>
            </a:lvl4pPr>
            <a:lvl5pPr algn="ctr">
              <a:defRPr lang="en-US" dirty="0">
                <a:solidFill>
                  <a:schemeClr val="bg1"/>
                </a:solidFill>
              </a:defRPr>
            </a:lvl5pPr>
          </a:lstStyle>
          <a:p>
            <a:pPr lvl="0" algn="ctr"/>
            <a:r>
              <a:rPr lang="en-US"/>
              <a:t>Click to edit Master text styles</a:t>
            </a:r>
          </a:p>
        </p:txBody>
      </p:sp>
    </p:spTree>
    <p:extLst>
      <p:ext uri="{BB962C8B-B14F-4D97-AF65-F5344CB8AC3E}">
        <p14:creationId xmlns:p14="http://schemas.microsoft.com/office/powerpoint/2010/main" val="331722510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 2 Column + Blue Heading">
    <p:spTree>
      <p:nvGrpSpPr>
        <p:cNvPr id="1" name=""/>
        <p:cNvGrpSpPr/>
        <p:nvPr/>
      </p:nvGrpSpPr>
      <p:grpSpPr>
        <a:xfrm>
          <a:off x="0" y="0"/>
          <a:ext cx="0" cy="0"/>
          <a:chOff x="0" y="0"/>
          <a:chExt cx="0" cy="0"/>
        </a:xfrm>
      </p:grpSpPr>
      <p:sp>
        <p:nvSpPr>
          <p:cNvPr id="20" name="Text Placeholder 8"/>
          <p:cNvSpPr>
            <a:spLocks noGrp="1"/>
          </p:cNvSpPr>
          <p:nvPr>
            <p:ph type="body" sz="quarter" idx="20"/>
          </p:nvPr>
        </p:nvSpPr>
        <p:spPr>
          <a:xfrm>
            <a:off x="1003200" y="1331913"/>
            <a:ext cx="4968000" cy="388800"/>
          </a:xfrm>
          <a:solidFill>
            <a:schemeClr val="accent2"/>
          </a:solidFill>
          <a:ln w="12700">
            <a:noFill/>
          </a:ln>
        </p:spPr>
        <p:txBody>
          <a:bodyPr lIns="108000" tIns="108000" rIns="108000" bIns="108000" anchor="ctr"/>
          <a:lstStyle>
            <a:lvl1pPr>
              <a:defRPr sz="1600" b="1">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7" name="Text Placeholder 8"/>
          <p:cNvSpPr>
            <a:spLocks noGrp="1"/>
          </p:cNvSpPr>
          <p:nvPr>
            <p:ph type="body" sz="quarter" idx="22"/>
          </p:nvPr>
        </p:nvSpPr>
        <p:spPr>
          <a:xfrm>
            <a:off x="6236040" y="1331913"/>
            <a:ext cx="4968000" cy="388800"/>
          </a:xfrm>
          <a:solidFill>
            <a:schemeClr val="accent2"/>
          </a:solidFill>
          <a:ln w="12700">
            <a:noFill/>
          </a:ln>
        </p:spPr>
        <p:txBody>
          <a:bodyPr lIns="108000" tIns="108000" rIns="108000" bIns="108000" anchor="ctr"/>
          <a:lstStyle>
            <a:lvl1pPr>
              <a:defRPr sz="1600" b="1">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C76913D-77B2-43C9-9A9E-B86D68E16B7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D2A5EBE6-C4EB-3D63-4351-4FBEA06A0BC6}"/>
              </a:ext>
            </a:extLst>
          </p:cNvPr>
          <p:cNvSpPr>
            <a:spLocks noGrp="1"/>
          </p:cNvSpPr>
          <p:nvPr>
            <p:ph sz="quarter" idx="23"/>
          </p:nvPr>
        </p:nvSpPr>
        <p:spPr>
          <a:xfrm>
            <a:off x="1002588" y="1720850"/>
            <a:ext cx="4968000" cy="4156074"/>
          </a:xfrm>
          <a:solidFill>
            <a:schemeClr val="bg1">
              <a:lumMod val="85000"/>
            </a:schemeClr>
          </a:solidFill>
          <a:ln w="12700">
            <a:noFill/>
          </a:ln>
        </p:spPr>
        <p:txBody>
          <a:bodyPr vert="horz" lIns="108000" tIns="108000" rIns="108000" bIns="108000" rtlCol="0" anchor="t" anchorCtr="0">
            <a:noAutofit/>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0E5B1772-E65F-A92F-6EE3-3FB7C60E2E13}"/>
              </a:ext>
            </a:extLst>
          </p:cNvPr>
          <p:cNvSpPr>
            <a:spLocks noGrp="1"/>
          </p:cNvSpPr>
          <p:nvPr>
            <p:ph sz="quarter" idx="24"/>
          </p:nvPr>
        </p:nvSpPr>
        <p:spPr>
          <a:xfrm>
            <a:off x="6240394" y="1720850"/>
            <a:ext cx="4968000" cy="4156074"/>
          </a:xfrm>
          <a:solidFill>
            <a:schemeClr val="bg1">
              <a:lumMod val="85000"/>
            </a:schemeClr>
          </a:solidFill>
          <a:ln w="12700">
            <a:noFill/>
          </a:ln>
        </p:spPr>
        <p:txBody>
          <a:bodyPr vert="horz" lIns="108000" tIns="108000" rIns="108000" bIns="108000" rtlCol="0" anchor="t" anchorCtr="0">
            <a:noAutofit/>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50590605"/>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 Four Boxes + headings">
    <p:spTree>
      <p:nvGrpSpPr>
        <p:cNvPr id="1" name=""/>
        <p:cNvGrpSpPr/>
        <p:nvPr/>
      </p:nvGrpSpPr>
      <p:grpSpPr>
        <a:xfrm>
          <a:off x="0" y="0"/>
          <a:ext cx="0" cy="0"/>
          <a:chOff x="0" y="0"/>
          <a:chExt cx="0" cy="0"/>
        </a:xfrm>
      </p:grpSpPr>
      <p:sp>
        <p:nvSpPr>
          <p:cNvPr id="13" name="Text Placeholder 8"/>
          <p:cNvSpPr>
            <a:spLocks noGrp="1"/>
          </p:cNvSpPr>
          <p:nvPr>
            <p:ph type="body" sz="quarter" idx="19"/>
          </p:nvPr>
        </p:nvSpPr>
        <p:spPr>
          <a:xfrm>
            <a:off x="1003200" y="1720714"/>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p:cNvSpPr>
            <a:spLocks noGrp="1"/>
          </p:cNvSpPr>
          <p:nvPr>
            <p:ph type="body" sz="quarter" idx="20"/>
          </p:nvPr>
        </p:nvSpPr>
        <p:spPr>
          <a:xfrm>
            <a:off x="1003200" y="1331913"/>
            <a:ext cx="4968000" cy="388800"/>
          </a:xfrm>
          <a:solidFill>
            <a:schemeClr val="accent2"/>
          </a:solidFill>
          <a:ln w="12700">
            <a:noFill/>
          </a:ln>
        </p:spPr>
        <p:txBody>
          <a:bodyPr lIns="108000" tIns="108000" rIns="108000" bIns="108000" anchor="ctr"/>
          <a:lstStyle>
            <a:lvl1pPr>
              <a:defRPr sz="1600" b="1">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5" name="Text Placeholder 8"/>
          <p:cNvSpPr>
            <a:spLocks noGrp="1"/>
          </p:cNvSpPr>
          <p:nvPr>
            <p:ph type="body" sz="quarter" idx="21"/>
          </p:nvPr>
        </p:nvSpPr>
        <p:spPr>
          <a:xfrm>
            <a:off x="6236040" y="1720714"/>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p:cNvSpPr>
            <a:spLocks noGrp="1"/>
          </p:cNvSpPr>
          <p:nvPr>
            <p:ph type="body" sz="quarter" idx="22"/>
          </p:nvPr>
        </p:nvSpPr>
        <p:spPr>
          <a:xfrm>
            <a:off x="6236040" y="1331913"/>
            <a:ext cx="4968000" cy="388800"/>
          </a:xfrm>
          <a:solidFill>
            <a:schemeClr val="accent2"/>
          </a:solidFill>
          <a:ln w="12700">
            <a:noFill/>
          </a:ln>
        </p:spPr>
        <p:txBody>
          <a:bodyPr lIns="108000" tIns="108000" rIns="108000" bIns="108000" anchor="ctr"/>
          <a:lstStyle>
            <a:lvl1pPr>
              <a:defRPr sz="1600" b="1">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1" name="Text Placeholder 8"/>
          <p:cNvSpPr>
            <a:spLocks noGrp="1"/>
          </p:cNvSpPr>
          <p:nvPr>
            <p:ph type="body" sz="quarter" idx="23"/>
          </p:nvPr>
        </p:nvSpPr>
        <p:spPr>
          <a:xfrm>
            <a:off x="1003200" y="4130720"/>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8"/>
          <p:cNvSpPr>
            <a:spLocks noGrp="1"/>
          </p:cNvSpPr>
          <p:nvPr>
            <p:ph type="body" sz="quarter" idx="24"/>
          </p:nvPr>
        </p:nvSpPr>
        <p:spPr>
          <a:xfrm>
            <a:off x="1003200" y="3741920"/>
            <a:ext cx="4968000" cy="388800"/>
          </a:xfrm>
          <a:solidFill>
            <a:schemeClr val="accent2"/>
          </a:solidFill>
          <a:ln w="12700">
            <a:noFill/>
          </a:ln>
        </p:spPr>
        <p:txBody>
          <a:bodyPr lIns="108000" tIns="108000" rIns="108000" bIns="108000" anchor="ctr"/>
          <a:lstStyle>
            <a:lvl1pPr>
              <a:defRPr sz="1600" b="1">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3" name="Text Placeholder 8"/>
          <p:cNvSpPr>
            <a:spLocks noGrp="1"/>
          </p:cNvSpPr>
          <p:nvPr>
            <p:ph type="body" sz="quarter" idx="25"/>
          </p:nvPr>
        </p:nvSpPr>
        <p:spPr>
          <a:xfrm>
            <a:off x="6236040" y="4130720"/>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4" name="Text Placeholder 8"/>
          <p:cNvSpPr>
            <a:spLocks noGrp="1"/>
          </p:cNvSpPr>
          <p:nvPr>
            <p:ph type="body" sz="quarter" idx="26"/>
          </p:nvPr>
        </p:nvSpPr>
        <p:spPr>
          <a:xfrm>
            <a:off x="6236040" y="3741920"/>
            <a:ext cx="4968000" cy="388800"/>
          </a:xfrm>
          <a:solidFill>
            <a:schemeClr val="accent2"/>
          </a:solidFill>
          <a:ln w="12700">
            <a:noFill/>
          </a:ln>
        </p:spPr>
        <p:txBody>
          <a:bodyPr lIns="108000" tIns="108000" rIns="108000" bIns="108000" anchor="ctr"/>
          <a:lstStyle>
            <a:lvl1pPr>
              <a:defRPr sz="1600" b="1">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EF8E881-FC4C-4F00-9389-FF3C71D7CB7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40161267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Section Break 1">
    <p:bg>
      <p:bgPr>
        <a:solidFill>
          <a:schemeClr val="accent2"/>
        </a:solidFill>
        <a:effectLst/>
      </p:bgPr>
    </p:bg>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79D65585-570B-4F7D-B4BC-0F7CFAF52BAF}"/>
              </a:ext>
            </a:extLst>
          </p:cNvPr>
          <p:cNvSpPr>
            <a:spLocks noChangeAspect="1"/>
          </p:cNvSpPr>
          <p:nvPr userDrawn="1"/>
        </p:nvSpPr>
        <p:spPr>
          <a:xfrm>
            <a:off x="998476" y="971550"/>
            <a:ext cx="7061787" cy="494325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5252400" cy="2367199"/>
          </a:xfrm>
          <a:noFill/>
        </p:spPr>
        <p:txBody>
          <a:bodyPr lIns="0" tIns="0" rIns="0" bIns="0" anchor="t" anchorCtr="0"/>
          <a:lstStyle>
            <a:lvl1pPr algn="l">
              <a:defRPr sz="8000" baseline="0">
                <a:solidFill>
                  <a:schemeClr val="bg1"/>
                </a:solidFill>
              </a:defRPr>
            </a:lvl1pPr>
          </a:lstStyle>
          <a:p>
            <a:r>
              <a:rPr lang="en-US"/>
              <a:t>Click to edit Master title style</a:t>
            </a:r>
          </a:p>
        </p:txBody>
      </p:sp>
      <p:sp>
        <p:nvSpPr>
          <p:cNvPr id="12" name="Text Placeholder 3">
            <a:extLst>
              <a:ext uri="{FF2B5EF4-FFF2-40B4-BE49-F238E27FC236}">
                <a16:creationId xmlns:a16="http://schemas.microsoft.com/office/drawing/2014/main" id="{9BE67C5C-769B-4AEA-A1B7-EFD4A3AA2397}"/>
              </a:ext>
            </a:extLst>
          </p:cNvPr>
          <p:cNvSpPr>
            <a:spLocks noGrp="1"/>
          </p:cNvSpPr>
          <p:nvPr>
            <p:ph type="body" sz="quarter" idx="11"/>
          </p:nvPr>
        </p:nvSpPr>
        <p:spPr>
          <a:xfrm>
            <a:off x="1289860" y="5308261"/>
            <a:ext cx="5252400" cy="246221"/>
          </a:xfrm>
        </p:spPr>
        <p:txBody>
          <a:bodyPr wrap="square" anchor="b">
            <a:spAutoFit/>
          </a:bodyPr>
          <a:lstStyle>
            <a:lvl1pPr>
              <a:defRPr sz="1600" b="1">
                <a:solidFill>
                  <a:schemeClr val="bg1"/>
                </a:solidFill>
              </a:defRPr>
            </a:lvl1pPr>
            <a:lvl2pPr>
              <a:defRPr sz="16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
        <p:nvSpPr>
          <p:cNvPr id="4" name="Text Placeholder 3">
            <a:extLst>
              <a:ext uri="{FF2B5EF4-FFF2-40B4-BE49-F238E27FC236}">
                <a16:creationId xmlns:a16="http://schemas.microsoft.com/office/drawing/2014/main" id="{B5E8B0BD-68A6-4AD8-A640-99B893F06320}"/>
              </a:ext>
            </a:extLst>
          </p:cNvPr>
          <p:cNvSpPr>
            <a:spLocks noGrp="1"/>
          </p:cNvSpPr>
          <p:nvPr>
            <p:ph type="body" sz="quarter" idx="12" hasCustomPrompt="1"/>
          </p:nvPr>
        </p:nvSpPr>
        <p:spPr>
          <a:xfrm>
            <a:off x="1289860" y="1140069"/>
            <a:ext cx="1082675" cy="812530"/>
          </a:xfrm>
        </p:spPr>
        <p:txBody>
          <a:bodyPr>
            <a:spAutoFit/>
          </a:bodyPr>
          <a:lstStyle>
            <a:lvl1pPr>
              <a:lnSpc>
                <a:spcPct val="80000"/>
              </a:lnSpc>
              <a:defRPr lang="en-US" sz="6600" kern="1200" baseline="0" dirty="0" smtClean="0">
                <a:solidFill>
                  <a:schemeClr val="bg1"/>
                </a:solidFill>
                <a:latin typeface="+mj-lt"/>
                <a:ea typeface="+mj-ea"/>
                <a:cs typeface="+mj-cs"/>
              </a:defRPr>
            </a:lvl1pPr>
          </a:lstStyle>
          <a:p>
            <a:pPr lvl="0"/>
            <a:r>
              <a:rPr lang="en-US"/>
              <a:t>00</a:t>
            </a:r>
          </a:p>
        </p:txBody>
      </p:sp>
    </p:spTree>
    <p:extLst>
      <p:ext uri="{BB962C8B-B14F-4D97-AF65-F5344CB8AC3E}">
        <p14:creationId xmlns:p14="http://schemas.microsoft.com/office/powerpoint/2010/main" val="238696112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Section break 2">
    <p:bg>
      <p:bgPr>
        <a:gradFill flip="none" rotWithShape="1">
          <a:gsLst>
            <a:gs pos="0">
              <a:schemeClr val="accent5"/>
            </a:gs>
            <a:gs pos="100000">
              <a:schemeClr val="accent1"/>
            </a:gs>
          </a:gsLst>
          <a:lin ang="0" scaled="0"/>
          <a:tileRect/>
        </a:gra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BAF31653-DA95-4567-9106-71E1E49BA627}"/>
              </a:ext>
            </a:extLst>
          </p:cNvPr>
          <p:cNvSpPr>
            <a:spLocks noChangeAspect="1"/>
          </p:cNvSpPr>
          <p:nvPr userDrawn="1"/>
        </p:nvSpPr>
        <p:spPr>
          <a:xfrm>
            <a:off x="998476" y="971550"/>
            <a:ext cx="7061787" cy="4943250"/>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60" name="Text Placeholder 3">
            <a:extLst>
              <a:ext uri="{FF2B5EF4-FFF2-40B4-BE49-F238E27FC236}">
                <a16:creationId xmlns:a16="http://schemas.microsoft.com/office/drawing/2014/main" id="{2925CE2F-8945-49DE-BCC2-8BCACF480E4F}"/>
              </a:ext>
            </a:extLst>
          </p:cNvPr>
          <p:cNvSpPr>
            <a:spLocks noGrp="1"/>
          </p:cNvSpPr>
          <p:nvPr>
            <p:ph type="body" sz="quarter" idx="13"/>
          </p:nvPr>
        </p:nvSpPr>
        <p:spPr>
          <a:xfrm>
            <a:off x="1289860" y="5308261"/>
            <a:ext cx="5252400" cy="246221"/>
          </a:xfrm>
        </p:spPr>
        <p:txBody>
          <a:bodyPr wrap="square" anchor="b">
            <a:spAutoFit/>
          </a:bodyPr>
          <a:lstStyle>
            <a:lvl1pPr>
              <a:defRPr sz="1600" b="1">
                <a:solidFill>
                  <a:schemeClr val="accent2"/>
                </a:solidFill>
              </a:defRPr>
            </a:lvl1pPr>
            <a:lvl2pPr>
              <a:defRPr sz="1600">
                <a:solidFill>
                  <a:schemeClr val="accent2"/>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
        <p:nvSpPr>
          <p:cNvPr id="61" name="Text Placeholder 3">
            <a:extLst>
              <a:ext uri="{FF2B5EF4-FFF2-40B4-BE49-F238E27FC236}">
                <a16:creationId xmlns:a16="http://schemas.microsoft.com/office/drawing/2014/main" id="{C346F2F1-AF73-4284-8702-745152AF5399}"/>
              </a:ext>
            </a:extLst>
          </p:cNvPr>
          <p:cNvSpPr>
            <a:spLocks noGrp="1"/>
          </p:cNvSpPr>
          <p:nvPr>
            <p:ph type="body" sz="quarter" idx="14" hasCustomPrompt="1"/>
          </p:nvPr>
        </p:nvSpPr>
        <p:spPr>
          <a:xfrm>
            <a:off x="1289860" y="1140069"/>
            <a:ext cx="1082675" cy="812530"/>
          </a:xfrm>
        </p:spPr>
        <p:txBody>
          <a:bodyPr>
            <a:spAutoFit/>
          </a:bodyPr>
          <a:lstStyle>
            <a:lvl1pPr>
              <a:lnSpc>
                <a:spcPct val="80000"/>
              </a:lnSpc>
              <a:defRPr lang="en-US" sz="6600" kern="1200" baseline="0" dirty="0" smtClean="0">
                <a:solidFill>
                  <a:schemeClr val="accent2"/>
                </a:solidFill>
                <a:latin typeface="+mj-lt"/>
                <a:ea typeface="+mj-ea"/>
                <a:cs typeface="+mj-cs"/>
              </a:defRPr>
            </a:lvl1pPr>
          </a:lstStyle>
          <a:p>
            <a:pPr lvl="0"/>
            <a:r>
              <a:rPr lang="en-US"/>
              <a:t>00</a:t>
            </a: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5252400" cy="2367199"/>
          </a:xfrm>
          <a:noFill/>
        </p:spPr>
        <p:txBody>
          <a:bodyPr lIns="0" tIns="0" rIns="0" bIns="0" anchor="t" anchorCtr="0"/>
          <a:lstStyle>
            <a:lvl1pPr algn="l">
              <a:defRPr sz="8000" baseline="0">
                <a:solidFill>
                  <a:schemeClr val="accent2"/>
                </a:solidFill>
              </a:defRPr>
            </a:lvl1pPr>
          </a:lstStyle>
          <a:p>
            <a:r>
              <a:rPr lang="en-US"/>
              <a:t>Click to edit Master title style</a:t>
            </a:r>
          </a:p>
        </p:txBody>
      </p:sp>
    </p:spTree>
    <p:extLst>
      <p:ext uri="{BB962C8B-B14F-4D97-AF65-F5344CB8AC3E}">
        <p14:creationId xmlns:p14="http://schemas.microsoft.com/office/powerpoint/2010/main" val="1425663986"/>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1_Section Break 1">
    <p:bg>
      <p:bgPr>
        <a:solidFill>
          <a:schemeClr val="accent2"/>
        </a:solidFill>
        <a:effectLst/>
      </p:bgPr>
    </p:bg>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79D65585-570B-4F7D-B4BC-0F7CFAF52BAF}"/>
              </a:ext>
            </a:extLst>
          </p:cNvPr>
          <p:cNvSpPr>
            <a:spLocks noChangeAspect="1"/>
          </p:cNvSpPr>
          <p:nvPr userDrawn="1"/>
        </p:nvSpPr>
        <p:spPr>
          <a:xfrm>
            <a:off x="998477" y="971550"/>
            <a:ext cx="3473688" cy="494325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2901140" cy="2367199"/>
          </a:xfrm>
          <a:noFill/>
        </p:spPr>
        <p:txBody>
          <a:bodyPr lIns="0" tIns="0" rIns="0" bIns="0" anchor="t" anchorCtr="0"/>
          <a:lstStyle>
            <a:lvl1pPr algn="l">
              <a:defRPr sz="5400" baseline="0">
                <a:solidFill>
                  <a:schemeClr val="bg1"/>
                </a:solidFill>
              </a:defRPr>
            </a:lvl1pPr>
          </a:lstStyle>
          <a:p>
            <a:r>
              <a:rPr lang="en-US"/>
              <a:t>Click to edit Master title style</a:t>
            </a:r>
          </a:p>
        </p:txBody>
      </p:sp>
      <p:sp>
        <p:nvSpPr>
          <p:cNvPr id="12" name="Text Placeholder 3">
            <a:extLst>
              <a:ext uri="{FF2B5EF4-FFF2-40B4-BE49-F238E27FC236}">
                <a16:creationId xmlns:a16="http://schemas.microsoft.com/office/drawing/2014/main" id="{9BE67C5C-769B-4AEA-A1B7-EFD4A3AA2397}"/>
              </a:ext>
            </a:extLst>
          </p:cNvPr>
          <p:cNvSpPr>
            <a:spLocks noGrp="1"/>
          </p:cNvSpPr>
          <p:nvPr>
            <p:ph type="body" sz="quarter" idx="11"/>
          </p:nvPr>
        </p:nvSpPr>
        <p:spPr>
          <a:xfrm>
            <a:off x="1289860" y="5062039"/>
            <a:ext cx="2901140" cy="492443"/>
          </a:xfrm>
        </p:spPr>
        <p:txBody>
          <a:bodyPr wrap="square" anchor="b">
            <a:spAutoFit/>
          </a:bodyPr>
          <a:lstStyle>
            <a:lvl1pPr>
              <a:defRPr sz="1600" b="1">
                <a:solidFill>
                  <a:schemeClr val="bg1"/>
                </a:solidFill>
              </a:defRPr>
            </a:lvl1pPr>
            <a:lvl2pPr>
              <a:defRPr sz="16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
        <p:nvSpPr>
          <p:cNvPr id="4" name="Text Placeholder 3">
            <a:extLst>
              <a:ext uri="{FF2B5EF4-FFF2-40B4-BE49-F238E27FC236}">
                <a16:creationId xmlns:a16="http://schemas.microsoft.com/office/drawing/2014/main" id="{B5E8B0BD-68A6-4AD8-A640-99B893F06320}"/>
              </a:ext>
            </a:extLst>
          </p:cNvPr>
          <p:cNvSpPr>
            <a:spLocks noGrp="1"/>
          </p:cNvSpPr>
          <p:nvPr>
            <p:ph type="body" sz="quarter" idx="12" hasCustomPrompt="1"/>
          </p:nvPr>
        </p:nvSpPr>
        <p:spPr>
          <a:xfrm>
            <a:off x="1289860" y="1140069"/>
            <a:ext cx="1082675" cy="812530"/>
          </a:xfrm>
        </p:spPr>
        <p:txBody>
          <a:bodyPr>
            <a:spAutoFit/>
          </a:bodyPr>
          <a:lstStyle>
            <a:lvl1pPr>
              <a:lnSpc>
                <a:spcPct val="80000"/>
              </a:lnSpc>
              <a:defRPr lang="en-US" sz="6600" kern="1200" baseline="0" dirty="0" smtClean="0">
                <a:solidFill>
                  <a:schemeClr val="bg1"/>
                </a:solidFill>
                <a:latin typeface="+mj-lt"/>
                <a:ea typeface="+mj-ea"/>
                <a:cs typeface="+mj-cs"/>
              </a:defRPr>
            </a:lvl1pPr>
          </a:lstStyle>
          <a:p>
            <a:pPr lvl="0"/>
            <a:r>
              <a:rPr lang="en-US"/>
              <a:t>00</a:t>
            </a:r>
          </a:p>
        </p:txBody>
      </p:sp>
    </p:spTree>
    <p:extLst>
      <p:ext uri="{BB962C8B-B14F-4D97-AF65-F5344CB8AC3E}">
        <p14:creationId xmlns:p14="http://schemas.microsoft.com/office/powerpoint/2010/main" val="324598301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1_Section break 2">
    <p:bg>
      <p:bgPr>
        <a:gradFill flip="none" rotWithShape="1">
          <a:gsLst>
            <a:gs pos="0">
              <a:schemeClr val="accent5"/>
            </a:gs>
            <a:gs pos="100000">
              <a:schemeClr val="accent1"/>
            </a:gs>
          </a:gsLst>
          <a:lin ang="0" scaled="0"/>
          <a:tileRect/>
        </a:gra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BAF31653-DA95-4567-9106-71E1E49BA627}"/>
              </a:ext>
            </a:extLst>
          </p:cNvPr>
          <p:cNvSpPr>
            <a:spLocks noChangeAspect="1"/>
          </p:cNvSpPr>
          <p:nvPr userDrawn="1"/>
        </p:nvSpPr>
        <p:spPr>
          <a:xfrm>
            <a:off x="998477" y="971550"/>
            <a:ext cx="3473688" cy="4943250"/>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60" name="Text Placeholder 3">
            <a:extLst>
              <a:ext uri="{FF2B5EF4-FFF2-40B4-BE49-F238E27FC236}">
                <a16:creationId xmlns:a16="http://schemas.microsoft.com/office/drawing/2014/main" id="{2925CE2F-8945-49DE-BCC2-8BCACF480E4F}"/>
              </a:ext>
            </a:extLst>
          </p:cNvPr>
          <p:cNvSpPr>
            <a:spLocks noGrp="1"/>
          </p:cNvSpPr>
          <p:nvPr>
            <p:ph type="body" sz="quarter" idx="13"/>
          </p:nvPr>
        </p:nvSpPr>
        <p:spPr>
          <a:xfrm>
            <a:off x="1289860" y="5062039"/>
            <a:ext cx="2914995" cy="492443"/>
          </a:xfrm>
        </p:spPr>
        <p:txBody>
          <a:bodyPr wrap="square" anchor="b">
            <a:spAutoFit/>
          </a:bodyPr>
          <a:lstStyle>
            <a:lvl1pPr>
              <a:defRPr sz="1600" b="1">
                <a:solidFill>
                  <a:schemeClr val="accent2"/>
                </a:solidFill>
              </a:defRPr>
            </a:lvl1pPr>
            <a:lvl2pPr>
              <a:defRPr sz="1600">
                <a:solidFill>
                  <a:schemeClr val="accent2"/>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
        <p:nvSpPr>
          <p:cNvPr id="61" name="Text Placeholder 3">
            <a:extLst>
              <a:ext uri="{FF2B5EF4-FFF2-40B4-BE49-F238E27FC236}">
                <a16:creationId xmlns:a16="http://schemas.microsoft.com/office/drawing/2014/main" id="{C346F2F1-AF73-4284-8702-745152AF5399}"/>
              </a:ext>
            </a:extLst>
          </p:cNvPr>
          <p:cNvSpPr>
            <a:spLocks noGrp="1"/>
          </p:cNvSpPr>
          <p:nvPr>
            <p:ph type="body" sz="quarter" idx="14" hasCustomPrompt="1"/>
          </p:nvPr>
        </p:nvSpPr>
        <p:spPr>
          <a:xfrm>
            <a:off x="1289860" y="1140069"/>
            <a:ext cx="1082675" cy="812530"/>
          </a:xfrm>
        </p:spPr>
        <p:txBody>
          <a:bodyPr>
            <a:spAutoFit/>
          </a:bodyPr>
          <a:lstStyle>
            <a:lvl1pPr>
              <a:lnSpc>
                <a:spcPct val="80000"/>
              </a:lnSpc>
              <a:defRPr lang="en-US" sz="6600" kern="1200" baseline="0" dirty="0" smtClean="0">
                <a:solidFill>
                  <a:schemeClr val="accent2"/>
                </a:solidFill>
                <a:latin typeface="+mj-lt"/>
                <a:ea typeface="+mj-ea"/>
                <a:cs typeface="+mj-cs"/>
              </a:defRPr>
            </a:lvl1pPr>
          </a:lstStyle>
          <a:p>
            <a:pPr lvl="0"/>
            <a:r>
              <a:rPr lang="en-US"/>
              <a:t>00</a:t>
            </a: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2914995" cy="2367199"/>
          </a:xfrm>
          <a:noFill/>
        </p:spPr>
        <p:txBody>
          <a:bodyPr lIns="0" tIns="0" rIns="0" bIns="0" anchor="t" anchorCtr="0"/>
          <a:lstStyle>
            <a:lvl1pPr algn="l">
              <a:defRPr sz="5400" baseline="0">
                <a:solidFill>
                  <a:schemeClr val="accent2"/>
                </a:solidFill>
              </a:defRPr>
            </a:lvl1pPr>
          </a:lstStyle>
          <a:p>
            <a:r>
              <a:rPr lang="en-US"/>
              <a:t>Click to edit Master title style</a:t>
            </a:r>
          </a:p>
        </p:txBody>
      </p:sp>
    </p:spTree>
    <p:extLst>
      <p:ext uri="{BB962C8B-B14F-4D97-AF65-F5344CB8AC3E}">
        <p14:creationId xmlns:p14="http://schemas.microsoft.com/office/powerpoint/2010/main" val="301084421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Subsection break">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0604226E-EE2B-456C-B755-B27FB56F0514}"/>
              </a:ext>
            </a:extLst>
          </p:cNvPr>
          <p:cNvSpPr>
            <a:spLocks noGrp="1"/>
          </p:cNvSpPr>
          <p:nvPr>
            <p:ph type="body" sz="quarter" idx="21" hasCustomPrompt="1"/>
          </p:nvPr>
        </p:nvSpPr>
        <p:spPr>
          <a:xfrm>
            <a:off x="5530051" y="1675973"/>
            <a:ext cx="1131897" cy="1554907"/>
          </a:xfrm>
          <a:gradFill>
            <a:gsLst>
              <a:gs pos="0">
                <a:srgbClr val="7213EA"/>
              </a:gs>
              <a:gs pos="100000">
                <a:srgbClr val="1E49E2"/>
              </a:gs>
            </a:gsLst>
            <a:lin ang="0" scaled="0"/>
          </a:gradFill>
          <a:ln w="12700" cap="flat" cmpd="sng" algn="ctr">
            <a:noFill/>
            <a:prstDash val="solid"/>
            <a:miter lim="800000"/>
          </a:ln>
          <a:effectLst/>
        </p:spPr>
        <p:txBody>
          <a:bodyPr lIns="0" tIns="0" rIns="0" bIns="0" rtlCol="0" anchor="ctr"/>
          <a:lstStyle>
            <a:lvl1pPr algn="ctr">
              <a:defRPr kumimoji="0" lang="en-US" sz="7200" b="0" i="0" u="none" strike="noStrike" kern="0" cap="none" spc="0" normalizeH="0" baseline="0" dirty="0">
                <a:ln>
                  <a:noFill/>
                </a:ln>
                <a:solidFill>
                  <a:srgbClr val="FFFFFF"/>
                </a:solidFill>
                <a:effectLst/>
                <a:uLnTx/>
                <a:uFillTx/>
                <a:latin typeface="Arial"/>
              </a:defRPr>
            </a:lvl1pPr>
          </a:lstStyle>
          <a:p>
            <a:pPr marR="0" lvl="0" fontAlgn="auto">
              <a:spcAft>
                <a:spcPts val="0"/>
              </a:spcAft>
              <a:buClrTx/>
              <a:buSzTx/>
              <a:tabLst/>
            </a:pPr>
            <a:r>
              <a:rPr lang="en-US"/>
              <a:t>#</a:t>
            </a:r>
          </a:p>
        </p:txBody>
      </p:sp>
      <p:sp>
        <p:nvSpPr>
          <p:cNvPr id="9" name="Text Placeholder 5">
            <a:extLst>
              <a:ext uri="{FF2B5EF4-FFF2-40B4-BE49-F238E27FC236}">
                <a16:creationId xmlns:a16="http://schemas.microsoft.com/office/drawing/2014/main" id="{3BAEEB15-711A-422A-8181-97EDF5829289}"/>
              </a:ext>
            </a:extLst>
          </p:cNvPr>
          <p:cNvSpPr>
            <a:spLocks noGrp="1"/>
          </p:cNvSpPr>
          <p:nvPr>
            <p:ph type="body" sz="quarter" idx="17" hasCustomPrompt="1"/>
          </p:nvPr>
        </p:nvSpPr>
        <p:spPr>
          <a:xfrm>
            <a:off x="5530051" y="5356619"/>
            <a:ext cx="5092699" cy="520305"/>
          </a:xfrm>
        </p:spPr>
        <p:txBody>
          <a:bodyPr anchor="b"/>
          <a:lstStyle>
            <a:lvl1pPr>
              <a:defRPr kern="0" spc="0" baseline="0"/>
            </a:lvl1pPr>
          </a:lstStyle>
          <a:p>
            <a:pPr lvl="0"/>
            <a:r>
              <a:rPr lang="en-US"/>
              <a:t>Subtitle</a:t>
            </a:r>
          </a:p>
        </p:txBody>
      </p:sp>
      <p:sp>
        <p:nvSpPr>
          <p:cNvPr id="8" name="Picture Placeholder 7">
            <a:extLst>
              <a:ext uri="{FF2B5EF4-FFF2-40B4-BE49-F238E27FC236}">
                <a16:creationId xmlns:a16="http://schemas.microsoft.com/office/drawing/2014/main" id="{8685A893-E2C2-4E62-A1DE-835DB19E8238}"/>
              </a:ext>
            </a:extLst>
          </p:cNvPr>
          <p:cNvSpPr>
            <a:spLocks noGrp="1"/>
          </p:cNvSpPr>
          <p:nvPr>
            <p:ph type="pic" sz="quarter" idx="20"/>
          </p:nvPr>
        </p:nvSpPr>
        <p:spPr>
          <a:xfrm>
            <a:off x="995363" y="655320"/>
            <a:ext cx="3799745" cy="5221605"/>
          </a:xfrm>
          <a:solidFill>
            <a:schemeClr val="bg1">
              <a:lumMod val="85000"/>
            </a:schemeClr>
          </a:solidFill>
        </p:spPr>
        <p:txBody>
          <a:bodyPr/>
          <a:lstStyle>
            <a:lvl1pPr>
              <a:defRPr kern="0" spc="0" baseline="0"/>
            </a:lvl1pPr>
          </a:lstStyle>
          <a:p>
            <a:r>
              <a:rPr lang="en-US"/>
              <a:t>Click icon to add picture</a:t>
            </a:r>
          </a:p>
        </p:txBody>
      </p:sp>
      <p:sp>
        <p:nvSpPr>
          <p:cNvPr id="2" name="Title 1"/>
          <p:cNvSpPr>
            <a:spLocks noGrp="1"/>
          </p:cNvSpPr>
          <p:nvPr>
            <p:ph type="title" hasCustomPrompt="1"/>
          </p:nvPr>
        </p:nvSpPr>
        <p:spPr>
          <a:xfrm>
            <a:off x="5530051" y="3429000"/>
            <a:ext cx="5092800" cy="1554920"/>
          </a:xfrm>
        </p:spPr>
        <p:txBody>
          <a:bodyPr/>
          <a:lstStyle>
            <a:lvl1pPr>
              <a:lnSpc>
                <a:spcPct val="80000"/>
              </a:lnSpc>
              <a:defRPr sz="6000" kern="0" spc="0" baseline="0"/>
            </a:lvl1pPr>
          </a:lstStyle>
          <a:p>
            <a:r>
              <a:rPr lang="en-US"/>
              <a:t>Divider copy goes here</a:t>
            </a:r>
          </a:p>
        </p:txBody>
      </p:sp>
    </p:spTree>
    <p:extLst>
      <p:ext uri="{BB962C8B-B14F-4D97-AF65-F5344CB8AC3E}">
        <p14:creationId xmlns:p14="http://schemas.microsoft.com/office/powerpoint/2010/main" val="725209049"/>
      </p:ext>
    </p:extLst>
  </p:cSld>
  <p:clrMapOvr>
    <a:masterClrMapping/>
  </p:clrMapOvr>
  <p:extLst>
    <p:ext uri="{DCECCB84-F9BA-43D5-87BE-67443E8EF086}">
      <p15:sldGuideLst xmlns:p15="http://schemas.microsoft.com/office/powerpoint/2012/main">
        <p15:guide id="1" orient="horz" pos="1296">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SP TOC">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478BF9E-949B-9E06-0D4B-B2F767156065}"/>
              </a:ext>
            </a:extLst>
          </p:cNvPr>
          <p:cNvSpPr>
            <a:spLocks noChangeAspect="1"/>
          </p:cNvSpPr>
          <p:nvPr userDrawn="1"/>
        </p:nvSpPr>
        <p:spPr>
          <a:xfrm>
            <a:off x="0" y="-7910"/>
            <a:ext cx="4013200" cy="5711006"/>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grpSp>
        <p:nvGrpSpPr>
          <p:cNvPr id="15" name="SP Agenda Section" hidden="1">
            <a:extLst>
              <a:ext uri="{FF2B5EF4-FFF2-40B4-BE49-F238E27FC236}">
                <a16:creationId xmlns:a16="http://schemas.microsoft.com/office/drawing/2014/main" id="{6161EBE1-E6F9-590D-61AF-A119821E1E50}"/>
              </a:ext>
            </a:extLst>
          </p:cNvPr>
          <p:cNvGrpSpPr/>
          <p:nvPr userDrawn="1"/>
        </p:nvGrpSpPr>
        <p:grpSpPr>
          <a:xfrm>
            <a:off x="4285397" y="1389663"/>
            <a:ext cx="7133452" cy="445341"/>
            <a:chOff x="4285397" y="1389663"/>
            <a:chExt cx="7133452" cy="445341"/>
          </a:xfrm>
        </p:grpSpPr>
        <p:cxnSp>
          <p:nvCxnSpPr>
            <p:cNvPr id="7" name="Straight Connector 6" hidden="1">
              <a:extLst>
                <a:ext uri="{FF2B5EF4-FFF2-40B4-BE49-F238E27FC236}">
                  <a16:creationId xmlns:a16="http://schemas.microsoft.com/office/drawing/2014/main" id="{20036002-C015-D885-C9B0-5901D920854E}"/>
                </a:ext>
              </a:extLst>
            </p:cNvPr>
            <p:cNvCxnSpPr>
              <a:cxnSpLocks/>
            </p:cNvCxnSpPr>
            <p:nvPr userDrawn="1"/>
          </p:nvCxnSpPr>
          <p:spPr>
            <a:xfrm>
              <a:off x="4285397" y="1389663"/>
              <a:ext cx="7133452" cy="0"/>
            </a:xfrm>
            <a:prstGeom prst="line">
              <a:avLst/>
            </a:prstGeom>
            <a:ln w="9525">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0" name="Section Title" hidden="1"/>
            <p:cNvSpPr txBox="1">
              <a:spLocks/>
            </p:cNvSpPr>
            <p:nvPr userDrawn="1"/>
          </p:nvSpPr>
          <p:spPr>
            <a:xfrm>
              <a:off x="4766277" y="1465672"/>
              <a:ext cx="4869041" cy="369332"/>
            </a:xfrm>
            <a:prstGeom prst="rect">
              <a:avLst/>
            </a:prstGeom>
            <a:noFill/>
            <a:ln>
              <a:noFill/>
            </a:ln>
          </p:spPr>
          <p:txBody>
            <a:bodyPr wrap="square" lIns="0" tIns="0" rIns="0" bIns="0" rtlCol="0" anchor="ctr">
              <a:normAutofit/>
            </a:bodyPr>
            <a:lstStyle/>
            <a:p>
              <a:pPr defTabSz="9334267">
                <a:tabLst>
                  <a:tab pos="9512062" algn="l"/>
                </a:tabLst>
              </a:pPr>
              <a:r>
                <a:rPr lang="en-US" sz="1500"/>
                <a:t>&lt;TEXT&gt;</a:t>
              </a:r>
            </a:p>
          </p:txBody>
        </p:sp>
        <p:sp>
          <p:nvSpPr>
            <p:cNvPr id="21" name="Section Number" hidden="1"/>
            <p:cNvSpPr txBox="1">
              <a:spLocks/>
            </p:cNvSpPr>
            <p:nvPr userDrawn="1"/>
          </p:nvSpPr>
          <p:spPr>
            <a:xfrm>
              <a:off x="4291441" y="1465672"/>
              <a:ext cx="379556" cy="369332"/>
            </a:xfrm>
            <a:prstGeom prst="rect">
              <a:avLst/>
            </a:prstGeom>
            <a:noFill/>
            <a:ln w="19050">
              <a:noFill/>
            </a:ln>
          </p:spPr>
          <p:txBody>
            <a:bodyPr wrap="none" lIns="0" tIns="0" rIns="0" bIns="0" rtlCol="0" anchor="ctr">
              <a:noAutofit/>
            </a:bodyPr>
            <a:lstStyle/>
            <a:p>
              <a:pPr algn="ctr">
                <a:lnSpc>
                  <a:spcPct val="80000"/>
                </a:lnSpc>
              </a:pPr>
              <a:r>
                <a:rPr lang="en-US" sz="2400">
                  <a:solidFill>
                    <a:schemeClr val="accent1"/>
                  </a:solidFill>
                  <a:latin typeface="+mj-lt"/>
                </a:rPr>
                <a:t>&lt;N&gt;</a:t>
              </a:r>
            </a:p>
          </p:txBody>
        </p:sp>
        <p:sp>
          <p:nvSpPr>
            <p:cNvPr id="22" name="Slide Number" hidden="1"/>
            <p:cNvSpPr txBox="1">
              <a:spLocks/>
            </p:cNvSpPr>
            <p:nvPr userDrawn="1"/>
          </p:nvSpPr>
          <p:spPr>
            <a:xfrm>
              <a:off x="10929257" y="1465672"/>
              <a:ext cx="425568" cy="369332"/>
            </a:xfrm>
            <a:prstGeom prst="rect">
              <a:avLst/>
            </a:prstGeom>
            <a:noFill/>
            <a:ln>
              <a:noFill/>
            </a:ln>
          </p:spPr>
          <p:txBody>
            <a:bodyPr wrap="none" lIns="0" tIns="0" rIns="0" bIns="0" rtlCol="0" anchor="ctr">
              <a:noAutofit/>
            </a:bodyPr>
            <a:lstStyle/>
            <a:p>
              <a:pPr algn="r"/>
              <a:r>
                <a:rPr lang="en-US" sz="1500"/>
                <a:t>&lt;P&gt;</a:t>
              </a:r>
            </a:p>
          </p:txBody>
        </p:sp>
      </p:grpSp>
      <p:grpSp>
        <p:nvGrpSpPr>
          <p:cNvPr id="16" name="SP Agenda Section Highlight" hidden="1">
            <a:extLst>
              <a:ext uri="{FF2B5EF4-FFF2-40B4-BE49-F238E27FC236}">
                <a16:creationId xmlns:a16="http://schemas.microsoft.com/office/drawing/2014/main" id="{273EA3FA-5C58-AD21-E2EE-ACE30695F333}"/>
              </a:ext>
            </a:extLst>
          </p:cNvPr>
          <p:cNvGrpSpPr/>
          <p:nvPr userDrawn="1"/>
        </p:nvGrpSpPr>
        <p:grpSpPr>
          <a:xfrm>
            <a:off x="4291441" y="1925443"/>
            <a:ext cx="7127408" cy="440893"/>
            <a:chOff x="4291441" y="1925443"/>
            <a:chExt cx="7127408" cy="440893"/>
          </a:xfrm>
        </p:grpSpPr>
        <p:cxnSp>
          <p:nvCxnSpPr>
            <p:cNvPr id="10" name="Straight Connector 9" hidden="1">
              <a:extLst>
                <a:ext uri="{FF2B5EF4-FFF2-40B4-BE49-F238E27FC236}">
                  <a16:creationId xmlns:a16="http://schemas.microsoft.com/office/drawing/2014/main" id="{2F57DF42-C5A7-8AAE-1FDD-E9BC3C5DD59F}"/>
                </a:ext>
              </a:extLst>
            </p:cNvPr>
            <p:cNvCxnSpPr>
              <a:cxnSpLocks/>
            </p:cNvCxnSpPr>
            <p:nvPr userDrawn="1"/>
          </p:nvCxnSpPr>
          <p:spPr>
            <a:xfrm>
              <a:off x="4292221" y="1925443"/>
              <a:ext cx="7126628" cy="0"/>
            </a:xfrm>
            <a:prstGeom prst="line">
              <a:avLst/>
            </a:prstGeom>
            <a:ln w="9525">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32" name="Section Title" hidden="1"/>
            <p:cNvSpPr txBox="1">
              <a:spLocks/>
            </p:cNvSpPr>
            <p:nvPr userDrawn="1"/>
          </p:nvSpPr>
          <p:spPr>
            <a:xfrm>
              <a:off x="4766278" y="1997004"/>
              <a:ext cx="4873022" cy="369332"/>
            </a:xfrm>
            <a:prstGeom prst="rect">
              <a:avLst/>
            </a:prstGeom>
            <a:noFill/>
            <a:ln>
              <a:noFill/>
            </a:ln>
          </p:spPr>
          <p:txBody>
            <a:bodyPr wrap="square" lIns="0" tIns="0" rIns="0" bIns="0" rtlCol="0" anchor="ctr">
              <a:normAutofit/>
            </a:bodyPr>
            <a:lstStyle/>
            <a:p>
              <a:pPr defTabSz="9334267">
                <a:tabLst>
                  <a:tab pos="9512062" algn="l"/>
                </a:tabLst>
              </a:pPr>
              <a:r>
                <a:rPr lang="en-US" sz="1500" b="1"/>
                <a:t>&lt;TEXT&gt;</a:t>
              </a:r>
            </a:p>
          </p:txBody>
        </p:sp>
        <p:sp>
          <p:nvSpPr>
            <p:cNvPr id="33" name="Section Number" hidden="1"/>
            <p:cNvSpPr txBox="1">
              <a:spLocks/>
            </p:cNvSpPr>
            <p:nvPr userDrawn="1"/>
          </p:nvSpPr>
          <p:spPr>
            <a:xfrm>
              <a:off x="4291441" y="1997004"/>
              <a:ext cx="379556" cy="369332"/>
            </a:xfrm>
            <a:prstGeom prst="rect">
              <a:avLst/>
            </a:prstGeom>
            <a:noFill/>
            <a:ln w="19050">
              <a:noFill/>
            </a:ln>
          </p:spPr>
          <p:txBody>
            <a:bodyPr wrap="none" lIns="0" tIns="0" rIns="0" bIns="0" rtlCol="0" anchor="ctr">
              <a:noAutofit/>
            </a:bodyPr>
            <a:lstStyle/>
            <a:p>
              <a:pPr algn="ctr">
                <a:lnSpc>
                  <a:spcPct val="80000"/>
                </a:lnSpc>
              </a:pPr>
              <a:r>
                <a:rPr lang="en-US" sz="2400" kern="1200">
                  <a:solidFill>
                    <a:schemeClr val="accent1"/>
                  </a:solidFill>
                  <a:latin typeface="+mj-lt"/>
                  <a:ea typeface="+mn-ea"/>
                  <a:cs typeface="+mn-cs"/>
                </a:rPr>
                <a:t>&lt;N&gt;</a:t>
              </a:r>
            </a:p>
          </p:txBody>
        </p:sp>
        <p:sp>
          <p:nvSpPr>
            <p:cNvPr id="34" name="Slide Number" hidden="1"/>
            <p:cNvSpPr txBox="1">
              <a:spLocks/>
            </p:cNvSpPr>
            <p:nvPr userDrawn="1"/>
          </p:nvSpPr>
          <p:spPr>
            <a:xfrm>
              <a:off x="10929256" y="1997004"/>
              <a:ext cx="425568" cy="369332"/>
            </a:xfrm>
            <a:prstGeom prst="rect">
              <a:avLst/>
            </a:prstGeom>
            <a:noFill/>
            <a:ln>
              <a:noFill/>
            </a:ln>
          </p:spPr>
          <p:txBody>
            <a:bodyPr wrap="none" lIns="0" tIns="0" rIns="0" bIns="0" rtlCol="0" anchor="ctr">
              <a:noAutofit/>
            </a:bodyPr>
            <a:lstStyle/>
            <a:p>
              <a:pPr algn="r"/>
              <a:r>
                <a:rPr lang="en-US" sz="1500" b="1"/>
                <a:t>&lt;P&gt;</a:t>
              </a:r>
            </a:p>
          </p:txBody>
        </p:sp>
      </p:grpSp>
      <p:grpSp>
        <p:nvGrpSpPr>
          <p:cNvPr id="17" name="SP Agenda Subsection" hidden="1">
            <a:extLst>
              <a:ext uri="{FF2B5EF4-FFF2-40B4-BE49-F238E27FC236}">
                <a16:creationId xmlns:a16="http://schemas.microsoft.com/office/drawing/2014/main" id="{4BC105F5-E197-91C8-4CD8-81CCFB6CA127}"/>
              </a:ext>
            </a:extLst>
          </p:cNvPr>
          <p:cNvGrpSpPr/>
          <p:nvPr userDrawn="1"/>
        </p:nvGrpSpPr>
        <p:grpSpPr>
          <a:xfrm>
            <a:off x="4429125" y="2532662"/>
            <a:ext cx="6989724" cy="399126"/>
            <a:chOff x="4429125" y="2532662"/>
            <a:chExt cx="6989724" cy="399126"/>
          </a:xfrm>
        </p:grpSpPr>
        <p:cxnSp>
          <p:nvCxnSpPr>
            <p:cNvPr id="11" name="Straight Connector 10" hidden="1">
              <a:extLst>
                <a:ext uri="{FF2B5EF4-FFF2-40B4-BE49-F238E27FC236}">
                  <a16:creationId xmlns:a16="http://schemas.microsoft.com/office/drawing/2014/main" id="{BFF89EBF-5C09-C7BF-2EE0-C166F76400CD}"/>
                </a:ext>
              </a:extLst>
            </p:cNvPr>
            <p:cNvCxnSpPr>
              <a:cxnSpLocks/>
            </p:cNvCxnSpPr>
            <p:nvPr userDrawn="1"/>
          </p:nvCxnSpPr>
          <p:spPr>
            <a:xfrm>
              <a:off x="4429125" y="2532662"/>
              <a:ext cx="6989724" cy="0"/>
            </a:xfrm>
            <a:prstGeom prst="line">
              <a:avLst/>
            </a:prstGeom>
            <a:ln w="12700" cap="rnd">
              <a:solidFill>
                <a:srgbClr val="B2B2B2"/>
              </a:solidFill>
              <a:prstDash val="sysDot"/>
            </a:ln>
          </p:spPr>
          <p:style>
            <a:lnRef idx="1">
              <a:schemeClr val="accent1"/>
            </a:lnRef>
            <a:fillRef idx="0">
              <a:schemeClr val="accent1"/>
            </a:fillRef>
            <a:effectRef idx="0">
              <a:schemeClr val="accent1"/>
            </a:effectRef>
            <a:fontRef idx="minor">
              <a:schemeClr val="tx1"/>
            </a:fontRef>
          </p:style>
        </p:cxnSp>
        <p:sp>
          <p:nvSpPr>
            <p:cNvPr id="39" name="Section Title" hidden="1"/>
            <p:cNvSpPr txBox="1">
              <a:spLocks/>
            </p:cNvSpPr>
            <p:nvPr userDrawn="1"/>
          </p:nvSpPr>
          <p:spPr>
            <a:xfrm>
              <a:off x="5243691" y="2562456"/>
              <a:ext cx="4391628" cy="369332"/>
            </a:xfrm>
            <a:prstGeom prst="rect">
              <a:avLst/>
            </a:prstGeom>
            <a:noFill/>
            <a:ln>
              <a:noFill/>
            </a:ln>
          </p:spPr>
          <p:txBody>
            <a:bodyPr wrap="square" lIns="0" tIns="0" rIns="0" bIns="0" rtlCol="0" anchor="ctr">
              <a:normAutofit/>
            </a:bodyPr>
            <a:lstStyle/>
            <a:p>
              <a:pPr defTabSz="9334267">
                <a:tabLst>
                  <a:tab pos="9512062" algn="l"/>
                </a:tabLst>
              </a:pPr>
              <a:r>
                <a:rPr lang="en-US" sz="1400"/>
                <a:t>&lt;TEXT&gt;</a:t>
              </a:r>
            </a:p>
          </p:txBody>
        </p:sp>
        <p:sp>
          <p:nvSpPr>
            <p:cNvPr id="40" name="Section Number" hidden="1"/>
            <p:cNvSpPr txBox="1">
              <a:spLocks/>
            </p:cNvSpPr>
            <p:nvPr userDrawn="1"/>
          </p:nvSpPr>
          <p:spPr>
            <a:xfrm>
              <a:off x="4766278" y="2562456"/>
              <a:ext cx="379556" cy="369332"/>
            </a:xfrm>
            <a:prstGeom prst="rect">
              <a:avLst/>
            </a:prstGeom>
            <a:noFill/>
            <a:ln>
              <a:noFill/>
            </a:ln>
          </p:spPr>
          <p:txBody>
            <a:bodyPr wrap="none" lIns="0" tIns="0" rIns="0" bIns="0" rtlCol="0" anchor="ctr">
              <a:noAutofit/>
            </a:bodyPr>
            <a:lstStyle/>
            <a:p>
              <a:pPr algn="ctr"/>
              <a:r>
                <a:rPr lang="en-US" sz="1400"/>
                <a:t>&lt;N&gt;</a:t>
              </a:r>
            </a:p>
          </p:txBody>
        </p:sp>
        <p:sp>
          <p:nvSpPr>
            <p:cNvPr id="41" name="Slide Number" hidden="1"/>
            <p:cNvSpPr txBox="1">
              <a:spLocks/>
            </p:cNvSpPr>
            <p:nvPr userDrawn="1"/>
          </p:nvSpPr>
          <p:spPr>
            <a:xfrm>
              <a:off x="10929256" y="2562456"/>
              <a:ext cx="425570" cy="369332"/>
            </a:xfrm>
            <a:prstGeom prst="rect">
              <a:avLst/>
            </a:prstGeom>
            <a:noFill/>
            <a:ln>
              <a:noFill/>
            </a:ln>
          </p:spPr>
          <p:txBody>
            <a:bodyPr wrap="none" lIns="0" tIns="0" rIns="0" bIns="0" rtlCol="0" anchor="ctr">
              <a:noAutofit/>
            </a:bodyPr>
            <a:lstStyle/>
            <a:p>
              <a:pPr algn="r"/>
              <a:r>
                <a:rPr lang="en-US" sz="1400"/>
                <a:t>&lt;P&gt;</a:t>
              </a:r>
            </a:p>
          </p:txBody>
        </p:sp>
      </p:grpSp>
      <p:grpSp>
        <p:nvGrpSpPr>
          <p:cNvPr id="18" name="SP Agenda Subsection Highlight" hidden="1">
            <a:extLst>
              <a:ext uri="{FF2B5EF4-FFF2-40B4-BE49-F238E27FC236}">
                <a16:creationId xmlns:a16="http://schemas.microsoft.com/office/drawing/2014/main" id="{7FB3B1DB-22EE-4813-C7A7-DE6311910911}"/>
              </a:ext>
            </a:extLst>
          </p:cNvPr>
          <p:cNvGrpSpPr/>
          <p:nvPr userDrawn="1"/>
        </p:nvGrpSpPr>
        <p:grpSpPr>
          <a:xfrm>
            <a:off x="4429125" y="3047012"/>
            <a:ext cx="6989724" cy="416108"/>
            <a:chOff x="4429125" y="3047012"/>
            <a:chExt cx="6989724" cy="416108"/>
          </a:xfrm>
        </p:grpSpPr>
        <p:cxnSp>
          <p:nvCxnSpPr>
            <p:cNvPr id="13" name="Straight Connector 12" hidden="1">
              <a:extLst>
                <a:ext uri="{FF2B5EF4-FFF2-40B4-BE49-F238E27FC236}">
                  <a16:creationId xmlns:a16="http://schemas.microsoft.com/office/drawing/2014/main" id="{B43DAC26-9FA4-19EB-BBC2-8AE86ACB752A}"/>
                </a:ext>
              </a:extLst>
            </p:cNvPr>
            <p:cNvCxnSpPr>
              <a:cxnSpLocks/>
            </p:cNvCxnSpPr>
            <p:nvPr userDrawn="1"/>
          </p:nvCxnSpPr>
          <p:spPr>
            <a:xfrm>
              <a:off x="4429125" y="3047012"/>
              <a:ext cx="6989724" cy="0"/>
            </a:xfrm>
            <a:prstGeom prst="line">
              <a:avLst/>
            </a:prstGeom>
            <a:ln w="12700" cap="rnd">
              <a:solidFill>
                <a:srgbClr val="B2B2B2"/>
              </a:solidFill>
              <a:prstDash val="sysDot"/>
            </a:ln>
          </p:spPr>
          <p:style>
            <a:lnRef idx="1">
              <a:schemeClr val="accent1"/>
            </a:lnRef>
            <a:fillRef idx="0">
              <a:schemeClr val="accent1"/>
            </a:fillRef>
            <a:effectRef idx="0">
              <a:schemeClr val="accent1"/>
            </a:effectRef>
            <a:fontRef idx="minor">
              <a:schemeClr val="tx1"/>
            </a:fontRef>
          </p:style>
        </p:cxnSp>
        <p:sp>
          <p:nvSpPr>
            <p:cNvPr id="46" name="Section Title" hidden="1"/>
            <p:cNvSpPr txBox="1">
              <a:spLocks/>
            </p:cNvSpPr>
            <p:nvPr userDrawn="1"/>
          </p:nvSpPr>
          <p:spPr>
            <a:xfrm>
              <a:off x="5243689" y="3093788"/>
              <a:ext cx="4391630" cy="369332"/>
            </a:xfrm>
            <a:prstGeom prst="rect">
              <a:avLst/>
            </a:prstGeom>
            <a:noFill/>
            <a:ln>
              <a:noFill/>
            </a:ln>
          </p:spPr>
          <p:txBody>
            <a:bodyPr wrap="square" lIns="0" tIns="0" rIns="0" bIns="0" rtlCol="0" anchor="ctr">
              <a:normAutofit/>
            </a:bodyPr>
            <a:lstStyle/>
            <a:p>
              <a:pPr defTabSz="9334267">
                <a:tabLst>
                  <a:tab pos="9512062" algn="l"/>
                </a:tabLst>
              </a:pPr>
              <a:r>
                <a:rPr lang="en-US" sz="1400" b="1"/>
                <a:t>&lt;TEXT&gt;</a:t>
              </a:r>
            </a:p>
          </p:txBody>
        </p:sp>
        <p:sp>
          <p:nvSpPr>
            <p:cNvPr id="47" name="Section Number" hidden="1"/>
            <p:cNvSpPr txBox="1">
              <a:spLocks/>
            </p:cNvSpPr>
            <p:nvPr userDrawn="1"/>
          </p:nvSpPr>
          <p:spPr>
            <a:xfrm>
              <a:off x="4766277" y="3093788"/>
              <a:ext cx="379556" cy="369332"/>
            </a:xfrm>
            <a:prstGeom prst="rect">
              <a:avLst/>
            </a:prstGeom>
            <a:noFill/>
            <a:ln>
              <a:noFill/>
            </a:ln>
          </p:spPr>
          <p:txBody>
            <a:bodyPr wrap="none" lIns="0" tIns="0" rIns="0" bIns="0" rtlCol="0" anchor="ctr">
              <a:noAutofit/>
            </a:bodyPr>
            <a:lstStyle/>
            <a:p>
              <a:pPr algn="ctr"/>
              <a:r>
                <a:rPr lang="en-US" sz="1400" b="1"/>
                <a:t>&lt;N&gt;</a:t>
              </a:r>
            </a:p>
          </p:txBody>
        </p:sp>
        <p:sp>
          <p:nvSpPr>
            <p:cNvPr id="48" name="Slide Number" hidden="1"/>
            <p:cNvSpPr txBox="1">
              <a:spLocks/>
            </p:cNvSpPr>
            <p:nvPr userDrawn="1"/>
          </p:nvSpPr>
          <p:spPr>
            <a:xfrm>
              <a:off x="10929254" y="3093788"/>
              <a:ext cx="425570" cy="369332"/>
            </a:xfrm>
            <a:prstGeom prst="rect">
              <a:avLst/>
            </a:prstGeom>
            <a:noFill/>
            <a:ln>
              <a:noFill/>
            </a:ln>
          </p:spPr>
          <p:txBody>
            <a:bodyPr wrap="none" lIns="0" tIns="0" rIns="0" bIns="0" rtlCol="0" anchor="ctr">
              <a:noAutofit/>
            </a:bodyPr>
            <a:lstStyle/>
            <a:p>
              <a:pPr algn="r"/>
              <a:r>
                <a:rPr lang="en-US" sz="1400" b="1"/>
                <a:t>&lt;P&gt;</a:t>
              </a:r>
            </a:p>
          </p:txBody>
        </p:sp>
      </p:grpSp>
      <p:sp>
        <p:nvSpPr>
          <p:cNvPr id="2" name="Title 1">
            <a:extLst>
              <a:ext uri="{FF2B5EF4-FFF2-40B4-BE49-F238E27FC236}">
                <a16:creationId xmlns:a16="http://schemas.microsoft.com/office/drawing/2014/main" id="{7734ADF3-74BC-2C80-EA74-2401D86D2CC9}"/>
              </a:ext>
            </a:extLst>
          </p:cNvPr>
          <p:cNvSpPr>
            <a:spLocks noGrp="1"/>
          </p:cNvSpPr>
          <p:nvPr userDrawn="1">
            <p:ph type="title" idx="10" hasCustomPrompt="1"/>
          </p:nvPr>
        </p:nvSpPr>
        <p:spPr>
          <a:xfrm>
            <a:off x="992187" y="770093"/>
            <a:ext cx="2549300" cy="533400"/>
          </a:xfrm>
        </p:spPr>
        <p:txBody>
          <a:bodyPr/>
          <a:lstStyle>
            <a:lvl1pPr>
              <a:defRPr sz="6000">
                <a:solidFill>
                  <a:schemeClr val="bg1"/>
                </a:solidFill>
              </a:defRPr>
            </a:lvl1pPr>
          </a:lstStyle>
          <a:p>
            <a:r>
              <a:rPr lang="en-US"/>
              <a:t>Agenda</a:t>
            </a:r>
          </a:p>
        </p:txBody>
      </p:sp>
    </p:spTree>
    <p:extLst>
      <p:ext uri="{BB962C8B-B14F-4D97-AF65-F5344CB8AC3E}">
        <p14:creationId xmlns:p14="http://schemas.microsoft.com/office/powerpoint/2010/main" val="2414709462"/>
      </p:ext>
    </p:extLst>
  </p:cSld>
  <p:clrMapOvr>
    <a:masterClrMapping/>
  </p:clrMapOvr>
  <p:extLst>
    <p:ext uri="{DCECCB84-F9BA-43D5-87BE-67443E8EF086}">
      <p15:sldGuideLst xmlns:p15="http://schemas.microsoft.com/office/powerpoint/2012/main">
        <p15:guide id="1" orient="horz" pos="2160">
          <p15:clr>
            <a:srgbClr val="FBAE40"/>
          </p15:clr>
        </p15:guide>
        <p15:guide id="2" pos="2699">
          <p15:clr>
            <a:srgbClr val="FBAE40"/>
          </p15:clr>
        </p15:guide>
        <p15:guide id="3" pos="3000">
          <p15:clr>
            <a:srgbClr val="FBAE40"/>
          </p15:clr>
        </p15:guide>
        <p15:guide id="4" pos="6072">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SP Divider 1">
    <p:bg>
      <p:bgPr>
        <a:solidFill>
          <a:schemeClr val="tx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0D990D8-965B-4CA5-B96B-5582752C1959}"/>
              </a:ext>
              <a:ext uri="{C183D7F6-B498-43B3-948B-1728B52AA6E4}">
                <adec:decorative xmlns:adec="http://schemas.microsoft.com/office/drawing/2017/decorative" val="1"/>
              </a:ext>
            </a:extLst>
          </p:cNvPr>
          <p:cNvSpPr/>
          <p:nvPr userDrawn="1"/>
        </p:nvSpPr>
        <p:spPr>
          <a:xfrm>
            <a:off x="990600" y="971550"/>
            <a:ext cx="7061786" cy="4943250"/>
          </a:xfrm>
          <a:prstGeom prst="rect">
            <a:avLst/>
          </a:prstGeom>
          <a:gradFill>
            <a:gsLst>
              <a:gs pos="0">
                <a:schemeClr val="accent5"/>
              </a:gs>
              <a:gs pos="100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endParaRPr lang="en-US" sz="1500" err="1">
              <a:solidFill>
                <a:schemeClr val="bg1"/>
              </a:solidFill>
            </a:endParaRPr>
          </a:p>
        </p:txBody>
      </p:sp>
      <p:grpSp>
        <p:nvGrpSpPr>
          <p:cNvPr id="71" name="SP Agenda Section" hidden="1">
            <a:extLst>
              <a:ext uri="{FF2B5EF4-FFF2-40B4-BE49-F238E27FC236}">
                <a16:creationId xmlns:a16="http://schemas.microsoft.com/office/drawing/2014/main" id="{91D61CFA-1A29-4B89-8F49-1E216E25DD2B}"/>
              </a:ext>
            </a:extLst>
          </p:cNvPr>
          <p:cNvGrpSpPr>
            <a:grpSpLocks/>
          </p:cNvGrpSpPr>
          <p:nvPr userDrawn="1"/>
        </p:nvGrpSpPr>
        <p:grpSpPr>
          <a:xfrm>
            <a:off x="1311956" y="1140068"/>
            <a:ext cx="5252402" cy="4996827"/>
            <a:chOff x="1800669" y="-870392"/>
            <a:chExt cx="3095554" cy="4990616"/>
          </a:xfrm>
        </p:grpSpPr>
        <p:sp>
          <p:nvSpPr>
            <p:cNvPr id="72" name="Section Title" hidden="1">
              <a:extLst>
                <a:ext uri="{FF2B5EF4-FFF2-40B4-BE49-F238E27FC236}">
                  <a16:creationId xmlns:a16="http://schemas.microsoft.com/office/drawing/2014/main" id="{8BF45C0E-D24F-4800-98B2-20E0A3AC8C3F}"/>
                </a:ext>
              </a:extLst>
            </p:cNvPr>
            <p:cNvSpPr txBox="1">
              <a:spLocks/>
            </p:cNvSpPr>
            <p:nvPr userDrawn="1"/>
          </p:nvSpPr>
          <p:spPr>
            <a:xfrm>
              <a:off x="1800670" y="1753025"/>
              <a:ext cx="3095553" cy="2367199"/>
            </a:xfrm>
            <a:prstGeom prst="rect">
              <a:avLst/>
            </a:prstGeom>
            <a:noFill/>
          </p:spPr>
          <p:txBody>
            <a:bodyPr vert="horz" lIns="0" tIns="0" rIns="0" bIns="0" rtlCol="0" anchor="t" anchorCtr="0">
              <a:noAutofit/>
            </a:bodyPr>
            <a:lstStyle>
              <a:lvl1pPr>
                <a:lnSpc>
                  <a:spcPct val="70000"/>
                </a:lnSpc>
                <a:spcBef>
                  <a:spcPct val="0"/>
                </a:spcBef>
                <a:buNone/>
                <a:defRPr sz="8000" baseline="0">
                  <a:solidFill>
                    <a:schemeClr val="bg1"/>
                  </a:solidFill>
                  <a:latin typeface="+mj-lt"/>
                  <a:ea typeface="+mj-ea"/>
                  <a:cs typeface="+mj-cs"/>
                </a:defRPr>
              </a:lvl1pPr>
            </a:lstStyle>
            <a:p>
              <a:pPr lvl="0"/>
              <a:r>
                <a:rPr lang="en-US" sz="3200"/>
                <a:t>&lt;TEXT&gt;</a:t>
              </a:r>
            </a:p>
          </p:txBody>
        </p:sp>
        <p:sp>
          <p:nvSpPr>
            <p:cNvPr id="73" name="Section Number" hidden="1">
              <a:extLst>
                <a:ext uri="{FF2B5EF4-FFF2-40B4-BE49-F238E27FC236}">
                  <a16:creationId xmlns:a16="http://schemas.microsoft.com/office/drawing/2014/main" id="{B36140C3-09D5-4D3F-906D-270C63E34027}"/>
                </a:ext>
              </a:extLst>
            </p:cNvPr>
            <p:cNvSpPr txBox="1">
              <a:spLocks/>
            </p:cNvSpPr>
            <p:nvPr userDrawn="1"/>
          </p:nvSpPr>
          <p:spPr>
            <a:xfrm>
              <a:off x="1800669" y="-870392"/>
              <a:ext cx="1065958" cy="1082027"/>
            </a:xfrm>
            <a:prstGeom prst="rect">
              <a:avLst/>
            </a:prstGeom>
          </p:spPr>
          <p:txBody>
            <a:bodyPr vert="horz" wrap="square" lIns="0" tIns="0" rIns="0" bIns="0" rtlCol="0" anchor="t" anchorCtr="0">
              <a:spAutoFit/>
            </a:bodyPr>
            <a:lstStyle>
              <a:lvl1pPr lvl="0" indent="0">
                <a:lnSpc>
                  <a:spcPct val="80000"/>
                </a:lnSpc>
                <a:spcBef>
                  <a:spcPts val="0"/>
                </a:spcBef>
                <a:spcAft>
                  <a:spcPts val="600"/>
                </a:spcAft>
                <a:buFontTx/>
                <a:buNone/>
                <a:defRPr sz="6600" b="0" baseline="0">
                  <a:solidFill>
                    <a:schemeClr val="bg1"/>
                  </a:solidFill>
                  <a:latin typeface="+mj-lt"/>
                  <a:ea typeface="+mj-ea"/>
                  <a:cs typeface="+mj-cs"/>
                </a:defRPr>
              </a:lvl1pPr>
              <a:lvl2pPr marL="171450" indent="-171450">
                <a:lnSpc>
                  <a:spcPct val="100000"/>
                </a:lnSpc>
                <a:spcBef>
                  <a:spcPts val="0"/>
                </a:spcBef>
                <a:spcAft>
                  <a:spcPts val="600"/>
                </a:spcAft>
                <a:buClr>
                  <a:schemeClr val="tx2"/>
                </a:buClr>
                <a:buFont typeface="Arial" panose="020B0604020202020204" pitchFamily="34" charset="0"/>
                <a:buChar char="•"/>
                <a:defRPr sz="1200"/>
              </a:lvl2pPr>
              <a:lvl3pPr marL="341313" indent="-165100">
                <a:lnSpc>
                  <a:spcPct val="100000"/>
                </a:lnSpc>
                <a:spcBef>
                  <a:spcPts val="0"/>
                </a:spcBef>
                <a:spcAft>
                  <a:spcPts val="600"/>
                </a:spcAft>
                <a:buClr>
                  <a:schemeClr val="tx2"/>
                </a:buClr>
                <a:buFont typeface="Arial" panose="020B0604020202020204" pitchFamily="34" charset="0"/>
                <a:buChar char="-"/>
                <a:defRPr sz="1200"/>
              </a:lvl3pPr>
              <a:lvl4pPr marL="573088" indent="-231775">
                <a:lnSpc>
                  <a:spcPct val="100000"/>
                </a:lnSpc>
                <a:spcBef>
                  <a:spcPts val="0"/>
                </a:spcBef>
                <a:spcAft>
                  <a:spcPts val="600"/>
                </a:spcAft>
                <a:buClr>
                  <a:schemeClr val="tx2"/>
                </a:buClr>
                <a:buFont typeface="Arial" panose="020B0604020202020204" pitchFamily="34" charset="0"/>
                <a:buChar char="•"/>
                <a:defRPr sz="1200"/>
              </a:lvl4pPr>
              <a:lvl5pPr marL="803275" indent="-180975">
                <a:lnSpc>
                  <a:spcPct val="100000"/>
                </a:lnSpc>
                <a:spcBef>
                  <a:spcPts val="0"/>
                </a:spcBef>
                <a:spcAft>
                  <a:spcPts val="600"/>
                </a:spcAft>
                <a:buClr>
                  <a:schemeClr val="tx2"/>
                </a:buClr>
                <a:buFont typeface="Arial" panose="020B0604020202020204" pitchFamily="34" charset="0"/>
                <a:buChar char="-"/>
                <a:defRPr sz="1200" baseline="0"/>
              </a:lvl5pPr>
              <a:lvl6pPr marL="719138" indent="-180975">
                <a:lnSpc>
                  <a:spcPct val="100000"/>
                </a:lnSpc>
                <a:spcBef>
                  <a:spcPts val="0"/>
                </a:spcBef>
                <a:spcAft>
                  <a:spcPts val="600"/>
                </a:spcAft>
                <a:buClr>
                  <a:schemeClr val="tx2"/>
                </a:buClr>
                <a:buFont typeface="Arial" panose="020B0604020202020204" pitchFamily="34" charset="0"/>
                <a:buChar char="-"/>
                <a:defRPr sz="1500">
                  <a:solidFill>
                    <a:schemeClr val="tx2"/>
                  </a:solidFill>
                </a:defRPr>
              </a:lvl6pPr>
              <a:lvl7pPr marL="896938" indent="-177800">
                <a:lnSpc>
                  <a:spcPct val="100000"/>
                </a:lnSpc>
                <a:spcBef>
                  <a:spcPts val="0"/>
                </a:spcBef>
                <a:spcAft>
                  <a:spcPts val="600"/>
                </a:spcAft>
                <a:buClr>
                  <a:schemeClr val="tx2"/>
                </a:buClr>
                <a:buFont typeface="Arial" panose="020B0604020202020204" pitchFamily="34" charset="0"/>
                <a:buChar char="•"/>
                <a:defRPr sz="1500">
                  <a:solidFill>
                    <a:schemeClr val="tx2"/>
                  </a:solidFill>
                </a:defRPr>
              </a:lvl7pPr>
              <a:lvl8pPr marL="1074738" indent="-177800">
                <a:lnSpc>
                  <a:spcPct val="100000"/>
                </a:lnSpc>
                <a:spcBef>
                  <a:spcPts val="0"/>
                </a:spcBef>
                <a:spcAft>
                  <a:spcPts val="600"/>
                </a:spcAft>
                <a:buClr>
                  <a:schemeClr val="tx2"/>
                </a:buClr>
                <a:buFont typeface="Arial" panose="020B0604020202020204" pitchFamily="34" charset="0"/>
                <a:buChar char="-"/>
                <a:defRPr sz="1500">
                  <a:solidFill>
                    <a:schemeClr val="tx2"/>
                  </a:solidFill>
                </a:defRPr>
              </a:lvl8pPr>
              <a:lvl9pPr marL="1257300" indent="-182563">
                <a:lnSpc>
                  <a:spcPct val="90000"/>
                </a:lnSpc>
                <a:spcBef>
                  <a:spcPts val="500"/>
                </a:spcBef>
                <a:buFont typeface="Arial" panose="020B0604020202020204" pitchFamily="34" charset="0"/>
                <a:buChar char="•"/>
                <a:defRPr sz="1500">
                  <a:solidFill>
                    <a:schemeClr val="tx2"/>
                  </a:solidFill>
                </a:defRPr>
              </a:lvl9pPr>
            </a:lstStyle>
            <a:p>
              <a:pPr lvl="0"/>
              <a:r>
                <a:rPr lang="en-US" sz="8800"/>
                <a:t>&lt;N&gt;</a:t>
              </a:r>
            </a:p>
          </p:txBody>
        </p:sp>
      </p:grpSp>
      <p:grpSp>
        <p:nvGrpSpPr>
          <p:cNvPr id="78" name="SP Agenda Subsection" hidden="1">
            <a:extLst>
              <a:ext uri="{FF2B5EF4-FFF2-40B4-BE49-F238E27FC236}">
                <a16:creationId xmlns:a16="http://schemas.microsoft.com/office/drawing/2014/main" id="{3CDEAECC-3C3D-40DC-8048-05157150AD6E}"/>
              </a:ext>
            </a:extLst>
          </p:cNvPr>
          <p:cNvGrpSpPr>
            <a:grpSpLocks/>
          </p:cNvGrpSpPr>
          <p:nvPr userDrawn="1"/>
        </p:nvGrpSpPr>
        <p:grpSpPr>
          <a:xfrm>
            <a:off x="1311956" y="1140068"/>
            <a:ext cx="5252402" cy="4996828"/>
            <a:chOff x="1800669" y="-870393"/>
            <a:chExt cx="3095554" cy="4996828"/>
          </a:xfrm>
        </p:grpSpPr>
        <p:sp>
          <p:nvSpPr>
            <p:cNvPr id="79" name="Section Title" hidden="1">
              <a:extLst>
                <a:ext uri="{FF2B5EF4-FFF2-40B4-BE49-F238E27FC236}">
                  <a16:creationId xmlns:a16="http://schemas.microsoft.com/office/drawing/2014/main" id="{584D4FFB-892A-49C8-973F-893B258E19BF}"/>
                </a:ext>
              </a:extLst>
            </p:cNvPr>
            <p:cNvSpPr txBox="1">
              <a:spLocks/>
            </p:cNvSpPr>
            <p:nvPr userDrawn="1"/>
          </p:nvSpPr>
          <p:spPr>
            <a:xfrm>
              <a:off x="1800670" y="1756290"/>
              <a:ext cx="3095553" cy="2370145"/>
            </a:xfrm>
            <a:prstGeom prst="rect">
              <a:avLst/>
            </a:prstGeom>
            <a:noFill/>
          </p:spPr>
          <p:txBody>
            <a:bodyPr vert="horz" lIns="0" tIns="0" rIns="0" bIns="0" rtlCol="0" anchor="t" anchorCtr="0">
              <a:noAutofit/>
            </a:bodyPr>
            <a:lstStyle>
              <a:defPPr>
                <a:defRPr lang="en-US"/>
              </a:defPPr>
              <a:lvl1pPr lvl="0">
                <a:lnSpc>
                  <a:spcPct val="70000"/>
                </a:lnSpc>
                <a:spcBef>
                  <a:spcPct val="0"/>
                </a:spcBef>
                <a:buNone/>
                <a:defRPr sz="8000" baseline="0">
                  <a:solidFill>
                    <a:schemeClr val="bg1"/>
                  </a:solidFill>
                  <a:latin typeface="+mj-lt"/>
                  <a:ea typeface="+mj-ea"/>
                  <a:cs typeface="+mj-cs"/>
                </a:defRPr>
              </a:lvl1pPr>
            </a:lstStyle>
            <a:p>
              <a:pPr lvl="0"/>
              <a:r>
                <a:rPr lang="en-US" sz="3200"/>
                <a:t>&lt;TEXT&gt;</a:t>
              </a:r>
            </a:p>
          </p:txBody>
        </p:sp>
        <p:sp>
          <p:nvSpPr>
            <p:cNvPr id="80" name="Section Number" hidden="1">
              <a:extLst>
                <a:ext uri="{FF2B5EF4-FFF2-40B4-BE49-F238E27FC236}">
                  <a16:creationId xmlns:a16="http://schemas.microsoft.com/office/drawing/2014/main" id="{BB144044-4B4E-495D-8D8D-9D01BCCA9A24}"/>
                </a:ext>
              </a:extLst>
            </p:cNvPr>
            <p:cNvSpPr txBox="1">
              <a:spLocks/>
            </p:cNvSpPr>
            <p:nvPr userDrawn="1"/>
          </p:nvSpPr>
          <p:spPr>
            <a:xfrm>
              <a:off x="1800669" y="-870393"/>
              <a:ext cx="1065958" cy="1083374"/>
            </a:xfrm>
            <a:prstGeom prst="rect">
              <a:avLst/>
            </a:prstGeom>
          </p:spPr>
          <p:txBody>
            <a:bodyPr vert="horz" wrap="square" lIns="0" tIns="0" rIns="0" bIns="0" rtlCol="0" anchor="t" anchorCtr="0">
              <a:spAutoFit/>
            </a:bodyPr>
            <a:lstStyle>
              <a:defPPr>
                <a:defRPr lang="en-US"/>
              </a:defPPr>
              <a:lvl1pPr lvl="0" indent="0">
                <a:lnSpc>
                  <a:spcPct val="80000"/>
                </a:lnSpc>
                <a:spcBef>
                  <a:spcPts val="0"/>
                </a:spcBef>
                <a:spcAft>
                  <a:spcPts val="600"/>
                </a:spcAft>
                <a:buFontTx/>
                <a:buNone/>
                <a:defRPr sz="6600" b="0" baseline="0">
                  <a:solidFill>
                    <a:schemeClr val="bg1"/>
                  </a:solidFill>
                  <a:latin typeface="+mj-lt"/>
                  <a:ea typeface="+mj-ea"/>
                  <a:cs typeface="+mj-cs"/>
                </a:defRPr>
              </a:lvl1pPr>
              <a:lvl2pPr marL="171450" indent="-171450">
                <a:lnSpc>
                  <a:spcPct val="100000"/>
                </a:lnSpc>
                <a:spcBef>
                  <a:spcPts val="0"/>
                </a:spcBef>
                <a:spcAft>
                  <a:spcPts val="600"/>
                </a:spcAft>
                <a:buClr>
                  <a:schemeClr val="tx2"/>
                </a:buClr>
                <a:buFont typeface="Arial" panose="020B0604020202020204" pitchFamily="34" charset="0"/>
                <a:buChar char="•"/>
                <a:defRPr sz="1200"/>
              </a:lvl2pPr>
              <a:lvl3pPr marL="341313" indent="-165100">
                <a:lnSpc>
                  <a:spcPct val="100000"/>
                </a:lnSpc>
                <a:spcBef>
                  <a:spcPts val="0"/>
                </a:spcBef>
                <a:spcAft>
                  <a:spcPts val="600"/>
                </a:spcAft>
                <a:buClr>
                  <a:schemeClr val="tx2"/>
                </a:buClr>
                <a:buFont typeface="Arial" panose="020B0604020202020204" pitchFamily="34" charset="0"/>
                <a:buChar char="-"/>
                <a:defRPr sz="1200"/>
              </a:lvl3pPr>
              <a:lvl4pPr marL="573088" indent="-231775">
                <a:lnSpc>
                  <a:spcPct val="100000"/>
                </a:lnSpc>
                <a:spcBef>
                  <a:spcPts val="0"/>
                </a:spcBef>
                <a:spcAft>
                  <a:spcPts val="600"/>
                </a:spcAft>
                <a:buClr>
                  <a:schemeClr val="tx2"/>
                </a:buClr>
                <a:buFont typeface="Arial" panose="020B0604020202020204" pitchFamily="34" charset="0"/>
                <a:buChar char="•"/>
                <a:defRPr sz="1200"/>
              </a:lvl4pPr>
              <a:lvl5pPr marL="803275" indent="-180975">
                <a:lnSpc>
                  <a:spcPct val="100000"/>
                </a:lnSpc>
                <a:spcBef>
                  <a:spcPts val="0"/>
                </a:spcBef>
                <a:spcAft>
                  <a:spcPts val="600"/>
                </a:spcAft>
                <a:buClr>
                  <a:schemeClr val="tx2"/>
                </a:buClr>
                <a:buFont typeface="Arial" panose="020B0604020202020204" pitchFamily="34" charset="0"/>
                <a:buChar char="-"/>
                <a:defRPr sz="1200" baseline="0"/>
              </a:lvl5pPr>
              <a:lvl6pPr marL="719138" indent="-180975">
                <a:lnSpc>
                  <a:spcPct val="100000"/>
                </a:lnSpc>
                <a:spcBef>
                  <a:spcPts val="0"/>
                </a:spcBef>
                <a:spcAft>
                  <a:spcPts val="600"/>
                </a:spcAft>
                <a:buClr>
                  <a:schemeClr val="tx2"/>
                </a:buClr>
                <a:buFont typeface="Arial" panose="020B0604020202020204" pitchFamily="34" charset="0"/>
                <a:buChar char="-"/>
                <a:defRPr sz="1500">
                  <a:solidFill>
                    <a:schemeClr val="tx2"/>
                  </a:solidFill>
                </a:defRPr>
              </a:lvl6pPr>
              <a:lvl7pPr marL="896938" indent="-177800">
                <a:lnSpc>
                  <a:spcPct val="100000"/>
                </a:lnSpc>
                <a:spcBef>
                  <a:spcPts val="0"/>
                </a:spcBef>
                <a:spcAft>
                  <a:spcPts val="600"/>
                </a:spcAft>
                <a:buClr>
                  <a:schemeClr val="tx2"/>
                </a:buClr>
                <a:buFont typeface="Arial" panose="020B0604020202020204" pitchFamily="34" charset="0"/>
                <a:buChar char="•"/>
                <a:defRPr sz="1500">
                  <a:solidFill>
                    <a:schemeClr val="tx2"/>
                  </a:solidFill>
                </a:defRPr>
              </a:lvl7pPr>
              <a:lvl8pPr marL="1074738" indent="-177800">
                <a:lnSpc>
                  <a:spcPct val="100000"/>
                </a:lnSpc>
                <a:spcBef>
                  <a:spcPts val="0"/>
                </a:spcBef>
                <a:spcAft>
                  <a:spcPts val="600"/>
                </a:spcAft>
                <a:buClr>
                  <a:schemeClr val="tx2"/>
                </a:buClr>
                <a:buFont typeface="Arial" panose="020B0604020202020204" pitchFamily="34" charset="0"/>
                <a:buChar char="-"/>
                <a:defRPr sz="1500">
                  <a:solidFill>
                    <a:schemeClr val="tx2"/>
                  </a:solidFill>
                </a:defRPr>
              </a:lvl8pPr>
              <a:lvl9pPr marL="1257300" indent="-182563">
                <a:lnSpc>
                  <a:spcPct val="90000"/>
                </a:lnSpc>
                <a:spcBef>
                  <a:spcPts val="500"/>
                </a:spcBef>
                <a:buFont typeface="Arial" panose="020B0604020202020204" pitchFamily="34" charset="0"/>
                <a:buChar char="•"/>
                <a:defRPr sz="1500">
                  <a:solidFill>
                    <a:schemeClr val="tx2"/>
                  </a:solidFill>
                </a:defRPr>
              </a:lvl9pPr>
            </a:lstStyle>
            <a:p>
              <a:pPr lvl="0"/>
              <a:r>
                <a:rPr lang="en-US" sz="8800">
                  <a:solidFill>
                    <a:schemeClr val="bg2"/>
                  </a:solidFill>
                </a:rPr>
                <a:t>&lt;N&gt;</a:t>
              </a:r>
            </a:p>
          </p:txBody>
        </p:sp>
      </p:grpSp>
    </p:spTree>
    <p:extLst>
      <p:ext uri="{BB962C8B-B14F-4D97-AF65-F5344CB8AC3E}">
        <p14:creationId xmlns:p14="http://schemas.microsoft.com/office/powerpoint/2010/main" val="3612145775"/>
      </p:ext>
    </p:extLst>
  </p:cSld>
  <p:clrMapOvr>
    <a:masterClrMapping/>
  </p:clrMapOvr>
  <p:extLst>
    <p:ext uri="{DCECCB84-F9BA-43D5-87BE-67443E8EF086}">
      <p15:sldGuideLst xmlns:p15="http://schemas.microsoft.com/office/powerpoint/2012/main">
        <p15:guide id="1" orient="horz" pos="2160">
          <p15:clr>
            <a:srgbClr val="FBAE40"/>
          </p15:clr>
        </p15:guide>
        <p15:guide id="2" pos="1164">
          <p15:clr>
            <a:srgbClr val="FBAE40"/>
          </p15:clr>
        </p15:guide>
        <p15:guide id="3" pos="816">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Closing layout">
    <p:spTree>
      <p:nvGrpSpPr>
        <p:cNvPr id="1" name=""/>
        <p:cNvGrpSpPr/>
        <p:nvPr/>
      </p:nvGrpSpPr>
      <p:grpSpPr>
        <a:xfrm>
          <a:off x="0" y="0"/>
          <a:ext cx="0" cy="0"/>
          <a:chOff x="0" y="0"/>
          <a:chExt cx="0" cy="0"/>
        </a:xfrm>
      </p:grpSpPr>
      <p:sp>
        <p:nvSpPr>
          <p:cNvPr id="14" name="Text Placeholder 2">
            <a:extLst>
              <a:ext uri="{FF2B5EF4-FFF2-40B4-BE49-F238E27FC236}">
                <a16:creationId xmlns:a16="http://schemas.microsoft.com/office/drawing/2014/main" id="{F36415CC-18EE-44C6-AA6A-0C70BEB38184}"/>
              </a:ext>
            </a:extLst>
          </p:cNvPr>
          <p:cNvSpPr>
            <a:spLocks noGrp="1"/>
          </p:cNvSpPr>
          <p:nvPr>
            <p:ph type="body" sz="quarter" idx="10"/>
          </p:nvPr>
        </p:nvSpPr>
        <p:spPr>
          <a:xfrm>
            <a:off x="741301" y="4240696"/>
            <a:ext cx="5748399" cy="1854200"/>
          </a:xfrm>
        </p:spPr>
        <p:txBody>
          <a:bodyPr anchor="b"/>
          <a:lstStyle>
            <a:lvl1pPr>
              <a:spcAft>
                <a:spcPts val="1000"/>
              </a:spcAft>
              <a:defRPr lang="en-US" sz="900" b="0" kern="1200" dirty="0" smtClean="0">
                <a:solidFill>
                  <a:schemeClr val="bg1">
                    <a:lumMod val="65000"/>
                  </a:schemeClr>
                </a:solidFill>
                <a:latin typeface="+mn-lt"/>
                <a:ea typeface="+mn-ea"/>
                <a:cs typeface="+mn-cs"/>
              </a:defRPr>
            </a:lvl1pPr>
            <a:lvl2pPr>
              <a:spcAft>
                <a:spcPts val="1000"/>
              </a:spcAft>
              <a:defRPr sz="900" b="0">
                <a:solidFill>
                  <a:schemeClr val="tx1"/>
                </a:solidFill>
              </a:defRPr>
            </a:lvl2pPr>
          </a:lstStyle>
          <a:p>
            <a:pPr marL="0" lvl="0" indent="0" algn="l" defTabSz="685766" rtl="0" eaLnBrk="1" latinLnBrk="0" hangingPunct="1">
              <a:lnSpc>
                <a:spcPct val="100000"/>
              </a:lnSpc>
              <a:spcBef>
                <a:spcPts val="0"/>
              </a:spcBef>
              <a:spcAft>
                <a:spcPts val="600"/>
              </a:spcAft>
              <a:buFontTx/>
              <a:buNone/>
            </a:pPr>
            <a:r>
              <a:rPr lang="en-US"/>
              <a:t>Click to edit Master text styles</a:t>
            </a:r>
          </a:p>
          <a:p>
            <a:pPr marL="0" lvl="1" indent="0" algn="l" defTabSz="685766" rtl="0" eaLnBrk="1" latinLnBrk="0" hangingPunct="1">
              <a:lnSpc>
                <a:spcPct val="100000"/>
              </a:lnSpc>
              <a:spcBef>
                <a:spcPts val="0"/>
              </a:spcBef>
              <a:spcAft>
                <a:spcPts val="600"/>
              </a:spcAft>
              <a:buFontTx/>
              <a:buNone/>
            </a:pPr>
            <a:r>
              <a:rPr lang="en-US"/>
              <a:t>Second level</a:t>
            </a:r>
          </a:p>
        </p:txBody>
      </p:sp>
      <p:pic>
        <p:nvPicPr>
          <p:cNvPr id="23" name="Graphic 22">
            <a:extLst>
              <a:ext uri="{FF2B5EF4-FFF2-40B4-BE49-F238E27FC236}">
                <a16:creationId xmlns:a16="http://schemas.microsoft.com/office/drawing/2014/main" id="{BB7DCF77-C63C-4BBE-88C9-6A8B122B820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
        <p:nvSpPr>
          <p:cNvPr id="3" name="TextBox 2">
            <a:extLst>
              <a:ext uri="{FF2B5EF4-FFF2-40B4-BE49-F238E27FC236}">
                <a16:creationId xmlns:a16="http://schemas.microsoft.com/office/drawing/2014/main" id="{4A81CA90-D592-C9D2-D312-E24E59BEEAD5}"/>
              </a:ext>
            </a:extLst>
          </p:cNvPr>
          <p:cNvSpPr txBox="1"/>
          <p:nvPr userDrawn="1"/>
        </p:nvSpPr>
        <p:spPr>
          <a:xfrm>
            <a:off x="741301" y="3824579"/>
            <a:ext cx="1112108" cy="161583"/>
          </a:xfrm>
          <a:prstGeom prst="rect">
            <a:avLst/>
          </a:prstGeom>
          <a:noFill/>
        </p:spPr>
        <p:txBody>
          <a:bodyPr wrap="square" lIns="0" tIns="0" rIns="0" bIns="0">
            <a:spAutoFit/>
          </a:bodyPr>
          <a:lstStyle/>
          <a:p>
            <a:pPr marR="0">
              <a:spcBef>
                <a:spcPts val="0"/>
              </a:spcBef>
              <a:spcAft>
                <a:spcPts val="0"/>
              </a:spcAft>
            </a:pPr>
            <a:r>
              <a:rPr lang="en-US" sz="1050" b="1">
                <a:solidFill>
                  <a:schemeClr val="tx2"/>
                </a:solidFill>
                <a:effectLst/>
                <a:ea typeface="Calibri" panose="020F0502020204030204" pitchFamily="34" charset="0"/>
              </a:rPr>
              <a:t>Learn about us:</a:t>
            </a:r>
          </a:p>
        </p:txBody>
      </p:sp>
      <p:sp>
        <p:nvSpPr>
          <p:cNvPr id="4" name="Freeform: Shape 3">
            <a:extLst>
              <a:ext uri="{FF2B5EF4-FFF2-40B4-BE49-F238E27FC236}">
                <a16:creationId xmlns:a16="http://schemas.microsoft.com/office/drawing/2014/main" id="{4A9FA3A8-95F7-342F-0770-F1DF6F57C670}"/>
              </a:ext>
            </a:extLst>
          </p:cNvPr>
          <p:cNvSpPr/>
          <p:nvPr userDrawn="1"/>
        </p:nvSpPr>
        <p:spPr>
          <a:xfrm>
            <a:off x="1914717" y="3715275"/>
            <a:ext cx="380190" cy="380190"/>
          </a:xfrm>
          <a:custGeom>
            <a:avLst/>
            <a:gdLst>
              <a:gd name="connsiteX0" fmla="*/ 192044 w 207146"/>
              <a:gd name="connsiteY0" fmla="*/ 0 h 207146"/>
              <a:gd name="connsiteX1" fmla="*/ 15251 w 207146"/>
              <a:gd name="connsiteY1" fmla="*/ 0 h 207146"/>
              <a:gd name="connsiteX2" fmla="*/ 0 w 207146"/>
              <a:gd name="connsiteY2" fmla="*/ 15251 h 207146"/>
              <a:gd name="connsiteX3" fmla="*/ 0 w 207146"/>
              <a:gd name="connsiteY3" fmla="*/ 191896 h 207146"/>
              <a:gd name="connsiteX4" fmla="*/ 15251 w 207146"/>
              <a:gd name="connsiteY4" fmla="*/ 207147 h 207146"/>
              <a:gd name="connsiteX5" fmla="*/ 191896 w 207146"/>
              <a:gd name="connsiteY5" fmla="*/ 207147 h 207146"/>
              <a:gd name="connsiteX6" fmla="*/ 207147 w 207146"/>
              <a:gd name="connsiteY6" fmla="*/ 191896 h 207146"/>
              <a:gd name="connsiteX7" fmla="*/ 207147 w 207146"/>
              <a:gd name="connsiteY7" fmla="*/ 15251 h 207146"/>
              <a:gd name="connsiteX8" fmla="*/ 191896 w 207146"/>
              <a:gd name="connsiteY8" fmla="*/ 0 h 207146"/>
              <a:gd name="connsiteX9" fmla="*/ 61892 w 207146"/>
              <a:gd name="connsiteY9" fmla="*/ 176645 h 207146"/>
              <a:gd name="connsiteX10" fmla="*/ 30798 w 207146"/>
              <a:gd name="connsiteY10" fmla="*/ 176645 h 207146"/>
              <a:gd name="connsiteX11" fmla="*/ 30798 w 207146"/>
              <a:gd name="connsiteY11" fmla="*/ 77587 h 207146"/>
              <a:gd name="connsiteX12" fmla="*/ 61892 w 207146"/>
              <a:gd name="connsiteY12" fmla="*/ 77587 h 207146"/>
              <a:gd name="connsiteX13" fmla="*/ 61892 w 207146"/>
              <a:gd name="connsiteY13" fmla="*/ 176645 h 207146"/>
              <a:gd name="connsiteX14" fmla="*/ 46345 w 207146"/>
              <a:gd name="connsiteY14" fmla="*/ 63965 h 207146"/>
              <a:gd name="connsiteX15" fmla="*/ 28429 w 207146"/>
              <a:gd name="connsiteY15" fmla="*/ 46049 h 207146"/>
              <a:gd name="connsiteX16" fmla="*/ 46345 w 207146"/>
              <a:gd name="connsiteY16" fmla="*/ 28133 h 207146"/>
              <a:gd name="connsiteX17" fmla="*/ 64261 w 207146"/>
              <a:gd name="connsiteY17" fmla="*/ 46049 h 207146"/>
              <a:gd name="connsiteX18" fmla="*/ 46345 w 207146"/>
              <a:gd name="connsiteY18" fmla="*/ 63965 h 207146"/>
              <a:gd name="connsiteX19" fmla="*/ 176793 w 207146"/>
              <a:gd name="connsiteY19" fmla="*/ 176793 h 207146"/>
              <a:gd name="connsiteX20" fmla="*/ 145699 w 207146"/>
              <a:gd name="connsiteY20" fmla="*/ 176793 h 207146"/>
              <a:gd name="connsiteX21" fmla="*/ 145699 w 207146"/>
              <a:gd name="connsiteY21" fmla="*/ 122748 h 207146"/>
              <a:gd name="connsiteX22" fmla="*/ 130152 w 207146"/>
              <a:gd name="connsiteY22" fmla="*/ 101871 h 207146"/>
              <a:gd name="connsiteX23" fmla="*/ 111791 w 207146"/>
              <a:gd name="connsiteY23" fmla="*/ 123192 h 207146"/>
              <a:gd name="connsiteX24" fmla="*/ 111791 w 207146"/>
              <a:gd name="connsiteY24" fmla="*/ 176941 h 207146"/>
              <a:gd name="connsiteX25" fmla="*/ 80697 w 207146"/>
              <a:gd name="connsiteY25" fmla="*/ 176941 h 207146"/>
              <a:gd name="connsiteX26" fmla="*/ 80697 w 207146"/>
              <a:gd name="connsiteY26" fmla="*/ 77884 h 207146"/>
              <a:gd name="connsiteX27" fmla="*/ 110607 w 207146"/>
              <a:gd name="connsiteY27" fmla="*/ 77884 h 207146"/>
              <a:gd name="connsiteX28" fmla="*/ 110607 w 207146"/>
              <a:gd name="connsiteY28" fmla="*/ 91654 h 207146"/>
              <a:gd name="connsiteX29" fmla="*/ 111051 w 207146"/>
              <a:gd name="connsiteY29" fmla="*/ 91654 h 207146"/>
              <a:gd name="connsiteX30" fmla="*/ 140664 w 207146"/>
              <a:gd name="connsiteY30" fmla="*/ 75218 h 207146"/>
              <a:gd name="connsiteX31" fmla="*/ 176793 w 207146"/>
              <a:gd name="connsiteY31" fmla="*/ 115789 h 207146"/>
              <a:gd name="connsiteX32" fmla="*/ 176793 w 207146"/>
              <a:gd name="connsiteY32" fmla="*/ 177089 h 207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07146" h="207146">
                <a:moveTo>
                  <a:pt x="192044" y="0"/>
                </a:moveTo>
                <a:lnTo>
                  <a:pt x="15251" y="0"/>
                </a:lnTo>
                <a:cubicBezTo>
                  <a:pt x="6811" y="0"/>
                  <a:pt x="0" y="6811"/>
                  <a:pt x="0" y="15251"/>
                </a:cubicBezTo>
                <a:lnTo>
                  <a:pt x="0" y="191896"/>
                </a:lnTo>
                <a:cubicBezTo>
                  <a:pt x="0" y="200336"/>
                  <a:pt x="6811" y="207147"/>
                  <a:pt x="15251" y="207147"/>
                </a:cubicBezTo>
                <a:lnTo>
                  <a:pt x="191896" y="207147"/>
                </a:lnTo>
                <a:cubicBezTo>
                  <a:pt x="200336" y="207147"/>
                  <a:pt x="207147" y="200336"/>
                  <a:pt x="207147" y="191896"/>
                </a:cubicBezTo>
                <a:lnTo>
                  <a:pt x="207147" y="15251"/>
                </a:lnTo>
                <a:cubicBezTo>
                  <a:pt x="207147" y="6811"/>
                  <a:pt x="200336" y="0"/>
                  <a:pt x="191896" y="0"/>
                </a:cubicBezTo>
                <a:close/>
                <a:moveTo>
                  <a:pt x="61892" y="176645"/>
                </a:moveTo>
                <a:lnTo>
                  <a:pt x="30798" y="176645"/>
                </a:lnTo>
                <a:lnTo>
                  <a:pt x="30798" y="77587"/>
                </a:lnTo>
                <a:lnTo>
                  <a:pt x="61892" y="77587"/>
                </a:lnTo>
                <a:lnTo>
                  <a:pt x="61892" y="176645"/>
                </a:lnTo>
                <a:close/>
                <a:moveTo>
                  <a:pt x="46345" y="63965"/>
                </a:moveTo>
                <a:cubicBezTo>
                  <a:pt x="36425" y="63965"/>
                  <a:pt x="28429" y="56414"/>
                  <a:pt x="28429" y="46049"/>
                </a:cubicBezTo>
                <a:cubicBezTo>
                  <a:pt x="28429" y="35684"/>
                  <a:pt x="36425" y="28133"/>
                  <a:pt x="46345" y="28133"/>
                </a:cubicBezTo>
                <a:cubicBezTo>
                  <a:pt x="56266" y="28133"/>
                  <a:pt x="64261" y="35684"/>
                  <a:pt x="64261" y="46049"/>
                </a:cubicBezTo>
                <a:cubicBezTo>
                  <a:pt x="64261" y="56414"/>
                  <a:pt x="56266" y="63965"/>
                  <a:pt x="46345" y="63965"/>
                </a:cubicBezTo>
                <a:close/>
                <a:moveTo>
                  <a:pt x="176793" y="176793"/>
                </a:moveTo>
                <a:lnTo>
                  <a:pt x="145699" y="176793"/>
                </a:lnTo>
                <a:lnTo>
                  <a:pt x="145699" y="122748"/>
                </a:lnTo>
                <a:cubicBezTo>
                  <a:pt x="145699" y="106757"/>
                  <a:pt x="138888" y="101871"/>
                  <a:pt x="130152" y="101871"/>
                </a:cubicBezTo>
                <a:cubicBezTo>
                  <a:pt x="120971" y="101871"/>
                  <a:pt x="111791" y="108830"/>
                  <a:pt x="111791" y="123192"/>
                </a:cubicBezTo>
                <a:lnTo>
                  <a:pt x="111791" y="176941"/>
                </a:lnTo>
                <a:lnTo>
                  <a:pt x="80697" y="176941"/>
                </a:lnTo>
                <a:lnTo>
                  <a:pt x="80697" y="77884"/>
                </a:lnTo>
                <a:lnTo>
                  <a:pt x="110607" y="77884"/>
                </a:lnTo>
                <a:lnTo>
                  <a:pt x="110607" y="91654"/>
                </a:lnTo>
                <a:lnTo>
                  <a:pt x="111051" y="91654"/>
                </a:lnTo>
                <a:cubicBezTo>
                  <a:pt x="114012" y="85583"/>
                  <a:pt x="124525" y="75218"/>
                  <a:pt x="140664" y="75218"/>
                </a:cubicBezTo>
                <a:cubicBezTo>
                  <a:pt x="157988" y="75218"/>
                  <a:pt x="176793" y="85583"/>
                  <a:pt x="176793" y="115789"/>
                </a:cubicBezTo>
                <a:lnTo>
                  <a:pt x="176793" y="177089"/>
                </a:lnTo>
                <a:close/>
              </a:path>
            </a:pathLst>
          </a:custGeom>
          <a:solidFill>
            <a:srgbClr val="0077B5"/>
          </a:solidFill>
          <a:ln w="14795" cap="flat">
            <a:noFill/>
            <a:prstDash val="solid"/>
            <a:miter/>
          </a:ln>
        </p:spPr>
        <p:txBody>
          <a:bodyPr rtlCol="0" anchor="ctr"/>
          <a:lstStyle/>
          <a:p>
            <a:endParaRPr lang="en-US"/>
          </a:p>
        </p:txBody>
      </p:sp>
      <p:cxnSp>
        <p:nvCxnSpPr>
          <p:cNvPr id="5" name="Straight Connector 4">
            <a:extLst>
              <a:ext uri="{FF2B5EF4-FFF2-40B4-BE49-F238E27FC236}">
                <a16:creationId xmlns:a16="http://schemas.microsoft.com/office/drawing/2014/main" id="{8744A530-441A-2937-9A20-D05EFF740899}"/>
              </a:ext>
            </a:extLst>
          </p:cNvPr>
          <p:cNvCxnSpPr>
            <a:cxnSpLocks/>
          </p:cNvCxnSpPr>
          <p:nvPr userDrawn="1"/>
        </p:nvCxnSpPr>
        <p:spPr>
          <a:xfrm>
            <a:off x="2469922" y="3631050"/>
            <a:ext cx="0" cy="548640"/>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7070DF8-AC8F-E0D1-6890-C6CE330EEC6F}"/>
              </a:ext>
            </a:extLst>
          </p:cNvPr>
          <p:cNvSpPr txBox="1"/>
          <p:nvPr userDrawn="1"/>
        </p:nvSpPr>
        <p:spPr>
          <a:xfrm>
            <a:off x="2644938" y="3824579"/>
            <a:ext cx="1112108" cy="161583"/>
          </a:xfrm>
          <a:prstGeom prst="rect">
            <a:avLst/>
          </a:prstGeom>
          <a:noFill/>
        </p:spPr>
        <p:txBody>
          <a:bodyPr wrap="square" lIns="0" tIns="0" rIns="0" bIns="0">
            <a:spAutoFit/>
          </a:bodyPr>
          <a:lstStyle/>
          <a:p>
            <a:pPr marR="0">
              <a:spcBef>
                <a:spcPts val="0"/>
              </a:spcBef>
              <a:spcAft>
                <a:spcPts val="0"/>
              </a:spcAft>
            </a:pPr>
            <a:r>
              <a:rPr lang="en-US" sz="1050" b="1">
                <a:solidFill>
                  <a:schemeClr val="tx2"/>
                </a:solidFill>
                <a:effectLst/>
                <a:ea typeface="Calibri" panose="020F0502020204030204" pitchFamily="34" charset="0"/>
              </a:rPr>
              <a:t>kpmg.com</a:t>
            </a:r>
          </a:p>
        </p:txBody>
      </p:sp>
    </p:spTree>
    <p:extLst>
      <p:ext uri="{BB962C8B-B14F-4D97-AF65-F5344CB8AC3E}">
        <p14:creationId xmlns:p14="http://schemas.microsoft.com/office/powerpoint/2010/main" val="3722336162"/>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olor palet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724-C137-47F3-B441-6C1B9714F578}"/>
              </a:ext>
            </a:extLst>
          </p:cNvPr>
          <p:cNvSpPr>
            <a:spLocks noGrp="1"/>
          </p:cNvSpPr>
          <p:nvPr>
            <p:ph type="title"/>
          </p:nvPr>
        </p:nvSpPr>
        <p:spPr>
          <a:solidFill>
            <a:schemeClr val="bg1"/>
          </a:solidFill>
        </p:spPr>
        <p:txBody>
          <a:bodyPr/>
          <a:lstStyle/>
          <a:p>
            <a:r>
              <a:rPr lang="en-US"/>
              <a:t>Click to edit Master title style</a:t>
            </a:r>
            <a:endParaRPr lang="en-GB"/>
          </a:p>
        </p:txBody>
      </p:sp>
      <p:sp>
        <p:nvSpPr>
          <p:cNvPr id="4" name="Rectangle 3">
            <a:extLst>
              <a:ext uri="{FF2B5EF4-FFF2-40B4-BE49-F238E27FC236}">
                <a16:creationId xmlns:a16="http://schemas.microsoft.com/office/drawing/2014/main" id="{1ACC0FFF-EDF5-49D0-8C1F-A5D5BA3335B9}"/>
              </a:ext>
            </a:extLst>
          </p:cNvPr>
          <p:cNvSpPr/>
          <p:nvPr userDrawn="1"/>
        </p:nvSpPr>
        <p:spPr>
          <a:xfrm>
            <a:off x="998351" y="2246533"/>
            <a:ext cx="839614" cy="411225"/>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30</a:t>
            </a:r>
          </a:p>
          <a:p>
            <a:pPr algn="ctr"/>
            <a:r>
              <a:rPr lang="en-GB" sz="800">
                <a:solidFill>
                  <a:schemeClr val="bg1"/>
                </a:solidFill>
              </a:rPr>
              <a:t>73</a:t>
            </a:r>
          </a:p>
          <a:p>
            <a:pPr algn="ctr"/>
            <a:r>
              <a:rPr lang="en-GB" sz="800">
                <a:solidFill>
                  <a:schemeClr val="bg1"/>
                </a:solidFill>
              </a:rPr>
              <a:t>226</a:t>
            </a:r>
          </a:p>
        </p:txBody>
      </p:sp>
      <p:sp>
        <p:nvSpPr>
          <p:cNvPr id="5" name="Rectangle 4">
            <a:extLst>
              <a:ext uri="{FF2B5EF4-FFF2-40B4-BE49-F238E27FC236}">
                <a16:creationId xmlns:a16="http://schemas.microsoft.com/office/drawing/2014/main" id="{081F4118-D01B-40DD-940F-068338DB15A5}"/>
              </a:ext>
            </a:extLst>
          </p:cNvPr>
          <p:cNvSpPr/>
          <p:nvPr userDrawn="1"/>
        </p:nvSpPr>
        <p:spPr>
          <a:xfrm>
            <a:off x="998351" y="1731971"/>
            <a:ext cx="839614" cy="411225"/>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51</a:t>
            </a:r>
          </a:p>
          <a:p>
            <a:pPr algn="ctr"/>
            <a:r>
              <a:rPr lang="en-GB" sz="800">
                <a:solidFill>
                  <a:schemeClr val="bg1"/>
                </a:solidFill>
              </a:rPr>
              <a:t>141</a:t>
            </a:r>
          </a:p>
        </p:txBody>
      </p:sp>
      <p:sp>
        <p:nvSpPr>
          <p:cNvPr id="6" name="Rectangle 5">
            <a:extLst>
              <a:ext uri="{FF2B5EF4-FFF2-40B4-BE49-F238E27FC236}">
                <a16:creationId xmlns:a16="http://schemas.microsoft.com/office/drawing/2014/main" id="{4A97C791-7BB0-4AC9-BDE9-68939F34221B}"/>
              </a:ext>
            </a:extLst>
          </p:cNvPr>
          <p:cNvSpPr/>
          <p:nvPr userDrawn="1"/>
        </p:nvSpPr>
        <p:spPr>
          <a:xfrm>
            <a:off x="998351" y="2761094"/>
            <a:ext cx="839614" cy="411225"/>
          </a:xfrm>
          <a:prstGeom prst="rect">
            <a:avLst/>
          </a:prstGeom>
          <a:solidFill>
            <a:srgbClr val="0C233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12</a:t>
            </a:r>
          </a:p>
          <a:p>
            <a:pPr algn="ctr"/>
            <a:r>
              <a:rPr lang="en-GB" sz="800">
                <a:solidFill>
                  <a:schemeClr val="bg1"/>
                </a:solidFill>
              </a:rPr>
              <a:t>35</a:t>
            </a:r>
          </a:p>
          <a:p>
            <a:pPr algn="ctr"/>
            <a:r>
              <a:rPr lang="en-GB" sz="800">
                <a:solidFill>
                  <a:schemeClr val="bg1"/>
                </a:solidFill>
              </a:rPr>
              <a:t>60</a:t>
            </a:r>
          </a:p>
        </p:txBody>
      </p:sp>
      <p:sp>
        <p:nvSpPr>
          <p:cNvPr id="7" name="Rectangle 6">
            <a:extLst>
              <a:ext uri="{FF2B5EF4-FFF2-40B4-BE49-F238E27FC236}">
                <a16:creationId xmlns:a16="http://schemas.microsoft.com/office/drawing/2014/main" id="{C8693543-F502-48B0-9E65-053408E60BF0}"/>
              </a:ext>
            </a:extLst>
          </p:cNvPr>
          <p:cNvSpPr/>
          <p:nvPr userDrawn="1"/>
        </p:nvSpPr>
        <p:spPr>
          <a:xfrm>
            <a:off x="998351" y="3275656"/>
            <a:ext cx="839614" cy="411225"/>
          </a:xfrm>
          <a:prstGeom prst="rect">
            <a:avLst/>
          </a:prstGeom>
          <a:solidFill>
            <a:srgbClr val="ACEA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172</a:t>
            </a:r>
          </a:p>
          <a:p>
            <a:pPr algn="ctr"/>
            <a:r>
              <a:rPr lang="en-GB" sz="800">
                <a:solidFill>
                  <a:sysClr val="windowText" lastClr="000000"/>
                </a:solidFill>
              </a:rPr>
              <a:t>234</a:t>
            </a:r>
          </a:p>
          <a:p>
            <a:pPr algn="ctr"/>
            <a:r>
              <a:rPr lang="en-GB" sz="800">
                <a:solidFill>
                  <a:sysClr val="windowText" lastClr="000000"/>
                </a:solidFill>
              </a:rPr>
              <a:t>255</a:t>
            </a:r>
          </a:p>
        </p:txBody>
      </p:sp>
      <p:sp>
        <p:nvSpPr>
          <p:cNvPr id="8" name="Rectangle 7">
            <a:extLst>
              <a:ext uri="{FF2B5EF4-FFF2-40B4-BE49-F238E27FC236}">
                <a16:creationId xmlns:a16="http://schemas.microsoft.com/office/drawing/2014/main" id="{A2309040-9C95-48FE-AA99-4757E8328519}"/>
              </a:ext>
            </a:extLst>
          </p:cNvPr>
          <p:cNvSpPr/>
          <p:nvPr userDrawn="1"/>
        </p:nvSpPr>
        <p:spPr>
          <a:xfrm>
            <a:off x="2992848" y="1732478"/>
            <a:ext cx="839614" cy="411225"/>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118</a:t>
            </a:r>
          </a:p>
          <a:p>
            <a:pPr algn="ctr"/>
            <a:r>
              <a:rPr lang="en-GB" sz="800">
                <a:solidFill>
                  <a:sysClr val="windowText" lastClr="000000"/>
                </a:solidFill>
              </a:rPr>
              <a:t>210</a:t>
            </a:r>
          </a:p>
          <a:p>
            <a:pPr algn="ctr"/>
            <a:r>
              <a:rPr lang="en-GB" sz="800">
                <a:solidFill>
                  <a:sysClr val="windowText" lastClr="000000"/>
                </a:solidFill>
              </a:rPr>
              <a:t>255</a:t>
            </a:r>
          </a:p>
        </p:txBody>
      </p:sp>
      <p:sp>
        <p:nvSpPr>
          <p:cNvPr id="11" name="TextBox 10">
            <a:extLst>
              <a:ext uri="{FF2B5EF4-FFF2-40B4-BE49-F238E27FC236}">
                <a16:creationId xmlns:a16="http://schemas.microsoft.com/office/drawing/2014/main" id="{A4897B22-3CA8-4621-8A3B-B9D2E3D07988}"/>
              </a:ext>
            </a:extLst>
          </p:cNvPr>
          <p:cNvSpPr txBox="1"/>
          <p:nvPr userDrawn="1"/>
        </p:nvSpPr>
        <p:spPr>
          <a:xfrm>
            <a:off x="983882" y="1330325"/>
            <a:ext cx="1364046" cy="153888"/>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Primary colors</a:t>
            </a:r>
          </a:p>
        </p:txBody>
      </p:sp>
      <p:sp>
        <p:nvSpPr>
          <p:cNvPr id="20" name="Rectangle 19">
            <a:extLst>
              <a:ext uri="{FF2B5EF4-FFF2-40B4-BE49-F238E27FC236}">
                <a16:creationId xmlns:a16="http://schemas.microsoft.com/office/drawing/2014/main" id="{6453D312-00EF-44B5-9D91-290BE0E19654}"/>
              </a:ext>
            </a:extLst>
          </p:cNvPr>
          <p:cNvSpPr/>
          <p:nvPr userDrawn="1"/>
        </p:nvSpPr>
        <p:spPr>
          <a:xfrm>
            <a:off x="998351" y="3786711"/>
            <a:ext cx="839614" cy="411225"/>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184</a:t>
            </a:r>
          </a:p>
          <a:p>
            <a:pPr algn="ctr"/>
            <a:r>
              <a:rPr lang="en-GB" sz="800">
                <a:solidFill>
                  <a:schemeClr val="bg1"/>
                </a:solidFill>
              </a:rPr>
              <a:t>245</a:t>
            </a:r>
          </a:p>
        </p:txBody>
      </p:sp>
      <p:sp>
        <p:nvSpPr>
          <p:cNvPr id="21" name="Rectangle 20">
            <a:extLst>
              <a:ext uri="{FF2B5EF4-FFF2-40B4-BE49-F238E27FC236}">
                <a16:creationId xmlns:a16="http://schemas.microsoft.com/office/drawing/2014/main" id="{58D98991-520C-4FD6-8B23-8732995E56B1}"/>
              </a:ext>
            </a:extLst>
          </p:cNvPr>
          <p:cNvSpPr/>
          <p:nvPr userDrawn="1"/>
        </p:nvSpPr>
        <p:spPr>
          <a:xfrm>
            <a:off x="998351" y="4301271"/>
            <a:ext cx="839614" cy="411225"/>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114</a:t>
            </a:r>
          </a:p>
          <a:p>
            <a:pPr algn="ctr"/>
            <a:r>
              <a:rPr lang="en-GB" sz="800">
                <a:solidFill>
                  <a:schemeClr val="bg1"/>
                </a:solidFill>
              </a:rPr>
              <a:t>19</a:t>
            </a:r>
          </a:p>
          <a:p>
            <a:pPr algn="ctr"/>
            <a:r>
              <a:rPr lang="en-GB" sz="800">
                <a:solidFill>
                  <a:schemeClr val="bg1"/>
                </a:solidFill>
              </a:rPr>
              <a:t>234</a:t>
            </a:r>
          </a:p>
        </p:txBody>
      </p:sp>
      <p:sp>
        <p:nvSpPr>
          <p:cNvPr id="22" name="Rectangle 21">
            <a:extLst>
              <a:ext uri="{FF2B5EF4-FFF2-40B4-BE49-F238E27FC236}">
                <a16:creationId xmlns:a16="http://schemas.microsoft.com/office/drawing/2014/main" id="{2FA38B4C-5B80-413E-B283-1F1ADBFD09CD}"/>
              </a:ext>
            </a:extLst>
          </p:cNvPr>
          <p:cNvSpPr/>
          <p:nvPr userDrawn="1"/>
        </p:nvSpPr>
        <p:spPr>
          <a:xfrm>
            <a:off x="998351" y="4809439"/>
            <a:ext cx="839614" cy="411225"/>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253</a:t>
            </a:r>
          </a:p>
          <a:p>
            <a:pPr algn="ctr"/>
            <a:r>
              <a:rPr lang="en-GB" sz="800">
                <a:solidFill>
                  <a:schemeClr val="bg1"/>
                </a:solidFill>
              </a:rPr>
              <a:t>52</a:t>
            </a:r>
          </a:p>
          <a:p>
            <a:pPr algn="ctr"/>
            <a:r>
              <a:rPr lang="en-GB" sz="800">
                <a:solidFill>
                  <a:schemeClr val="bg1"/>
                </a:solidFill>
              </a:rPr>
              <a:t>156</a:t>
            </a:r>
          </a:p>
        </p:txBody>
      </p:sp>
      <p:sp>
        <p:nvSpPr>
          <p:cNvPr id="25" name="TextBox 24">
            <a:extLst>
              <a:ext uri="{FF2B5EF4-FFF2-40B4-BE49-F238E27FC236}">
                <a16:creationId xmlns:a16="http://schemas.microsoft.com/office/drawing/2014/main" id="{6A07E492-5EF0-4085-AA14-90D280B1DF69}"/>
              </a:ext>
            </a:extLst>
          </p:cNvPr>
          <p:cNvSpPr txBox="1"/>
          <p:nvPr userDrawn="1"/>
        </p:nvSpPr>
        <p:spPr>
          <a:xfrm>
            <a:off x="1921682" y="2852903"/>
            <a:ext cx="1253995" cy="237066"/>
          </a:xfrm>
          <a:prstGeom prst="rect">
            <a:avLst/>
          </a:prstGeom>
          <a:noFill/>
        </p:spPr>
        <p:txBody>
          <a:bodyPr wrap="square" lIns="54610" tIns="54610" rIns="54610" bIns="54610" rtlCol="0" anchor="ctr">
            <a:noAutofit/>
          </a:bodyPr>
          <a:lstStyle/>
          <a:p>
            <a:pPr algn="l">
              <a:spcAft>
                <a:spcPts val="600"/>
              </a:spcAft>
            </a:pPr>
            <a:r>
              <a:rPr lang="en-GB" sz="1000"/>
              <a:t>Dark Blue</a:t>
            </a:r>
          </a:p>
        </p:txBody>
      </p:sp>
      <p:sp>
        <p:nvSpPr>
          <p:cNvPr id="30" name="TextBox 29">
            <a:extLst>
              <a:ext uri="{FF2B5EF4-FFF2-40B4-BE49-F238E27FC236}">
                <a16:creationId xmlns:a16="http://schemas.microsoft.com/office/drawing/2014/main" id="{B28A2D81-3A9C-47D3-8174-874F601607DC}"/>
              </a:ext>
            </a:extLst>
          </p:cNvPr>
          <p:cNvSpPr txBox="1"/>
          <p:nvPr userDrawn="1"/>
        </p:nvSpPr>
        <p:spPr>
          <a:xfrm>
            <a:off x="1921682" y="1830789"/>
            <a:ext cx="1253995" cy="237066"/>
          </a:xfrm>
          <a:prstGeom prst="rect">
            <a:avLst/>
          </a:prstGeom>
          <a:noFill/>
        </p:spPr>
        <p:txBody>
          <a:bodyPr wrap="square" lIns="54610" tIns="54610" rIns="54610" bIns="54610" rtlCol="0" anchor="ctr">
            <a:noAutofit/>
          </a:bodyPr>
          <a:lstStyle/>
          <a:p>
            <a:pPr algn="l">
              <a:spcAft>
                <a:spcPts val="600"/>
              </a:spcAft>
            </a:pPr>
            <a:r>
              <a:rPr lang="en-GB" sz="1000"/>
              <a:t>KPMG Blue</a:t>
            </a:r>
          </a:p>
        </p:txBody>
      </p:sp>
      <p:sp>
        <p:nvSpPr>
          <p:cNvPr id="33" name="TextBox 32">
            <a:extLst>
              <a:ext uri="{FF2B5EF4-FFF2-40B4-BE49-F238E27FC236}">
                <a16:creationId xmlns:a16="http://schemas.microsoft.com/office/drawing/2014/main" id="{2C791116-D184-4C43-9C1C-30181CDF0E84}"/>
              </a:ext>
            </a:extLst>
          </p:cNvPr>
          <p:cNvSpPr txBox="1"/>
          <p:nvPr userDrawn="1"/>
        </p:nvSpPr>
        <p:spPr>
          <a:xfrm>
            <a:off x="1921682" y="3363960"/>
            <a:ext cx="1253995" cy="237066"/>
          </a:xfrm>
          <a:prstGeom prst="rect">
            <a:avLst/>
          </a:prstGeom>
          <a:noFill/>
        </p:spPr>
        <p:txBody>
          <a:bodyPr wrap="square" lIns="54610" tIns="54610" rIns="54610" bIns="54610" rtlCol="0" anchor="ctr">
            <a:noAutofit/>
          </a:bodyPr>
          <a:lstStyle/>
          <a:p>
            <a:pPr algn="l">
              <a:spcAft>
                <a:spcPts val="600"/>
              </a:spcAft>
            </a:pPr>
            <a:r>
              <a:rPr lang="en-GB" sz="1000"/>
              <a:t>Light Blue</a:t>
            </a:r>
          </a:p>
        </p:txBody>
      </p:sp>
      <p:sp>
        <p:nvSpPr>
          <p:cNvPr id="36" name="TextBox 35">
            <a:extLst>
              <a:ext uri="{FF2B5EF4-FFF2-40B4-BE49-F238E27FC236}">
                <a16:creationId xmlns:a16="http://schemas.microsoft.com/office/drawing/2014/main" id="{0A430D78-5EDB-481E-BB6D-67D8689BCE11}"/>
              </a:ext>
            </a:extLst>
          </p:cNvPr>
          <p:cNvSpPr txBox="1"/>
          <p:nvPr userDrawn="1"/>
        </p:nvSpPr>
        <p:spPr>
          <a:xfrm>
            <a:off x="3971415" y="1817279"/>
            <a:ext cx="1253995" cy="237066"/>
          </a:xfrm>
          <a:prstGeom prst="rect">
            <a:avLst/>
          </a:prstGeom>
          <a:noFill/>
        </p:spPr>
        <p:txBody>
          <a:bodyPr wrap="square" lIns="54610" tIns="54610" rIns="54610" bIns="54610" rtlCol="0" anchor="ctr">
            <a:noAutofit/>
          </a:bodyPr>
          <a:lstStyle/>
          <a:p>
            <a:pPr algn="l">
              <a:spcAft>
                <a:spcPts val="600"/>
              </a:spcAft>
            </a:pPr>
            <a:r>
              <a:rPr lang="en-GB" sz="1000"/>
              <a:t>Blue</a:t>
            </a:r>
          </a:p>
        </p:txBody>
      </p:sp>
      <p:sp>
        <p:nvSpPr>
          <p:cNvPr id="39" name="TextBox 38">
            <a:extLst>
              <a:ext uri="{FF2B5EF4-FFF2-40B4-BE49-F238E27FC236}">
                <a16:creationId xmlns:a16="http://schemas.microsoft.com/office/drawing/2014/main" id="{E42EE987-0425-4CD8-B75D-E3E8F8C2096D}"/>
              </a:ext>
            </a:extLst>
          </p:cNvPr>
          <p:cNvSpPr txBox="1"/>
          <p:nvPr userDrawn="1"/>
        </p:nvSpPr>
        <p:spPr>
          <a:xfrm>
            <a:off x="1921682" y="2341846"/>
            <a:ext cx="1253995" cy="237066"/>
          </a:xfrm>
          <a:prstGeom prst="rect">
            <a:avLst/>
          </a:prstGeom>
          <a:noFill/>
        </p:spPr>
        <p:txBody>
          <a:bodyPr wrap="square" lIns="54610" tIns="54610" rIns="54610" bIns="54610" rtlCol="0" anchor="ctr">
            <a:noAutofit/>
          </a:bodyPr>
          <a:lstStyle/>
          <a:p>
            <a:pPr algn="l">
              <a:spcAft>
                <a:spcPts val="600"/>
              </a:spcAft>
            </a:pPr>
            <a:r>
              <a:rPr lang="en-GB" sz="1000"/>
              <a:t>Cobalt Blue</a:t>
            </a:r>
          </a:p>
        </p:txBody>
      </p:sp>
      <p:sp>
        <p:nvSpPr>
          <p:cNvPr id="45" name="TextBox 44">
            <a:extLst>
              <a:ext uri="{FF2B5EF4-FFF2-40B4-BE49-F238E27FC236}">
                <a16:creationId xmlns:a16="http://schemas.microsoft.com/office/drawing/2014/main" id="{1B01B4DF-404A-4544-B313-2720FCBDD0B4}"/>
              </a:ext>
            </a:extLst>
          </p:cNvPr>
          <p:cNvSpPr txBox="1"/>
          <p:nvPr userDrawn="1"/>
        </p:nvSpPr>
        <p:spPr>
          <a:xfrm>
            <a:off x="1921682" y="3874401"/>
            <a:ext cx="1253995" cy="237066"/>
          </a:xfrm>
          <a:prstGeom prst="rect">
            <a:avLst/>
          </a:prstGeom>
          <a:noFill/>
        </p:spPr>
        <p:txBody>
          <a:bodyPr wrap="square" lIns="54610" tIns="54610" rIns="54610" bIns="54610" rtlCol="0" anchor="ctr">
            <a:noAutofit/>
          </a:bodyPr>
          <a:lstStyle/>
          <a:p>
            <a:pPr algn="l">
              <a:spcAft>
                <a:spcPts val="600"/>
              </a:spcAft>
            </a:pPr>
            <a:r>
              <a:rPr lang="en-GB" sz="1000"/>
              <a:t>Pacific Blue</a:t>
            </a:r>
          </a:p>
        </p:txBody>
      </p:sp>
      <p:sp>
        <p:nvSpPr>
          <p:cNvPr id="48" name="TextBox 47">
            <a:extLst>
              <a:ext uri="{FF2B5EF4-FFF2-40B4-BE49-F238E27FC236}">
                <a16:creationId xmlns:a16="http://schemas.microsoft.com/office/drawing/2014/main" id="{96DFA940-4699-43CF-A21A-AE4227704697}"/>
              </a:ext>
            </a:extLst>
          </p:cNvPr>
          <p:cNvSpPr txBox="1"/>
          <p:nvPr userDrawn="1"/>
        </p:nvSpPr>
        <p:spPr>
          <a:xfrm>
            <a:off x="1921682" y="4385458"/>
            <a:ext cx="1253995" cy="237066"/>
          </a:xfrm>
          <a:prstGeom prst="rect">
            <a:avLst/>
          </a:prstGeom>
          <a:noFill/>
        </p:spPr>
        <p:txBody>
          <a:bodyPr wrap="square" lIns="54610" tIns="54610" rIns="54610" bIns="54610" rtlCol="0" anchor="ctr">
            <a:noAutofit/>
          </a:bodyPr>
          <a:lstStyle/>
          <a:p>
            <a:pPr algn="l">
              <a:spcAft>
                <a:spcPts val="600"/>
              </a:spcAft>
            </a:pPr>
            <a:r>
              <a:rPr lang="en-GB" sz="1000"/>
              <a:t>Purple</a:t>
            </a:r>
          </a:p>
        </p:txBody>
      </p:sp>
      <p:sp>
        <p:nvSpPr>
          <p:cNvPr id="51" name="TextBox 50">
            <a:extLst>
              <a:ext uri="{FF2B5EF4-FFF2-40B4-BE49-F238E27FC236}">
                <a16:creationId xmlns:a16="http://schemas.microsoft.com/office/drawing/2014/main" id="{49A40265-6498-4E16-877D-6BC9A8CE7DCA}"/>
              </a:ext>
            </a:extLst>
          </p:cNvPr>
          <p:cNvSpPr txBox="1"/>
          <p:nvPr userDrawn="1"/>
        </p:nvSpPr>
        <p:spPr>
          <a:xfrm>
            <a:off x="1921682" y="4896518"/>
            <a:ext cx="1253995" cy="237066"/>
          </a:xfrm>
          <a:prstGeom prst="rect">
            <a:avLst/>
          </a:prstGeom>
          <a:noFill/>
        </p:spPr>
        <p:txBody>
          <a:bodyPr wrap="square" lIns="54610" tIns="54610" rIns="54610" bIns="54610" rtlCol="0" anchor="ctr">
            <a:noAutofit/>
          </a:bodyPr>
          <a:lstStyle/>
          <a:p>
            <a:pPr algn="l">
              <a:spcAft>
                <a:spcPts val="600"/>
              </a:spcAft>
            </a:pPr>
            <a:r>
              <a:rPr lang="en-GB" sz="1000"/>
              <a:t>Pink</a:t>
            </a:r>
          </a:p>
        </p:txBody>
      </p:sp>
      <p:sp>
        <p:nvSpPr>
          <p:cNvPr id="9" name="Rectangle 8">
            <a:extLst>
              <a:ext uri="{FF2B5EF4-FFF2-40B4-BE49-F238E27FC236}">
                <a16:creationId xmlns:a16="http://schemas.microsoft.com/office/drawing/2014/main" id="{A4B6D9AD-8E94-4A62-B92C-C973F5486E37}"/>
              </a:ext>
            </a:extLst>
          </p:cNvPr>
          <p:cNvSpPr/>
          <p:nvPr userDrawn="1"/>
        </p:nvSpPr>
        <p:spPr>
          <a:xfrm>
            <a:off x="2999643" y="2243028"/>
            <a:ext cx="839614" cy="411225"/>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81</a:t>
            </a:r>
          </a:p>
          <a:p>
            <a:pPr algn="ctr"/>
            <a:r>
              <a:rPr lang="en-GB" sz="800">
                <a:solidFill>
                  <a:schemeClr val="bg1"/>
                </a:solidFill>
              </a:rPr>
              <a:t>13</a:t>
            </a:r>
          </a:p>
          <a:p>
            <a:pPr algn="ctr"/>
            <a:r>
              <a:rPr lang="en-GB" sz="800">
                <a:solidFill>
                  <a:schemeClr val="bg1"/>
                </a:solidFill>
              </a:rPr>
              <a:t>188</a:t>
            </a:r>
          </a:p>
        </p:txBody>
      </p:sp>
      <p:sp>
        <p:nvSpPr>
          <p:cNvPr id="10" name="Rectangle 9">
            <a:extLst>
              <a:ext uri="{FF2B5EF4-FFF2-40B4-BE49-F238E27FC236}">
                <a16:creationId xmlns:a16="http://schemas.microsoft.com/office/drawing/2014/main" id="{5D377AFC-4BDC-44AC-80A6-06A9503B868A}"/>
              </a:ext>
            </a:extLst>
          </p:cNvPr>
          <p:cNvSpPr/>
          <p:nvPr userDrawn="1"/>
        </p:nvSpPr>
        <p:spPr>
          <a:xfrm>
            <a:off x="2999643" y="2757590"/>
            <a:ext cx="839614" cy="411225"/>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180</a:t>
            </a:r>
          </a:p>
          <a:p>
            <a:pPr algn="ctr"/>
            <a:r>
              <a:rPr lang="en-GB" sz="800">
                <a:solidFill>
                  <a:schemeClr val="bg1"/>
                </a:solidFill>
              </a:rPr>
              <a:t>151</a:t>
            </a:r>
          </a:p>
          <a:p>
            <a:pPr algn="ctr"/>
            <a:r>
              <a:rPr lang="en-GB" sz="800">
                <a:solidFill>
                  <a:schemeClr val="bg1"/>
                </a:solidFill>
              </a:rPr>
              <a:t>255</a:t>
            </a:r>
          </a:p>
        </p:txBody>
      </p:sp>
      <p:sp>
        <p:nvSpPr>
          <p:cNvPr id="12" name="TextBox 11">
            <a:extLst>
              <a:ext uri="{FF2B5EF4-FFF2-40B4-BE49-F238E27FC236}">
                <a16:creationId xmlns:a16="http://schemas.microsoft.com/office/drawing/2014/main" id="{8B231EB6-12A0-47AA-88B0-D248845383EA}"/>
              </a:ext>
            </a:extLst>
          </p:cNvPr>
          <p:cNvSpPr txBox="1"/>
          <p:nvPr userDrawn="1"/>
        </p:nvSpPr>
        <p:spPr>
          <a:xfrm>
            <a:off x="2992848" y="1330325"/>
            <a:ext cx="1946348" cy="307777"/>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Accent colors for infographics and charts only</a:t>
            </a:r>
          </a:p>
        </p:txBody>
      </p:sp>
      <p:sp>
        <p:nvSpPr>
          <p:cNvPr id="59" name="Rectangle 58">
            <a:extLst>
              <a:ext uri="{FF2B5EF4-FFF2-40B4-BE49-F238E27FC236}">
                <a16:creationId xmlns:a16="http://schemas.microsoft.com/office/drawing/2014/main" id="{8B8F1FC7-CA8A-485A-9440-4EA69DF44F1B}"/>
              </a:ext>
            </a:extLst>
          </p:cNvPr>
          <p:cNvSpPr/>
          <p:nvPr userDrawn="1"/>
        </p:nvSpPr>
        <p:spPr>
          <a:xfrm>
            <a:off x="2999643" y="3272151"/>
            <a:ext cx="839614" cy="411225"/>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171</a:t>
            </a:r>
          </a:p>
          <a:p>
            <a:pPr algn="ctr"/>
            <a:r>
              <a:rPr lang="en-GB" sz="800">
                <a:solidFill>
                  <a:schemeClr val="bg1"/>
                </a:solidFill>
              </a:rPr>
              <a:t>13</a:t>
            </a:r>
          </a:p>
          <a:p>
            <a:pPr algn="ctr"/>
            <a:r>
              <a:rPr lang="en-GB" sz="800">
                <a:solidFill>
                  <a:schemeClr val="bg1"/>
                </a:solidFill>
              </a:rPr>
              <a:t>130</a:t>
            </a:r>
          </a:p>
        </p:txBody>
      </p:sp>
      <p:sp>
        <p:nvSpPr>
          <p:cNvPr id="60" name="Rectangle 59">
            <a:extLst>
              <a:ext uri="{FF2B5EF4-FFF2-40B4-BE49-F238E27FC236}">
                <a16:creationId xmlns:a16="http://schemas.microsoft.com/office/drawing/2014/main" id="{FF4DC1F0-F2DB-41DC-B843-C645575C978D}"/>
              </a:ext>
            </a:extLst>
          </p:cNvPr>
          <p:cNvSpPr/>
          <p:nvPr userDrawn="1"/>
        </p:nvSpPr>
        <p:spPr>
          <a:xfrm>
            <a:off x="2999643" y="3786713"/>
            <a:ext cx="839614" cy="411225"/>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255</a:t>
            </a:r>
          </a:p>
          <a:p>
            <a:pPr algn="ctr"/>
            <a:r>
              <a:rPr lang="en-GB" sz="800">
                <a:solidFill>
                  <a:sysClr val="windowText" lastClr="000000"/>
                </a:solidFill>
              </a:rPr>
              <a:t>163</a:t>
            </a:r>
          </a:p>
          <a:p>
            <a:pPr algn="ctr"/>
            <a:r>
              <a:rPr lang="en-GB" sz="800">
                <a:solidFill>
                  <a:sysClr val="windowText" lastClr="000000"/>
                </a:solidFill>
              </a:rPr>
              <a:t>218</a:t>
            </a:r>
          </a:p>
        </p:txBody>
      </p:sp>
      <p:sp>
        <p:nvSpPr>
          <p:cNvPr id="61" name="Rectangle 60">
            <a:extLst>
              <a:ext uri="{FF2B5EF4-FFF2-40B4-BE49-F238E27FC236}">
                <a16:creationId xmlns:a16="http://schemas.microsoft.com/office/drawing/2014/main" id="{1FDCCC15-7DDA-4C27-A66A-86FEF3CE0FDB}"/>
              </a:ext>
            </a:extLst>
          </p:cNvPr>
          <p:cNvSpPr/>
          <p:nvPr userDrawn="1"/>
        </p:nvSpPr>
        <p:spPr>
          <a:xfrm>
            <a:off x="2999643" y="4301273"/>
            <a:ext cx="839614" cy="411225"/>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9</a:t>
            </a:r>
          </a:p>
          <a:p>
            <a:pPr algn="ctr"/>
            <a:r>
              <a:rPr lang="en-GB" sz="800">
                <a:solidFill>
                  <a:schemeClr val="bg1"/>
                </a:solidFill>
              </a:rPr>
              <a:t>142</a:t>
            </a:r>
          </a:p>
          <a:p>
            <a:pPr algn="ctr"/>
            <a:r>
              <a:rPr lang="en-GB" sz="800">
                <a:solidFill>
                  <a:schemeClr val="bg1"/>
                </a:solidFill>
              </a:rPr>
              <a:t>126</a:t>
            </a:r>
          </a:p>
        </p:txBody>
      </p:sp>
      <p:sp>
        <p:nvSpPr>
          <p:cNvPr id="62" name="Rectangle 61">
            <a:extLst>
              <a:ext uri="{FF2B5EF4-FFF2-40B4-BE49-F238E27FC236}">
                <a16:creationId xmlns:a16="http://schemas.microsoft.com/office/drawing/2014/main" id="{E6A7B705-A81A-45EE-B7F8-A08C39775723}"/>
              </a:ext>
            </a:extLst>
          </p:cNvPr>
          <p:cNvSpPr/>
          <p:nvPr userDrawn="1"/>
        </p:nvSpPr>
        <p:spPr>
          <a:xfrm>
            <a:off x="2999643" y="4809441"/>
            <a:ext cx="839614" cy="411225"/>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192</a:t>
            </a:r>
          </a:p>
          <a:p>
            <a:pPr algn="ctr"/>
            <a:r>
              <a:rPr lang="en-GB" sz="800">
                <a:solidFill>
                  <a:schemeClr val="bg1"/>
                </a:solidFill>
              </a:rPr>
              <a:t>174</a:t>
            </a:r>
          </a:p>
        </p:txBody>
      </p:sp>
      <p:sp>
        <p:nvSpPr>
          <p:cNvPr id="63" name="Rectangle 62">
            <a:extLst>
              <a:ext uri="{FF2B5EF4-FFF2-40B4-BE49-F238E27FC236}">
                <a16:creationId xmlns:a16="http://schemas.microsoft.com/office/drawing/2014/main" id="{70C56EF7-AC83-449B-8CC3-F1D314081B92}"/>
              </a:ext>
            </a:extLst>
          </p:cNvPr>
          <p:cNvSpPr/>
          <p:nvPr userDrawn="1"/>
        </p:nvSpPr>
        <p:spPr>
          <a:xfrm>
            <a:off x="2999643" y="5324001"/>
            <a:ext cx="839614" cy="411225"/>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accent3"/>
                </a:solidFill>
              </a:rPr>
              <a:t>99</a:t>
            </a:r>
          </a:p>
          <a:p>
            <a:pPr algn="ctr"/>
            <a:r>
              <a:rPr lang="en-GB" sz="800">
                <a:solidFill>
                  <a:schemeClr val="accent3"/>
                </a:solidFill>
              </a:rPr>
              <a:t>235</a:t>
            </a:r>
          </a:p>
          <a:p>
            <a:pPr algn="ctr"/>
            <a:r>
              <a:rPr lang="en-GB" sz="800">
                <a:solidFill>
                  <a:schemeClr val="accent3"/>
                </a:solidFill>
              </a:rPr>
              <a:t>218</a:t>
            </a:r>
          </a:p>
        </p:txBody>
      </p:sp>
      <p:grpSp>
        <p:nvGrpSpPr>
          <p:cNvPr id="65" name="Group 64">
            <a:extLst>
              <a:ext uri="{FF2B5EF4-FFF2-40B4-BE49-F238E27FC236}">
                <a16:creationId xmlns:a16="http://schemas.microsoft.com/office/drawing/2014/main" id="{34556660-1591-47B1-B18E-F2FCE5FDCA50}"/>
              </a:ext>
            </a:extLst>
          </p:cNvPr>
          <p:cNvGrpSpPr/>
          <p:nvPr userDrawn="1"/>
        </p:nvGrpSpPr>
        <p:grpSpPr>
          <a:xfrm>
            <a:off x="3971416" y="2341846"/>
            <a:ext cx="1253995" cy="3303408"/>
            <a:chOff x="2169429" y="1756308"/>
            <a:chExt cx="2286000" cy="3303408"/>
          </a:xfrm>
        </p:grpSpPr>
        <p:sp>
          <p:nvSpPr>
            <p:cNvPr id="66" name="TextBox 65">
              <a:extLst>
                <a:ext uri="{FF2B5EF4-FFF2-40B4-BE49-F238E27FC236}">
                  <a16:creationId xmlns:a16="http://schemas.microsoft.com/office/drawing/2014/main" id="{C1242448-F6EA-445E-86F6-56F1F6B8DCA0}"/>
                </a:ext>
              </a:extLst>
            </p:cNvPr>
            <p:cNvSpPr txBox="1"/>
            <p:nvPr userDrawn="1"/>
          </p:nvSpPr>
          <p:spPr>
            <a:xfrm>
              <a:off x="2169429" y="2778422"/>
              <a:ext cx="2286000" cy="237066"/>
            </a:xfrm>
            <a:prstGeom prst="rect">
              <a:avLst/>
            </a:prstGeom>
            <a:noFill/>
          </p:spPr>
          <p:txBody>
            <a:bodyPr wrap="square" lIns="54610" tIns="54610" rIns="54610" bIns="54610" rtlCol="0" anchor="ctr">
              <a:noAutofit/>
            </a:bodyPr>
            <a:lstStyle/>
            <a:p>
              <a:pPr algn="l">
                <a:spcAft>
                  <a:spcPts val="600"/>
                </a:spcAft>
              </a:pPr>
              <a:r>
                <a:rPr lang="en-GB" sz="1000"/>
                <a:t>Dark Pink</a:t>
              </a:r>
            </a:p>
          </p:txBody>
        </p:sp>
        <p:sp>
          <p:nvSpPr>
            <p:cNvPr id="67" name="TextBox 66">
              <a:extLst>
                <a:ext uri="{FF2B5EF4-FFF2-40B4-BE49-F238E27FC236}">
                  <a16:creationId xmlns:a16="http://schemas.microsoft.com/office/drawing/2014/main" id="{F9F2D96E-0391-44D3-9D85-C49CD2682224}"/>
                </a:ext>
              </a:extLst>
            </p:cNvPr>
            <p:cNvSpPr txBox="1"/>
            <p:nvPr userDrawn="1"/>
          </p:nvSpPr>
          <p:spPr>
            <a:xfrm>
              <a:off x="2169429" y="1756308"/>
              <a:ext cx="2286000" cy="237066"/>
            </a:xfrm>
            <a:prstGeom prst="rect">
              <a:avLst/>
            </a:prstGeom>
            <a:noFill/>
          </p:spPr>
          <p:txBody>
            <a:bodyPr wrap="square" lIns="54610" tIns="54610" rIns="54610" bIns="54610" rtlCol="0" anchor="ctr">
              <a:noAutofit/>
            </a:bodyPr>
            <a:lstStyle/>
            <a:p>
              <a:pPr algn="l">
                <a:spcAft>
                  <a:spcPts val="600"/>
                </a:spcAft>
              </a:pPr>
              <a:r>
                <a:rPr lang="en-GB" sz="1000"/>
                <a:t>Dark Purple</a:t>
              </a:r>
            </a:p>
          </p:txBody>
        </p:sp>
        <p:sp>
          <p:nvSpPr>
            <p:cNvPr id="68" name="TextBox 67">
              <a:extLst>
                <a:ext uri="{FF2B5EF4-FFF2-40B4-BE49-F238E27FC236}">
                  <a16:creationId xmlns:a16="http://schemas.microsoft.com/office/drawing/2014/main" id="{712A9094-C141-4137-91C8-07CDF0270449}"/>
                </a:ext>
              </a:extLst>
            </p:cNvPr>
            <p:cNvSpPr txBox="1"/>
            <p:nvPr userDrawn="1"/>
          </p:nvSpPr>
          <p:spPr>
            <a:xfrm>
              <a:off x="2169429" y="3289479"/>
              <a:ext cx="2286000" cy="237066"/>
            </a:xfrm>
            <a:prstGeom prst="rect">
              <a:avLst/>
            </a:prstGeom>
            <a:noFill/>
          </p:spPr>
          <p:txBody>
            <a:bodyPr wrap="square" lIns="54610" tIns="54610" rIns="54610" bIns="54610" rtlCol="0" anchor="ctr">
              <a:noAutofit/>
            </a:bodyPr>
            <a:lstStyle/>
            <a:p>
              <a:pPr algn="l">
                <a:spcAft>
                  <a:spcPts val="600"/>
                </a:spcAft>
              </a:pPr>
              <a:r>
                <a:rPr lang="en-GB" sz="1000"/>
                <a:t>Light Pink</a:t>
              </a:r>
            </a:p>
          </p:txBody>
        </p:sp>
        <p:sp>
          <p:nvSpPr>
            <p:cNvPr id="69" name="TextBox 68">
              <a:extLst>
                <a:ext uri="{FF2B5EF4-FFF2-40B4-BE49-F238E27FC236}">
                  <a16:creationId xmlns:a16="http://schemas.microsoft.com/office/drawing/2014/main" id="{A455B7B5-73DE-46AF-B400-88997B50AD80}"/>
                </a:ext>
              </a:extLst>
            </p:cNvPr>
            <p:cNvSpPr txBox="1"/>
            <p:nvPr userDrawn="1"/>
          </p:nvSpPr>
          <p:spPr>
            <a:xfrm>
              <a:off x="2169429" y="3800536"/>
              <a:ext cx="2286000" cy="237066"/>
            </a:xfrm>
            <a:prstGeom prst="rect">
              <a:avLst/>
            </a:prstGeom>
            <a:noFill/>
          </p:spPr>
          <p:txBody>
            <a:bodyPr wrap="square" lIns="54610" tIns="54610" rIns="54610" bIns="54610" rtlCol="0" anchor="ctr">
              <a:noAutofit/>
            </a:bodyPr>
            <a:lstStyle/>
            <a:p>
              <a:pPr algn="l">
                <a:spcAft>
                  <a:spcPts val="600"/>
                </a:spcAft>
              </a:pPr>
              <a:r>
                <a:rPr lang="en-GB" sz="1000"/>
                <a:t>Dark Green</a:t>
              </a:r>
            </a:p>
          </p:txBody>
        </p:sp>
        <p:sp>
          <p:nvSpPr>
            <p:cNvPr id="70" name="TextBox 69">
              <a:extLst>
                <a:ext uri="{FF2B5EF4-FFF2-40B4-BE49-F238E27FC236}">
                  <a16:creationId xmlns:a16="http://schemas.microsoft.com/office/drawing/2014/main" id="{2B4C4881-6213-41A5-AC03-CCE78498A9AE}"/>
                </a:ext>
              </a:extLst>
            </p:cNvPr>
            <p:cNvSpPr txBox="1"/>
            <p:nvPr userDrawn="1"/>
          </p:nvSpPr>
          <p:spPr>
            <a:xfrm>
              <a:off x="2169429" y="2267365"/>
              <a:ext cx="2286000" cy="237066"/>
            </a:xfrm>
            <a:prstGeom prst="rect">
              <a:avLst/>
            </a:prstGeom>
            <a:noFill/>
          </p:spPr>
          <p:txBody>
            <a:bodyPr wrap="square" lIns="54610" tIns="54610" rIns="54610" bIns="54610" rtlCol="0" anchor="ctr">
              <a:noAutofit/>
            </a:bodyPr>
            <a:lstStyle/>
            <a:p>
              <a:pPr algn="l">
                <a:spcAft>
                  <a:spcPts val="600"/>
                </a:spcAft>
              </a:pPr>
              <a:r>
                <a:rPr lang="en-GB" sz="1000"/>
                <a:t>Light Purple</a:t>
              </a:r>
            </a:p>
          </p:txBody>
        </p:sp>
        <p:sp>
          <p:nvSpPr>
            <p:cNvPr id="71" name="TextBox 70">
              <a:extLst>
                <a:ext uri="{FF2B5EF4-FFF2-40B4-BE49-F238E27FC236}">
                  <a16:creationId xmlns:a16="http://schemas.microsoft.com/office/drawing/2014/main" id="{940387EA-5FDE-4F6F-BAF2-604549CCD0F0}"/>
                </a:ext>
              </a:extLst>
            </p:cNvPr>
            <p:cNvSpPr txBox="1"/>
            <p:nvPr userDrawn="1"/>
          </p:nvSpPr>
          <p:spPr>
            <a:xfrm>
              <a:off x="2169429" y="4311593"/>
              <a:ext cx="2286000" cy="237066"/>
            </a:xfrm>
            <a:prstGeom prst="rect">
              <a:avLst/>
            </a:prstGeom>
            <a:noFill/>
          </p:spPr>
          <p:txBody>
            <a:bodyPr wrap="square" lIns="54610" tIns="54610" rIns="54610" bIns="54610" rtlCol="0" anchor="ctr">
              <a:noAutofit/>
            </a:bodyPr>
            <a:lstStyle/>
            <a:p>
              <a:pPr algn="l">
                <a:spcAft>
                  <a:spcPts val="600"/>
                </a:spcAft>
              </a:pPr>
              <a:r>
                <a:rPr lang="en-GB" sz="1000"/>
                <a:t>Green</a:t>
              </a:r>
            </a:p>
          </p:txBody>
        </p:sp>
        <p:sp>
          <p:nvSpPr>
            <p:cNvPr id="72" name="TextBox 71">
              <a:extLst>
                <a:ext uri="{FF2B5EF4-FFF2-40B4-BE49-F238E27FC236}">
                  <a16:creationId xmlns:a16="http://schemas.microsoft.com/office/drawing/2014/main" id="{A92671DE-F6BD-48CB-B11C-208DD1F1CCB3}"/>
                </a:ext>
              </a:extLst>
            </p:cNvPr>
            <p:cNvSpPr txBox="1"/>
            <p:nvPr userDrawn="1"/>
          </p:nvSpPr>
          <p:spPr>
            <a:xfrm>
              <a:off x="2169429" y="4822650"/>
              <a:ext cx="2286000" cy="237066"/>
            </a:xfrm>
            <a:prstGeom prst="rect">
              <a:avLst/>
            </a:prstGeom>
            <a:noFill/>
          </p:spPr>
          <p:txBody>
            <a:bodyPr wrap="square" lIns="54610" tIns="54610" rIns="54610" bIns="54610" rtlCol="0" anchor="ctr">
              <a:noAutofit/>
            </a:bodyPr>
            <a:lstStyle/>
            <a:p>
              <a:pPr algn="l">
                <a:spcAft>
                  <a:spcPts val="600"/>
                </a:spcAft>
              </a:pPr>
              <a:r>
                <a:rPr lang="en-GB" sz="1000"/>
                <a:t>Light Green</a:t>
              </a:r>
            </a:p>
          </p:txBody>
        </p:sp>
      </p:grpSp>
      <p:sp>
        <p:nvSpPr>
          <p:cNvPr id="74" name="Rectangle 73">
            <a:extLst>
              <a:ext uri="{FF2B5EF4-FFF2-40B4-BE49-F238E27FC236}">
                <a16:creationId xmlns:a16="http://schemas.microsoft.com/office/drawing/2014/main" id="{35C7B945-9627-4D94-B008-C987FEA96972}"/>
              </a:ext>
            </a:extLst>
          </p:cNvPr>
          <p:cNvSpPr/>
          <p:nvPr userDrawn="1"/>
        </p:nvSpPr>
        <p:spPr>
          <a:xfrm>
            <a:off x="5232206" y="1731971"/>
            <a:ext cx="839614" cy="411225"/>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51</a:t>
            </a:r>
          </a:p>
          <a:p>
            <a:pPr algn="ctr"/>
            <a:r>
              <a:rPr lang="en-GB" sz="800">
                <a:solidFill>
                  <a:schemeClr val="bg1"/>
                </a:solidFill>
              </a:rPr>
              <a:t>51</a:t>
            </a:r>
          </a:p>
          <a:p>
            <a:pPr algn="ctr"/>
            <a:r>
              <a:rPr lang="en-GB" sz="800">
                <a:solidFill>
                  <a:schemeClr val="bg1"/>
                </a:solidFill>
              </a:rPr>
              <a:t>51</a:t>
            </a:r>
          </a:p>
        </p:txBody>
      </p:sp>
      <p:sp>
        <p:nvSpPr>
          <p:cNvPr id="75" name="Rectangle 74">
            <a:extLst>
              <a:ext uri="{FF2B5EF4-FFF2-40B4-BE49-F238E27FC236}">
                <a16:creationId xmlns:a16="http://schemas.microsoft.com/office/drawing/2014/main" id="{AEB1F170-4966-4AAF-ABAA-3D2A0369F7FA}"/>
              </a:ext>
            </a:extLst>
          </p:cNvPr>
          <p:cNvSpPr/>
          <p:nvPr userDrawn="1"/>
        </p:nvSpPr>
        <p:spPr>
          <a:xfrm>
            <a:off x="5232206" y="2246533"/>
            <a:ext cx="839614" cy="411225"/>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a:p>
            <a:pPr algn="ctr"/>
            <a:endParaRPr lang="en-GB" sz="800">
              <a:solidFill>
                <a:schemeClr val="bg1"/>
              </a:solidFill>
            </a:endParaRPr>
          </a:p>
        </p:txBody>
      </p:sp>
      <p:sp>
        <p:nvSpPr>
          <p:cNvPr id="76" name="TextBox 75">
            <a:extLst>
              <a:ext uri="{FF2B5EF4-FFF2-40B4-BE49-F238E27FC236}">
                <a16:creationId xmlns:a16="http://schemas.microsoft.com/office/drawing/2014/main" id="{7033C2B2-E4D1-4420-8509-EC1E2C80321F}"/>
              </a:ext>
            </a:extLst>
          </p:cNvPr>
          <p:cNvSpPr txBox="1"/>
          <p:nvPr userDrawn="1"/>
        </p:nvSpPr>
        <p:spPr>
          <a:xfrm>
            <a:off x="5225411" y="1330325"/>
            <a:ext cx="1545229" cy="307777"/>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Neutrals for infographics and charts only </a:t>
            </a:r>
          </a:p>
        </p:txBody>
      </p:sp>
      <p:sp>
        <p:nvSpPr>
          <p:cNvPr id="77" name="Rectangle 76">
            <a:extLst>
              <a:ext uri="{FF2B5EF4-FFF2-40B4-BE49-F238E27FC236}">
                <a16:creationId xmlns:a16="http://schemas.microsoft.com/office/drawing/2014/main" id="{9BFC6FF0-9D30-4829-A667-26B9E6467077}"/>
              </a:ext>
            </a:extLst>
          </p:cNvPr>
          <p:cNvSpPr/>
          <p:nvPr userDrawn="1"/>
        </p:nvSpPr>
        <p:spPr>
          <a:xfrm>
            <a:off x="5232206" y="2761094"/>
            <a:ext cx="839614" cy="411225"/>
          </a:xfrm>
          <a:prstGeom prst="rect">
            <a:avLst/>
          </a:prstGeom>
          <a:solidFill>
            <a:srgbClr val="989898"/>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152</a:t>
            </a:r>
          </a:p>
          <a:p>
            <a:pPr algn="ctr"/>
            <a:r>
              <a:rPr lang="en-GB" sz="800">
                <a:solidFill>
                  <a:schemeClr val="bg1"/>
                </a:solidFill>
              </a:rPr>
              <a:t>152</a:t>
            </a:r>
          </a:p>
          <a:p>
            <a:pPr algn="ctr"/>
            <a:r>
              <a:rPr lang="en-GB" sz="800">
                <a:solidFill>
                  <a:schemeClr val="bg1"/>
                </a:solidFill>
              </a:rPr>
              <a:t>152</a:t>
            </a:r>
          </a:p>
        </p:txBody>
      </p:sp>
      <p:sp>
        <p:nvSpPr>
          <p:cNvPr id="78" name="Rectangle 77">
            <a:extLst>
              <a:ext uri="{FF2B5EF4-FFF2-40B4-BE49-F238E27FC236}">
                <a16:creationId xmlns:a16="http://schemas.microsoft.com/office/drawing/2014/main" id="{AF40F7A4-A491-46D0-AC78-F38FB368D987}"/>
              </a:ext>
            </a:extLst>
          </p:cNvPr>
          <p:cNvSpPr/>
          <p:nvPr userDrawn="1"/>
        </p:nvSpPr>
        <p:spPr>
          <a:xfrm>
            <a:off x="5232206" y="3275656"/>
            <a:ext cx="839614" cy="411225"/>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178</a:t>
            </a:r>
          </a:p>
          <a:p>
            <a:pPr algn="ctr"/>
            <a:r>
              <a:rPr lang="en-GB" sz="800">
                <a:solidFill>
                  <a:sysClr val="windowText" lastClr="000000"/>
                </a:solidFill>
              </a:rPr>
              <a:t>178</a:t>
            </a:r>
          </a:p>
          <a:p>
            <a:pPr algn="ctr"/>
            <a:r>
              <a:rPr lang="en-GB" sz="800">
                <a:solidFill>
                  <a:sysClr val="windowText" lastClr="000000"/>
                </a:solidFill>
              </a:rPr>
              <a:t>178</a:t>
            </a:r>
          </a:p>
        </p:txBody>
      </p:sp>
      <p:sp>
        <p:nvSpPr>
          <p:cNvPr id="79" name="Rectangle 78">
            <a:extLst>
              <a:ext uri="{FF2B5EF4-FFF2-40B4-BE49-F238E27FC236}">
                <a16:creationId xmlns:a16="http://schemas.microsoft.com/office/drawing/2014/main" id="{E22CE48C-CD62-438B-AF1B-E80398CE41CF}"/>
              </a:ext>
            </a:extLst>
          </p:cNvPr>
          <p:cNvSpPr/>
          <p:nvPr userDrawn="1"/>
        </p:nvSpPr>
        <p:spPr>
          <a:xfrm>
            <a:off x="5232206" y="3790216"/>
            <a:ext cx="839614" cy="411225"/>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tx1"/>
                </a:solidFill>
              </a:rPr>
              <a:t>229</a:t>
            </a:r>
          </a:p>
          <a:p>
            <a:pPr algn="ctr"/>
            <a:r>
              <a:rPr lang="en-GB" sz="800">
                <a:solidFill>
                  <a:schemeClr val="tx1"/>
                </a:solidFill>
              </a:rPr>
              <a:t>229</a:t>
            </a:r>
          </a:p>
          <a:p>
            <a:pPr algn="ctr"/>
            <a:r>
              <a:rPr lang="en-GB" sz="800">
                <a:solidFill>
                  <a:schemeClr val="tx1"/>
                </a:solidFill>
              </a:rPr>
              <a:t>229</a:t>
            </a:r>
          </a:p>
        </p:txBody>
      </p:sp>
      <p:sp>
        <p:nvSpPr>
          <p:cNvPr id="83" name="TextBox 82">
            <a:extLst>
              <a:ext uri="{FF2B5EF4-FFF2-40B4-BE49-F238E27FC236}">
                <a16:creationId xmlns:a16="http://schemas.microsoft.com/office/drawing/2014/main" id="{BFA814C9-BD96-4348-B664-2AD4A5DAAB12}"/>
              </a:ext>
            </a:extLst>
          </p:cNvPr>
          <p:cNvSpPr txBox="1"/>
          <p:nvPr userDrawn="1"/>
        </p:nvSpPr>
        <p:spPr>
          <a:xfrm>
            <a:off x="6203979" y="2852903"/>
            <a:ext cx="1253995" cy="237066"/>
          </a:xfrm>
          <a:prstGeom prst="rect">
            <a:avLst/>
          </a:prstGeom>
          <a:noFill/>
        </p:spPr>
        <p:txBody>
          <a:bodyPr wrap="square" lIns="54610" tIns="54610" rIns="54610" bIns="54610" rtlCol="0" anchor="ctr">
            <a:noAutofit/>
          </a:bodyPr>
          <a:lstStyle/>
          <a:p>
            <a:pPr algn="l">
              <a:spcAft>
                <a:spcPts val="600"/>
              </a:spcAft>
            </a:pPr>
            <a:r>
              <a:rPr lang="en-GB" sz="1000"/>
              <a:t>Grey 3</a:t>
            </a:r>
          </a:p>
        </p:txBody>
      </p:sp>
      <p:sp>
        <p:nvSpPr>
          <p:cNvPr id="84" name="TextBox 83">
            <a:extLst>
              <a:ext uri="{FF2B5EF4-FFF2-40B4-BE49-F238E27FC236}">
                <a16:creationId xmlns:a16="http://schemas.microsoft.com/office/drawing/2014/main" id="{B38E8C09-0782-4E70-887B-080A8FC240A9}"/>
              </a:ext>
            </a:extLst>
          </p:cNvPr>
          <p:cNvSpPr txBox="1"/>
          <p:nvPr userDrawn="1"/>
        </p:nvSpPr>
        <p:spPr>
          <a:xfrm>
            <a:off x="6203979" y="1830789"/>
            <a:ext cx="1253995" cy="237066"/>
          </a:xfrm>
          <a:prstGeom prst="rect">
            <a:avLst/>
          </a:prstGeom>
          <a:noFill/>
        </p:spPr>
        <p:txBody>
          <a:bodyPr wrap="square" lIns="54610" tIns="54610" rIns="54610" bIns="54610" rtlCol="0" anchor="ctr">
            <a:noAutofit/>
          </a:bodyPr>
          <a:lstStyle/>
          <a:p>
            <a:pPr algn="l">
              <a:spcAft>
                <a:spcPts val="600"/>
              </a:spcAft>
            </a:pPr>
            <a:r>
              <a:rPr lang="en-GB" sz="1000"/>
              <a:t>Grey 1</a:t>
            </a:r>
          </a:p>
        </p:txBody>
      </p:sp>
      <p:sp>
        <p:nvSpPr>
          <p:cNvPr id="85" name="TextBox 84">
            <a:extLst>
              <a:ext uri="{FF2B5EF4-FFF2-40B4-BE49-F238E27FC236}">
                <a16:creationId xmlns:a16="http://schemas.microsoft.com/office/drawing/2014/main" id="{7C3E17E9-EAB5-401D-99B5-E01BBCBAAE59}"/>
              </a:ext>
            </a:extLst>
          </p:cNvPr>
          <p:cNvSpPr txBox="1"/>
          <p:nvPr userDrawn="1"/>
        </p:nvSpPr>
        <p:spPr>
          <a:xfrm>
            <a:off x="6203979" y="3363960"/>
            <a:ext cx="1253995" cy="237066"/>
          </a:xfrm>
          <a:prstGeom prst="rect">
            <a:avLst/>
          </a:prstGeom>
          <a:noFill/>
        </p:spPr>
        <p:txBody>
          <a:bodyPr wrap="square" lIns="54610" tIns="54610" rIns="54610" bIns="54610" rtlCol="0" anchor="ctr">
            <a:noAutofit/>
          </a:bodyPr>
          <a:lstStyle/>
          <a:p>
            <a:pPr algn="l">
              <a:spcAft>
                <a:spcPts val="600"/>
              </a:spcAft>
            </a:pPr>
            <a:r>
              <a:rPr lang="en-GB" sz="1000"/>
              <a:t>Grey 4</a:t>
            </a:r>
          </a:p>
        </p:txBody>
      </p:sp>
      <p:sp>
        <p:nvSpPr>
          <p:cNvPr id="86" name="TextBox 85">
            <a:extLst>
              <a:ext uri="{FF2B5EF4-FFF2-40B4-BE49-F238E27FC236}">
                <a16:creationId xmlns:a16="http://schemas.microsoft.com/office/drawing/2014/main" id="{DA95C41B-9591-4042-8AC0-03DBDA91FD18}"/>
              </a:ext>
            </a:extLst>
          </p:cNvPr>
          <p:cNvSpPr txBox="1"/>
          <p:nvPr userDrawn="1"/>
        </p:nvSpPr>
        <p:spPr>
          <a:xfrm>
            <a:off x="6203979" y="3875017"/>
            <a:ext cx="1253995" cy="237066"/>
          </a:xfrm>
          <a:prstGeom prst="rect">
            <a:avLst/>
          </a:prstGeom>
          <a:noFill/>
        </p:spPr>
        <p:txBody>
          <a:bodyPr wrap="square" lIns="54610" tIns="54610" rIns="54610" bIns="54610" rtlCol="0" anchor="ctr">
            <a:noAutofit/>
          </a:bodyPr>
          <a:lstStyle/>
          <a:p>
            <a:pPr algn="l">
              <a:spcAft>
                <a:spcPts val="600"/>
              </a:spcAft>
            </a:pPr>
            <a:r>
              <a:rPr lang="en-GB" sz="1000"/>
              <a:t>Grey 5</a:t>
            </a:r>
          </a:p>
        </p:txBody>
      </p:sp>
      <p:sp>
        <p:nvSpPr>
          <p:cNvPr id="87" name="TextBox 86">
            <a:extLst>
              <a:ext uri="{FF2B5EF4-FFF2-40B4-BE49-F238E27FC236}">
                <a16:creationId xmlns:a16="http://schemas.microsoft.com/office/drawing/2014/main" id="{C924189F-5F86-46B9-810F-1AF60243011B}"/>
              </a:ext>
            </a:extLst>
          </p:cNvPr>
          <p:cNvSpPr txBox="1"/>
          <p:nvPr userDrawn="1"/>
        </p:nvSpPr>
        <p:spPr>
          <a:xfrm>
            <a:off x="6203979" y="2341846"/>
            <a:ext cx="1253995" cy="237066"/>
          </a:xfrm>
          <a:prstGeom prst="rect">
            <a:avLst/>
          </a:prstGeom>
          <a:noFill/>
        </p:spPr>
        <p:txBody>
          <a:bodyPr wrap="square" lIns="54610" tIns="54610" rIns="54610" bIns="54610" rtlCol="0" anchor="ctr">
            <a:noAutofit/>
          </a:bodyPr>
          <a:lstStyle/>
          <a:p>
            <a:pPr algn="l">
              <a:spcAft>
                <a:spcPts val="600"/>
              </a:spcAft>
            </a:pPr>
            <a:r>
              <a:rPr lang="en-GB" sz="1000"/>
              <a:t>Grey 2</a:t>
            </a:r>
          </a:p>
        </p:txBody>
      </p:sp>
      <p:sp>
        <p:nvSpPr>
          <p:cNvPr id="52" name="Rectangle 51">
            <a:extLst>
              <a:ext uri="{FF2B5EF4-FFF2-40B4-BE49-F238E27FC236}">
                <a16:creationId xmlns:a16="http://schemas.microsoft.com/office/drawing/2014/main" id="{4ACB48A6-B340-401D-8994-A0E53291AC9B}"/>
              </a:ext>
            </a:extLst>
          </p:cNvPr>
          <p:cNvSpPr/>
          <p:nvPr userDrawn="1"/>
        </p:nvSpPr>
        <p:spPr>
          <a:xfrm>
            <a:off x="7170486" y="2656172"/>
            <a:ext cx="839614" cy="411225"/>
          </a:xfrm>
          <a:prstGeom prst="rect">
            <a:avLst/>
          </a:prstGeom>
          <a:gradFill>
            <a:gsLst>
              <a:gs pos="100000">
                <a:schemeClr val="accent1"/>
              </a:gs>
              <a:gs pos="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800">
              <a:solidFill>
                <a:schemeClr val="bg1"/>
              </a:solidFill>
            </a:endParaRPr>
          </a:p>
        </p:txBody>
      </p:sp>
      <p:sp>
        <p:nvSpPr>
          <p:cNvPr id="53" name="Rectangle 52">
            <a:extLst>
              <a:ext uri="{FF2B5EF4-FFF2-40B4-BE49-F238E27FC236}">
                <a16:creationId xmlns:a16="http://schemas.microsoft.com/office/drawing/2014/main" id="{26F71474-A782-4BB1-8B9F-8DCCEAF88E0C}"/>
              </a:ext>
            </a:extLst>
          </p:cNvPr>
          <p:cNvSpPr/>
          <p:nvPr userDrawn="1"/>
        </p:nvSpPr>
        <p:spPr>
          <a:xfrm>
            <a:off x="9170077" y="2656172"/>
            <a:ext cx="839614" cy="411225"/>
          </a:xfrm>
          <a:prstGeom prst="rect">
            <a:avLst/>
          </a:prstGeom>
          <a:gradFill>
            <a:gsLst>
              <a:gs pos="100000">
                <a:srgbClr val="ACEAFF"/>
              </a:gs>
              <a:gs pos="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800">
              <a:solidFill>
                <a:schemeClr val="bg1"/>
              </a:solidFill>
            </a:endParaRPr>
          </a:p>
        </p:txBody>
      </p:sp>
      <p:sp>
        <p:nvSpPr>
          <p:cNvPr id="54" name="TextBox 53">
            <a:extLst>
              <a:ext uri="{FF2B5EF4-FFF2-40B4-BE49-F238E27FC236}">
                <a16:creationId xmlns:a16="http://schemas.microsoft.com/office/drawing/2014/main" id="{2102BFCC-8EF9-4273-ADB0-A655CD827F66}"/>
              </a:ext>
            </a:extLst>
          </p:cNvPr>
          <p:cNvSpPr txBox="1"/>
          <p:nvPr userDrawn="1"/>
        </p:nvSpPr>
        <p:spPr>
          <a:xfrm>
            <a:off x="8028290" y="2743862"/>
            <a:ext cx="1568421" cy="237066"/>
          </a:xfrm>
          <a:prstGeom prst="rect">
            <a:avLst/>
          </a:prstGeom>
          <a:noFill/>
        </p:spPr>
        <p:txBody>
          <a:bodyPr wrap="square" lIns="54610" tIns="54610" rIns="54610" bIns="54610" rtlCol="0" anchor="ctr">
            <a:noAutofit/>
          </a:bodyPr>
          <a:lstStyle/>
          <a:p>
            <a:pPr algn="l">
              <a:spcAft>
                <a:spcPts val="600"/>
              </a:spcAft>
            </a:pPr>
            <a:r>
              <a:rPr lang="en-GB" sz="1000"/>
              <a:t>Purple/</a:t>
            </a:r>
            <a:br>
              <a:rPr lang="en-GB" sz="1000"/>
            </a:br>
            <a:r>
              <a:rPr lang="en-GB" sz="1000"/>
              <a:t>Cobalt gradient</a:t>
            </a:r>
          </a:p>
        </p:txBody>
      </p:sp>
      <p:sp>
        <p:nvSpPr>
          <p:cNvPr id="55" name="TextBox 54">
            <a:extLst>
              <a:ext uri="{FF2B5EF4-FFF2-40B4-BE49-F238E27FC236}">
                <a16:creationId xmlns:a16="http://schemas.microsoft.com/office/drawing/2014/main" id="{02D8D802-07C6-434C-B36C-582D2F2FAF7C}"/>
              </a:ext>
            </a:extLst>
          </p:cNvPr>
          <p:cNvSpPr txBox="1"/>
          <p:nvPr userDrawn="1"/>
        </p:nvSpPr>
        <p:spPr>
          <a:xfrm>
            <a:off x="10053992" y="2743862"/>
            <a:ext cx="1709098" cy="237066"/>
          </a:xfrm>
          <a:prstGeom prst="rect">
            <a:avLst/>
          </a:prstGeom>
          <a:noFill/>
        </p:spPr>
        <p:txBody>
          <a:bodyPr wrap="square" lIns="54610" tIns="54610" rIns="54610" bIns="54610" rtlCol="0" anchor="ctr">
            <a:noAutofit/>
          </a:bodyPr>
          <a:lstStyle/>
          <a:p>
            <a:pPr algn="l">
              <a:spcAft>
                <a:spcPts val="600"/>
              </a:spcAft>
            </a:pPr>
            <a:r>
              <a:rPr lang="en-GB" sz="1000"/>
              <a:t>Pacific/</a:t>
            </a:r>
            <a:br>
              <a:rPr lang="en-GB" sz="1000"/>
            </a:br>
            <a:r>
              <a:rPr lang="en-GB" sz="1000"/>
              <a:t>Light Blue gradient</a:t>
            </a:r>
          </a:p>
        </p:txBody>
      </p:sp>
      <p:sp>
        <p:nvSpPr>
          <p:cNvPr id="56" name="TextBox 55">
            <a:extLst>
              <a:ext uri="{FF2B5EF4-FFF2-40B4-BE49-F238E27FC236}">
                <a16:creationId xmlns:a16="http://schemas.microsoft.com/office/drawing/2014/main" id="{F56630A0-1CC3-4558-99F3-72A9846C3FA4}"/>
              </a:ext>
            </a:extLst>
          </p:cNvPr>
          <p:cNvSpPr txBox="1"/>
          <p:nvPr userDrawn="1"/>
        </p:nvSpPr>
        <p:spPr>
          <a:xfrm>
            <a:off x="7146554" y="1298952"/>
            <a:ext cx="4047046" cy="1269578"/>
          </a:xfrm>
          <a:prstGeom prst="rect">
            <a:avLst/>
          </a:prstGeom>
          <a:noFill/>
        </p:spPr>
        <p:txBody>
          <a:bodyPr wrap="square" lIns="0" tIns="0" rIns="0" bIns="0" rtlCol="0">
            <a:spAutoFit/>
          </a:bodyPr>
          <a:lstStyle/>
          <a:p>
            <a:pPr algn="l">
              <a:spcAft>
                <a:spcPts val="300"/>
              </a:spcAft>
            </a:pPr>
            <a:r>
              <a:rPr lang="en-US" sz="1000" b="1">
                <a:solidFill>
                  <a:sysClr val="windowText" lastClr="000000"/>
                </a:solidFill>
              </a:rPr>
              <a:t>Gradients</a:t>
            </a:r>
          </a:p>
          <a:p>
            <a:pPr marL="171450" indent="-171450" algn="l">
              <a:spcAft>
                <a:spcPts val="300"/>
              </a:spcAft>
              <a:buFont typeface="Arial" panose="020B0604020202020204" pitchFamily="34" charset="0"/>
              <a:buChar char="•"/>
            </a:pPr>
            <a:r>
              <a:rPr lang="en-GB" sz="1000" b="0">
                <a:solidFill>
                  <a:sysClr val="windowText" lastClr="000000"/>
                </a:solidFill>
              </a:rPr>
              <a:t>The </a:t>
            </a:r>
            <a:r>
              <a:rPr lang="en-US" sz="1000" b="0" noProof="0">
                <a:solidFill>
                  <a:sysClr val="windowText" lastClr="000000"/>
                </a:solidFill>
              </a:rPr>
              <a:t>colors</a:t>
            </a:r>
            <a:r>
              <a:rPr lang="en-GB" sz="1000" b="0">
                <a:solidFill>
                  <a:sysClr val="windowText" lastClr="000000"/>
                </a:solidFill>
              </a:rPr>
              <a:t> are applied at both ends of the gradient, at 0% and 100% locations</a:t>
            </a:r>
          </a:p>
          <a:p>
            <a:pPr marL="171450" indent="-171450" algn="l">
              <a:spcAft>
                <a:spcPts val="300"/>
              </a:spcAft>
              <a:buFont typeface="Arial" panose="020B0604020202020204" pitchFamily="34" charset="0"/>
              <a:buChar char="•"/>
            </a:pPr>
            <a:r>
              <a:rPr lang="en-GB" sz="1000" b="0">
                <a:solidFill>
                  <a:sysClr val="windowText" lastClr="000000"/>
                </a:solidFill>
              </a:rPr>
              <a:t>The midpoint is at 50%</a:t>
            </a:r>
          </a:p>
          <a:p>
            <a:pPr marL="171450" indent="-171450" algn="l">
              <a:spcAft>
                <a:spcPts val="300"/>
              </a:spcAft>
              <a:buFont typeface="Arial" panose="020B0604020202020204" pitchFamily="34" charset="0"/>
              <a:buChar char="•"/>
            </a:pPr>
            <a:r>
              <a:rPr lang="en-GB" sz="1000" b="0">
                <a:solidFill>
                  <a:sysClr val="windowText" lastClr="000000"/>
                </a:solidFill>
              </a:rPr>
              <a:t>The gradients are used at a 0º angle</a:t>
            </a:r>
          </a:p>
          <a:p>
            <a:pPr marL="171450" indent="-171450" algn="l">
              <a:spcAft>
                <a:spcPts val="300"/>
              </a:spcAft>
              <a:buFont typeface="Arial" panose="020B0604020202020204" pitchFamily="34" charset="0"/>
              <a:buChar char="•"/>
            </a:pPr>
            <a:r>
              <a:rPr lang="en-GB" sz="1000" b="0">
                <a:solidFill>
                  <a:sysClr val="windowText" lastClr="000000"/>
                </a:solidFill>
              </a:rPr>
              <a:t>Use the linear gradient, never radial</a:t>
            </a:r>
          </a:p>
          <a:p>
            <a:pPr marL="171450" indent="-171450" algn="l">
              <a:spcAft>
                <a:spcPts val="300"/>
              </a:spcAft>
              <a:buFont typeface="Arial" panose="020B0604020202020204" pitchFamily="34" charset="0"/>
              <a:buChar char="•"/>
            </a:pPr>
            <a:r>
              <a:rPr lang="en-GB" sz="1000" b="0">
                <a:solidFill>
                  <a:sysClr val="windowText" lastClr="000000"/>
                </a:solidFill>
              </a:rPr>
              <a:t>Do not create new gradients; use only the gradients shown here</a:t>
            </a:r>
            <a:endParaRPr lang="en-US" sz="1000" b="0">
              <a:solidFill>
                <a:sysClr val="windowText" lastClr="000000"/>
              </a:solidFill>
            </a:endParaRPr>
          </a:p>
        </p:txBody>
      </p:sp>
      <p:sp>
        <p:nvSpPr>
          <p:cNvPr id="57" name="Rectangle 56">
            <a:extLst>
              <a:ext uri="{FF2B5EF4-FFF2-40B4-BE49-F238E27FC236}">
                <a16:creationId xmlns:a16="http://schemas.microsoft.com/office/drawing/2014/main" id="{9D5AAA1F-BD76-48F7-8C50-6E5979B9537B}"/>
              </a:ext>
            </a:extLst>
          </p:cNvPr>
          <p:cNvSpPr/>
          <p:nvPr userDrawn="1"/>
        </p:nvSpPr>
        <p:spPr>
          <a:xfrm>
            <a:off x="5225411" y="4304594"/>
            <a:ext cx="839614" cy="411225"/>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tx1"/>
                </a:solidFill>
              </a:rPr>
              <a:t>255</a:t>
            </a:r>
          </a:p>
          <a:p>
            <a:pPr algn="ctr"/>
            <a:r>
              <a:rPr lang="en-GB" sz="800">
                <a:solidFill>
                  <a:schemeClr val="tx1"/>
                </a:solidFill>
              </a:rPr>
              <a:t>255</a:t>
            </a:r>
          </a:p>
          <a:p>
            <a:pPr algn="ctr"/>
            <a:r>
              <a:rPr lang="en-GB" sz="800">
                <a:solidFill>
                  <a:schemeClr val="tx1"/>
                </a:solidFill>
              </a:rPr>
              <a:t>255</a:t>
            </a:r>
          </a:p>
        </p:txBody>
      </p:sp>
      <p:sp>
        <p:nvSpPr>
          <p:cNvPr id="58" name="TextBox 57">
            <a:extLst>
              <a:ext uri="{FF2B5EF4-FFF2-40B4-BE49-F238E27FC236}">
                <a16:creationId xmlns:a16="http://schemas.microsoft.com/office/drawing/2014/main" id="{3485E89C-C25F-4DDF-BA6F-8600323267FE}"/>
              </a:ext>
            </a:extLst>
          </p:cNvPr>
          <p:cNvSpPr txBox="1"/>
          <p:nvPr userDrawn="1"/>
        </p:nvSpPr>
        <p:spPr>
          <a:xfrm>
            <a:off x="6197184" y="4389395"/>
            <a:ext cx="1253995" cy="237066"/>
          </a:xfrm>
          <a:prstGeom prst="rect">
            <a:avLst/>
          </a:prstGeom>
          <a:noFill/>
        </p:spPr>
        <p:txBody>
          <a:bodyPr wrap="square" lIns="54610" tIns="54610" rIns="54610" bIns="54610" rtlCol="0" anchor="ctr">
            <a:noAutofit/>
          </a:bodyPr>
          <a:lstStyle/>
          <a:p>
            <a:pPr algn="l">
              <a:spcAft>
                <a:spcPts val="600"/>
              </a:spcAft>
            </a:pPr>
            <a:r>
              <a:rPr lang="en-GB" sz="1000"/>
              <a:t>White</a:t>
            </a:r>
          </a:p>
        </p:txBody>
      </p:sp>
      <p:sp>
        <p:nvSpPr>
          <p:cNvPr id="73" name="TextBox 72">
            <a:extLst>
              <a:ext uri="{FF2B5EF4-FFF2-40B4-BE49-F238E27FC236}">
                <a16:creationId xmlns:a16="http://schemas.microsoft.com/office/drawing/2014/main" id="{66117D9B-6EF8-4B36-A112-FD6D19D0AE23}"/>
              </a:ext>
            </a:extLst>
          </p:cNvPr>
          <p:cNvSpPr txBox="1"/>
          <p:nvPr userDrawn="1"/>
        </p:nvSpPr>
        <p:spPr>
          <a:xfrm>
            <a:off x="7146554" y="3336981"/>
            <a:ext cx="1194238" cy="153888"/>
          </a:xfrm>
          <a:prstGeom prst="rect">
            <a:avLst/>
          </a:prstGeom>
          <a:noFill/>
        </p:spPr>
        <p:txBody>
          <a:bodyPr wrap="none" lIns="0" tIns="0" rIns="0" bIns="0" rtlCol="0">
            <a:noAutofit/>
          </a:bodyPr>
          <a:lstStyle/>
          <a:p>
            <a:pPr algn="l">
              <a:spcAft>
                <a:spcPts val="600"/>
              </a:spcAft>
            </a:pPr>
            <a:r>
              <a:rPr lang="en-US" sz="1000" b="1">
                <a:solidFill>
                  <a:sysClr val="windowText" lastClr="000000"/>
                </a:solidFill>
              </a:rPr>
              <a:t>Traffic Light palette</a:t>
            </a:r>
            <a:endParaRPr lang="en-US" sz="1000" b="0">
              <a:solidFill>
                <a:sysClr val="windowText" lastClr="000000"/>
              </a:solidFill>
            </a:endParaRPr>
          </a:p>
        </p:txBody>
      </p:sp>
      <p:sp>
        <p:nvSpPr>
          <p:cNvPr id="101" name="Rectangle 100">
            <a:extLst>
              <a:ext uri="{FF2B5EF4-FFF2-40B4-BE49-F238E27FC236}">
                <a16:creationId xmlns:a16="http://schemas.microsoft.com/office/drawing/2014/main" id="{8629CA1F-9C19-4EBE-AACF-DD30D2A7CB9D}"/>
              </a:ext>
            </a:extLst>
          </p:cNvPr>
          <p:cNvSpPr>
            <a:spLocks/>
          </p:cNvSpPr>
          <p:nvPr userDrawn="1"/>
        </p:nvSpPr>
        <p:spPr>
          <a:xfrm>
            <a:off x="9353776" y="3589581"/>
            <a:ext cx="839614" cy="411225"/>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38</a:t>
            </a:r>
          </a:p>
          <a:p>
            <a:pPr algn="ctr"/>
            <a:r>
              <a:rPr lang="en-GB" sz="800">
                <a:solidFill>
                  <a:schemeClr val="bg1"/>
                </a:solidFill>
              </a:rPr>
              <a:t>153</a:t>
            </a:r>
          </a:p>
          <a:p>
            <a:pPr algn="ctr"/>
            <a:r>
              <a:rPr lang="en-GB" sz="800">
                <a:solidFill>
                  <a:schemeClr val="bg1"/>
                </a:solidFill>
              </a:rPr>
              <a:t>36</a:t>
            </a:r>
          </a:p>
        </p:txBody>
      </p:sp>
      <p:sp>
        <p:nvSpPr>
          <p:cNvPr id="102" name="Rectangle 101">
            <a:extLst>
              <a:ext uri="{FF2B5EF4-FFF2-40B4-BE49-F238E27FC236}">
                <a16:creationId xmlns:a16="http://schemas.microsoft.com/office/drawing/2014/main" id="{38F50825-9522-489D-AFE6-03DCC983AE45}"/>
              </a:ext>
            </a:extLst>
          </p:cNvPr>
          <p:cNvSpPr>
            <a:spLocks/>
          </p:cNvSpPr>
          <p:nvPr userDrawn="1"/>
        </p:nvSpPr>
        <p:spPr>
          <a:xfrm>
            <a:off x="8262131" y="3589581"/>
            <a:ext cx="839614" cy="411225"/>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241</a:t>
            </a:r>
          </a:p>
          <a:p>
            <a:pPr algn="ctr"/>
            <a:r>
              <a:rPr lang="en-GB" sz="800">
                <a:solidFill>
                  <a:schemeClr val="bg1"/>
                </a:solidFill>
              </a:rPr>
              <a:t>196</a:t>
            </a:r>
          </a:p>
          <a:p>
            <a:pPr algn="ctr"/>
            <a:r>
              <a:rPr lang="en-GB" sz="800">
                <a:solidFill>
                  <a:schemeClr val="bg1"/>
                </a:solidFill>
              </a:rPr>
              <a:t>77</a:t>
            </a:r>
          </a:p>
        </p:txBody>
      </p:sp>
      <p:sp>
        <p:nvSpPr>
          <p:cNvPr id="103" name="Rectangle 102">
            <a:extLst>
              <a:ext uri="{FF2B5EF4-FFF2-40B4-BE49-F238E27FC236}">
                <a16:creationId xmlns:a16="http://schemas.microsoft.com/office/drawing/2014/main" id="{920DF8B8-BB57-4FAB-8303-1EA0BDA6B7F5}"/>
              </a:ext>
            </a:extLst>
          </p:cNvPr>
          <p:cNvSpPr>
            <a:spLocks/>
          </p:cNvSpPr>
          <p:nvPr userDrawn="1"/>
        </p:nvSpPr>
        <p:spPr>
          <a:xfrm>
            <a:off x="7170486" y="3589581"/>
            <a:ext cx="839614" cy="411225"/>
          </a:xfrm>
          <a:prstGeom prst="rect">
            <a:avLst/>
          </a:prstGeom>
          <a:solidFill>
            <a:srgbClr val="ED21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237</a:t>
            </a:r>
          </a:p>
          <a:p>
            <a:pPr algn="ctr"/>
            <a:r>
              <a:rPr lang="en-GB" sz="800">
                <a:solidFill>
                  <a:schemeClr val="bg1"/>
                </a:solidFill>
              </a:rPr>
              <a:t>33</a:t>
            </a:r>
          </a:p>
          <a:p>
            <a:pPr algn="ctr"/>
            <a:r>
              <a:rPr lang="en-GB" sz="800">
                <a:solidFill>
                  <a:schemeClr val="bg1"/>
                </a:solidFill>
              </a:rPr>
              <a:t>36</a:t>
            </a:r>
          </a:p>
        </p:txBody>
      </p:sp>
      <p:sp>
        <p:nvSpPr>
          <p:cNvPr id="104" name="TextBox 103">
            <a:extLst>
              <a:ext uri="{FF2B5EF4-FFF2-40B4-BE49-F238E27FC236}">
                <a16:creationId xmlns:a16="http://schemas.microsoft.com/office/drawing/2014/main" id="{0E284CC6-D89E-4E2E-9C1A-D2D015D4CCE1}"/>
              </a:ext>
            </a:extLst>
          </p:cNvPr>
          <p:cNvSpPr txBox="1"/>
          <p:nvPr userDrawn="1"/>
        </p:nvSpPr>
        <p:spPr>
          <a:xfrm>
            <a:off x="7146553" y="4285684"/>
            <a:ext cx="4159622" cy="626317"/>
          </a:xfrm>
          <a:prstGeom prst="rect">
            <a:avLst/>
          </a:prstGeom>
          <a:noFill/>
        </p:spPr>
        <p:txBody>
          <a:bodyPr wrap="square" lIns="0" tIns="0" rIns="0" bIns="0" rtlCol="0">
            <a:noAutofit/>
          </a:bodyPr>
          <a:lstStyle/>
          <a:p>
            <a:pPr algn="l">
              <a:spcAft>
                <a:spcPts val="600"/>
              </a:spcAft>
            </a:pPr>
            <a:r>
              <a:rPr lang="en-US" sz="1000" b="1">
                <a:solidFill>
                  <a:sysClr val="windowText" lastClr="000000"/>
                </a:solidFill>
              </a:rPr>
              <a:t>Potential chart color order</a:t>
            </a:r>
          </a:p>
          <a:p>
            <a:pPr marL="171450" indent="-171450" algn="l">
              <a:spcAft>
                <a:spcPts val="300"/>
              </a:spcAft>
              <a:buFont typeface="Arial" panose="020B0604020202020204" pitchFamily="34" charset="0"/>
              <a:buChar char="•"/>
            </a:pPr>
            <a:r>
              <a:rPr lang="en-US" sz="1000" b="0">
                <a:solidFill>
                  <a:sysClr val="windowText" lastClr="000000"/>
                </a:solidFill>
              </a:rPr>
              <a:t>Prioritize our blues, but they don’t have to be used all at once</a:t>
            </a:r>
          </a:p>
          <a:p>
            <a:pPr marL="171450" indent="-171450" algn="l">
              <a:spcAft>
                <a:spcPts val="300"/>
              </a:spcAft>
              <a:buFont typeface="Arial" panose="020B0604020202020204" pitchFamily="34" charset="0"/>
              <a:buChar char="•"/>
            </a:pPr>
            <a:r>
              <a:rPr lang="en-US" sz="1000" b="0">
                <a:solidFill>
                  <a:sysClr val="windowText" lastClr="000000"/>
                </a:solidFill>
              </a:rPr>
              <a:t>Mix light, mid, and dark tones within data sets</a:t>
            </a:r>
          </a:p>
        </p:txBody>
      </p:sp>
      <p:cxnSp>
        <p:nvCxnSpPr>
          <p:cNvPr id="105" name="Straight Connector 104">
            <a:extLst>
              <a:ext uri="{FF2B5EF4-FFF2-40B4-BE49-F238E27FC236}">
                <a16:creationId xmlns:a16="http://schemas.microsoft.com/office/drawing/2014/main" id="{32E93FD9-5621-45B8-BDA7-4C88B41DB4D9}"/>
              </a:ext>
            </a:extLst>
          </p:cNvPr>
          <p:cNvCxnSpPr/>
          <p:nvPr userDrawn="1"/>
        </p:nvCxnSpPr>
        <p:spPr>
          <a:xfrm>
            <a:off x="7170486" y="3242602"/>
            <a:ext cx="4023114"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98F7303C-5EE8-4FA6-A437-87F2BF61E6C8}"/>
              </a:ext>
            </a:extLst>
          </p:cNvPr>
          <p:cNvCxnSpPr/>
          <p:nvPr userDrawn="1"/>
        </p:nvCxnSpPr>
        <p:spPr>
          <a:xfrm>
            <a:off x="7170486" y="4176642"/>
            <a:ext cx="4023114"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07" name="Group 106">
            <a:extLst>
              <a:ext uri="{FF2B5EF4-FFF2-40B4-BE49-F238E27FC236}">
                <a16:creationId xmlns:a16="http://schemas.microsoft.com/office/drawing/2014/main" id="{39C72177-73C5-408A-8C21-86379F35DFDA}"/>
              </a:ext>
            </a:extLst>
          </p:cNvPr>
          <p:cNvGrpSpPr/>
          <p:nvPr userDrawn="1"/>
        </p:nvGrpSpPr>
        <p:grpSpPr>
          <a:xfrm>
            <a:off x="7170486" y="5015319"/>
            <a:ext cx="4023114" cy="868052"/>
            <a:chOff x="6942744" y="5227726"/>
            <a:chExt cx="6397168" cy="1380293"/>
          </a:xfrm>
        </p:grpSpPr>
        <p:sp>
          <p:nvSpPr>
            <p:cNvPr id="108" name="Rectangle 107">
              <a:extLst>
                <a:ext uri="{FF2B5EF4-FFF2-40B4-BE49-F238E27FC236}">
                  <a16:creationId xmlns:a16="http://schemas.microsoft.com/office/drawing/2014/main" id="{09C4E567-3FDF-4915-8D1F-4D3869F8570F}"/>
                </a:ext>
              </a:extLst>
            </p:cNvPr>
            <p:cNvSpPr/>
            <p:nvPr userDrawn="1"/>
          </p:nvSpPr>
          <p:spPr>
            <a:xfrm>
              <a:off x="8821942" y="5227726"/>
              <a:ext cx="759576" cy="592341"/>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30</a:t>
              </a:r>
            </a:p>
            <a:p>
              <a:pPr algn="ctr"/>
              <a:r>
                <a:rPr lang="en-GB" sz="800">
                  <a:solidFill>
                    <a:schemeClr val="bg1"/>
                  </a:solidFill>
                </a:rPr>
                <a:t>73</a:t>
              </a:r>
            </a:p>
            <a:p>
              <a:pPr algn="ctr"/>
              <a:r>
                <a:rPr lang="en-GB" sz="800">
                  <a:solidFill>
                    <a:schemeClr val="bg1"/>
                  </a:solidFill>
                </a:rPr>
                <a:t>226</a:t>
              </a:r>
            </a:p>
          </p:txBody>
        </p:sp>
        <p:sp>
          <p:nvSpPr>
            <p:cNvPr id="109" name="Rectangle 108">
              <a:extLst>
                <a:ext uri="{FF2B5EF4-FFF2-40B4-BE49-F238E27FC236}">
                  <a16:creationId xmlns:a16="http://schemas.microsoft.com/office/drawing/2014/main" id="{2DA33985-45D0-4046-B44C-8DCBCFFD86AC}"/>
                </a:ext>
              </a:extLst>
            </p:cNvPr>
            <p:cNvSpPr/>
            <p:nvPr userDrawn="1"/>
          </p:nvSpPr>
          <p:spPr>
            <a:xfrm>
              <a:off x="6942744" y="5227726"/>
              <a:ext cx="759576" cy="592341"/>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51</a:t>
              </a:r>
            </a:p>
            <a:p>
              <a:pPr algn="ctr"/>
              <a:r>
                <a:rPr lang="en-GB" sz="800">
                  <a:solidFill>
                    <a:schemeClr val="bg1"/>
                  </a:solidFill>
                </a:rPr>
                <a:t>141</a:t>
              </a:r>
            </a:p>
          </p:txBody>
        </p:sp>
        <p:sp>
          <p:nvSpPr>
            <p:cNvPr id="110" name="Rectangle 109">
              <a:extLst>
                <a:ext uri="{FF2B5EF4-FFF2-40B4-BE49-F238E27FC236}">
                  <a16:creationId xmlns:a16="http://schemas.microsoft.com/office/drawing/2014/main" id="{60024D76-5422-4C07-A547-F2C593130265}"/>
                </a:ext>
              </a:extLst>
            </p:cNvPr>
            <p:cNvSpPr/>
            <p:nvPr userDrawn="1"/>
          </p:nvSpPr>
          <p:spPr>
            <a:xfrm>
              <a:off x="9761541" y="5227726"/>
              <a:ext cx="759576" cy="592341"/>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118</a:t>
              </a:r>
            </a:p>
            <a:p>
              <a:pPr algn="ctr"/>
              <a:r>
                <a:rPr lang="en-GB" sz="800">
                  <a:solidFill>
                    <a:sysClr val="windowText" lastClr="000000"/>
                  </a:solidFill>
                </a:rPr>
                <a:t>210</a:t>
              </a:r>
            </a:p>
            <a:p>
              <a:pPr algn="ctr"/>
              <a:r>
                <a:rPr lang="en-GB" sz="800">
                  <a:solidFill>
                    <a:sysClr val="windowText" lastClr="000000"/>
                  </a:solidFill>
                </a:rPr>
                <a:t>255</a:t>
              </a:r>
            </a:p>
          </p:txBody>
        </p:sp>
        <p:sp>
          <p:nvSpPr>
            <p:cNvPr id="111" name="Rectangle 110">
              <a:extLst>
                <a:ext uri="{FF2B5EF4-FFF2-40B4-BE49-F238E27FC236}">
                  <a16:creationId xmlns:a16="http://schemas.microsoft.com/office/drawing/2014/main" id="{06E42AD4-4E53-43DB-966B-14EA0ED3E458}"/>
                </a:ext>
              </a:extLst>
            </p:cNvPr>
            <p:cNvSpPr/>
            <p:nvPr userDrawn="1"/>
          </p:nvSpPr>
          <p:spPr>
            <a:xfrm>
              <a:off x="11640737" y="5227726"/>
              <a:ext cx="759576" cy="592341"/>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180</a:t>
              </a:r>
            </a:p>
            <a:p>
              <a:pPr algn="ctr"/>
              <a:r>
                <a:rPr lang="en-GB" sz="800">
                  <a:solidFill>
                    <a:schemeClr val="bg1"/>
                  </a:solidFill>
                </a:rPr>
                <a:t>151</a:t>
              </a:r>
            </a:p>
            <a:p>
              <a:pPr algn="ctr"/>
              <a:r>
                <a:rPr lang="en-GB" sz="800">
                  <a:solidFill>
                    <a:schemeClr val="bg1"/>
                  </a:solidFill>
                </a:rPr>
                <a:t>255</a:t>
              </a:r>
            </a:p>
          </p:txBody>
        </p:sp>
        <p:sp>
          <p:nvSpPr>
            <p:cNvPr id="112" name="Rectangle 111">
              <a:extLst>
                <a:ext uri="{FF2B5EF4-FFF2-40B4-BE49-F238E27FC236}">
                  <a16:creationId xmlns:a16="http://schemas.microsoft.com/office/drawing/2014/main" id="{3123BFF0-C9BC-4A9F-8C1A-6677CDC1F631}"/>
                </a:ext>
              </a:extLst>
            </p:cNvPr>
            <p:cNvSpPr/>
            <p:nvPr userDrawn="1"/>
          </p:nvSpPr>
          <p:spPr>
            <a:xfrm>
              <a:off x="8821942" y="6015678"/>
              <a:ext cx="759576" cy="592341"/>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253</a:t>
              </a:r>
            </a:p>
            <a:p>
              <a:pPr algn="ctr"/>
              <a:r>
                <a:rPr lang="en-GB" sz="800">
                  <a:solidFill>
                    <a:schemeClr val="bg1"/>
                  </a:solidFill>
                </a:rPr>
                <a:t>52</a:t>
              </a:r>
            </a:p>
            <a:p>
              <a:pPr algn="ctr"/>
              <a:r>
                <a:rPr lang="en-GB" sz="800">
                  <a:solidFill>
                    <a:schemeClr val="bg1"/>
                  </a:solidFill>
                </a:rPr>
                <a:t>156</a:t>
              </a:r>
            </a:p>
          </p:txBody>
        </p:sp>
        <p:sp>
          <p:nvSpPr>
            <p:cNvPr id="113" name="Rectangle 112">
              <a:extLst>
                <a:ext uri="{FF2B5EF4-FFF2-40B4-BE49-F238E27FC236}">
                  <a16:creationId xmlns:a16="http://schemas.microsoft.com/office/drawing/2014/main" id="{2B91896C-FA19-4C29-A6A4-8285D7F3418C}"/>
                </a:ext>
              </a:extLst>
            </p:cNvPr>
            <p:cNvSpPr/>
            <p:nvPr userDrawn="1"/>
          </p:nvSpPr>
          <p:spPr>
            <a:xfrm>
              <a:off x="10701139" y="5227726"/>
              <a:ext cx="759576" cy="592341"/>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114</a:t>
              </a:r>
            </a:p>
            <a:p>
              <a:pPr algn="ctr"/>
              <a:r>
                <a:rPr lang="en-GB" sz="800">
                  <a:solidFill>
                    <a:schemeClr val="bg1"/>
                  </a:solidFill>
                </a:rPr>
                <a:t>19</a:t>
              </a:r>
            </a:p>
            <a:p>
              <a:pPr algn="ctr"/>
              <a:r>
                <a:rPr lang="en-GB" sz="800">
                  <a:solidFill>
                    <a:schemeClr val="bg1"/>
                  </a:solidFill>
                </a:rPr>
                <a:t>234</a:t>
              </a:r>
            </a:p>
          </p:txBody>
        </p:sp>
        <p:sp>
          <p:nvSpPr>
            <p:cNvPr id="114" name="Rectangle 113">
              <a:extLst>
                <a:ext uri="{FF2B5EF4-FFF2-40B4-BE49-F238E27FC236}">
                  <a16:creationId xmlns:a16="http://schemas.microsoft.com/office/drawing/2014/main" id="{48E4376B-58CB-4B0E-AB7F-3AF61E7659F9}"/>
                </a:ext>
              </a:extLst>
            </p:cNvPr>
            <p:cNvSpPr/>
            <p:nvPr userDrawn="1"/>
          </p:nvSpPr>
          <p:spPr>
            <a:xfrm>
              <a:off x="9761541" y="6015678"/>
              <a:ext cx="759576" cy="592341"/>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255</a:t>
              </a:r>
            </a:p>
            <a:p>
              <a:pPr algn="ctr"/>
              <a:r>
                <a:rPr lang="en-GB" sz="800">
                  <a:solidFill>
                    <a:schemeClr val="bg1"/>
                  </a:solidFill>
                </a:rPr>
                <a:t>163</a:t>
              </a:r>
            </a:p>
            <a:p>
              <a:pPr algn="ctr"/>
              <a:r>
                <a:rPr lang="en-GB" sz="800">
                  <a:solidFill>
                    <a:schemeClr val="bg1"/>
                  </a:solidFill>
                </a:rPr>
                <a:t>218</a:t>
              </a:r>
            </a:p>
          </p:txBody>
        </p:sp>
        <p:sp>
          <p:nvSpPr>
            <p:cNvPr id="115" name="Rectangle 114">
              <a:extLst>
                <a:ext uri="{FF2B5EF4-FFF2-40B4-BE49-F238E27FC236}">
                  <a16:creationId xmlns:a16="http://schemas.microsoft.com/office/drawing/2014/main" id="{6CCBC42E-797C-4CB6-8C59-2D6FCDDB1F33}"/>
                </a:ext>
              </a:extLst>
            </p:cNvPr>
            <p:cNvSpPr/>
            <p:nvPr userDrawn="1"/>
          </p:nvSpPr>
          <p:spPr>
            <a:xfrm>
              <a:off x="6942744" y="6015678"/>
              <a:ext cx="759576" cy="592341"/>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192</a:t>
              </a:r>
            </a:p>
            <a:p>
              <a:pPr algn="ctr"/>
              <a:r>
                <a:rPr lang="en-GB" sz="800">
                  <a:solidFill>
                    <a:schemeClr val="bg1"/>
                  </a:solidFill>
                </a:rPr>
                <a:t>174</a:t>
              </a:r>
            </a:p>
          </p:txBody>
        </p:sp>
        <p:sp>
          <p:nvSpPr>
            <p:cNvPr id="116" name="Rectangle 115">
              <a:extLst>
                <a:ext uri="{FF2B5EF4-FFF2-40B4-BE49-F238E27FC236}">
                  <a16:creationId xmlns:a16="http://schemas.microsoft.com/office/drawing/2014/main" id="{691DA2AF-1629-48DB-9571-C0A4059F3B38}"/>
                </a:ext>
              </a:extLst>
            </p:cNvPr>
            <p:cNvSpPr/>
            <p:nvPr userDrawn="1"/>
          </p:nvSpPr>
          <p:spPr>
            <a:xfrm>
              <a:off x="12580336" y="6015678"/>
              <a:ext cx="759576" cy="592341"/>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99</a:t>
              </a:r>
            </a:p>
            <a:p>
              <a:pPr algn="ctr"/>
              <a:r>
                <a:rPr lang="en-GB" sz="800">
                  <a:solidFill>
                    <a:sysClr val="windowText" lastClr="000000"/>
                  </a:solidFill>
                </a:rPr>
                <a:t>235</a:t>
              </a:r>
            </a:p>
            <a:p>
              <a:pPr algn="ctr"/>
              <a:r>
                <a:rPr lang="en-GB" sz="800">
                  <a:solidFill>
                    <a:sysClr val="windowText" lastClr="000000"/>
                  </a:solidFill>
                </a:rPr>
                <a:t>218</a:t>
              </a:r>
            </a:p>
          </p:txBody>
        </p:sp>
        <p:sp>
          <p:nvSpPr>
            <p:cNvPr id="117" name="Rectangle 116">
              <a:extLst>
                <a:ext uri="{FF2B5EF4-FFF2-40B4-BE49-F238E27FC236}">
                  <a16:creationId xmlns:a16="http://schemas.microsoft.com/office/drawing/2014/main" id="{7004D9F3-522B-4798-8584-5DAEBCA82D69}"/>
                </a:ext>
              </a:extLst>
            </p:cNvPr>
            <p:cNvSpPr/>
            <p:nvPr userDrawn="1"/>
          </p:nvSpPr>
          <p:spPr>
            <a:xfrm>
              <a:off x="7882343" y="5227726"/>
              <a:ext cx="759576" cy="592341"/>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184</a:t>
              </a:r>
            </a:p>
            <a:p>
              <a:pPr algn="ctr"/>
              <a:r>
                <a:rPr lang="en-GB" sz="800">
                  <a:solidFill>
                    <a:schemeClr val="bg1"/>
                  </a:solidFill>
                </a:rPr>
                <a:t>245</a:t>
              </a:r>
            </a:p>
          </p:txBody>
        </p:sp>
        <p:sp>
          <p:nvSpPr>
            <p:cNvPr id="118" name="Rectangle 117">
              <a:extLst>
                <a:ext uri="{FF2B5EF4-FFF2-40B4-BE49-F238E27FC236}">
                  <a16:creationId xmlns:a16="http://schemas.microsoft.com/office/drawing/2014/main" id="{DDFAE922-1756-4DBB-9867-8AF985CB3C58}"/>
                </a:ext>
              </a:extLst>
            </p:cNvPr>
            <p:cNvSpPr/>
            <p:nvPr userDrawn="1"/>
          </p:nvSpPr>
          <p:spPr>
            <a:xfrm>
              <a:off x="11640737" y="6015678"/>
              <a:ext cx="759576" cy="592341"/>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81</a:t>
              </a:r>
            </a:p>
            <a:p>
              <a:pPr algn="ctr"/>
              <a:r>
                <a:rPr lang="en-GB" sz="800">
                  <a:solidFill>
                    <a:schemeClr val="bg1"/>
                  </a:solidFill>
                </a:rPr>
                <a:t>13</a:t>
              </a:r>
            </a:p>
            <a:p>
              <a:pPr algn="ctr"/>
              <a:r>
                <a:rPr lang="en-GB" sz="800">
                  <a:solidFill>
                    <a:schemeClr val="bg1"/>
                  </a:solidFill>
                </a:rPr>
                <a:t>188</a:t>
              </a:r>
            </a:p>
          </p:txBody>
        </p:sp>
        <p:sp>
          <p:nvSpPr>
            <p:cNvPr id="119" name="Rectangle 118">
              <a:extLst>
                <a:ext uri="{FF2B5EF4-FFF2-40B4-BE49-F238E27FC236}">
                  <a16:creationId xmlns:a16="http://schemas.microsoft.com/office/drawing/2014/main" id="{88FF5845-C594-4FAB-AA8F-EA33A333B321}"/>
                </a:ext>
              </a:extLst>
            </p:cNvPr>
            <p:cNvSpPr/>
            <p:nvPr userDrawn="1"/>
          </p:nvSpPr>
          <p:spPr>
            <a:xfrm>
              <a:off x="12580336" y="5227726"/>
              <a:ext cx="759576" cy="592341"/>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9</a:t>
              </a:r>
            </a:p>
            <a:p>
              <a:pPr algn="ctr"/>
              <a:r>
                <a:rPr lang="en-GB" sz="800">
                  <a:solidFill>
                    <a:schemeClr val="bg1"/>
                  </a:solidFill>
                </a:rPr>
                <a:t>142</a:t>
              </a:r>
            </a:p>
            <a:p>
              <a:pPr algn="ctr"/>
              <a:r>
                <a:rPr lang="en-GB" sz="800">
                  <a:solidFill>
                    <a:schemeClr val="bg1"/>
                  </a:solidFill>
                </a:rPr>
                <a:t>126</a:t>
              </a:r>
            </a:p>
          </p:txBody>
        </p:sp>
        <p:sp>
          <p:nvSpPr>
            <p:cNvPr id="120" name="Rectangle 119">
              <a:extLst>
                <a:ext uri="{FF2B5EF4-FFF2-40B4-BE49-F238E27FC236}">
                  <a16:creationId xmlns:a16="http://schemas.microsoft.com/office/drawing/2014/main" id="{BDF8DBD9-3426-4B1A-A0E8-1F5F3DA02FE2}"/>
                </a:ext>
              </a:extLst>
            </p:cNvPr>
            <p:cNvSpPr/>
            <p:nvPr userDrawn="1"/>
          </p:nvSpPr>
          <p:spPr>
            <a:xfrm>
              <a:off x="10701139" y="6015678"/>
              <a:ext cx="759576" cy="592341"/>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p:txBody>
        </p:sp>
        <p:sp>
          <p:nvSpPr>
            <p:cNvPr id="121" name="Rectangle 120">
              <a:extLst>
                <a:ext uri="{FF2B5EF4-FFF2-40B4-BE49-F238E27FC236}">
                  <a16:creationId xmlns:a16="http://schemas.microsoft.com/office/drawing/2014/main" id="{7F2702EE-4E6E-4980-B5D2-9FC76A136BA8}"/>
                </a:ext>
              </a:extLst>
            </p:cNvPr>
            <p:cNvSpPr/>
            <p:nvPr userDrawn="1"/>
          </p:nvSpPr>
          <p:spPr>
            <a:xfrm>
              <a:off x="7882343" y="6015678"/>
              <a:ext cx="759576" cy="592341"/>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171</a:t>
              </a:r>
            </a:p>
            <a:p>
              <a:pPr algn="ctr"/>
              <a:r>
                <a:rPr lang="en-GB" sz="800">
                  <a:solidFill>
                    <a:schemeClr val="bg1"/>
                  </a:solidFill>
                </a:rPr>
                <a:t>13</a:t>
              </a:r>
            </a:p>
            <a:p>
              <a:pPr algn="ctr"/>
              <a:r>
                <a:rPr lang="en-GB" sz="800">
                  <a:solidFill>
                    <a:schemeClr val="bg1"/>
                  </a:solidFill>
                </a:rPr>
                <a:t>130</a:t>
              </a:r>
            </a:p>
          </p:txBody>
        </p:sp>
      </p:grpSp>
    </p:spTree>
    <p:extLst>
      <p:ext uri="{BB962C8B-B14F-4D97-AF65-F5344CB8AC3E}">
        <p14:creationId xmlns:p14="http://schemas.microsoft.com/office/powerpoint/2010/main" val="1656941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Header onl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A5800B6-9CCF-7254-698A-A635BF3B42BA}"/>
              </a:ext>
            </a:extLst>
          </p:cNvPr>
          <p:cNvSpPr>
            <a:spLocks/>
          </p:cNvSpPr>
          <p:nvPr userDrawn="1"/>
        </p:nvSpPr>
        <p:spPr>
          <a:xfrm>
            <a:off x="4" y="0"/>
            <a:ext cx="2603496" cy="5876926"/>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marL="0" marR="0" lvl="0" indent="0" algn="l" defTabSz="914400" rtl="0" eaLnBrk="1" fontAlgn="auto" latinLnBrk="0" hangingPunct="1">
              <a:lnSpc>
                <a:spcPct val="70000"/>
              </a:lnSpc>
              <a:spcBef>
                <a:spcPct val="0"/>
              </a:spcBef>
              <a:spcAft>
                <a:spcPts val="0"/>
              </a:spcAft>
              <a:buClrTx/>
              <a:buSzTx/>
              <a:buFontTx/>
              <a:buNone/>
              <a:tabLst/>
              <a:defRPr/>
            </a:pPr>
            <a:endParaRPr kumimoji="0" lang="en-GB" sz="8800" b="0" i="0" u="none" strike="noStrike" kern="1200" cap="none" spc="0" normalizeH="0" baseline="0" noProof="0">
              <a:ln>
                <a:noFill/>
              </a:ln>
              <a:solidFill>
                <a:srgbClr val="FFFFFF"/>
              </a:solidFill>
              <a:effectLst/>
              <a:uLnTx/>
              <a:uFillTx/>
              <a:latin typeface="KPMG Bold" panose="020B0803030202040204" pitchFamily="34" charset="0"/>
              <a:ea typeface="+mn-ea"/>
              <a:cs typeface="+mn-cs"/>
            </a:endParaRPr>
          </a:p>
        </p:txBody>
      </p:sp>
      <p:sp>
        <p:nvSpPr>
          <p:cNvPr id="5" name="object 7">
            <a:extLst>
              <a:ext uri="{FF2B5EF4-FFF2-40B4-BE49-F238E27FC236}">
                <a16:creationId xmlns:a16="http://schemas.microsoft.com/office/drawing/2014/main" id="{1FF3C933-885B-F70F-F20E-15CC63E9D930}"/>
              </a:ext>
            </a:extLst>
          </p:cNvPr>
          <p:cNvSpPr/>
          <p:nvPr userDrawn="1"/>
        </p:nvSpPr>
        <p:spPr>
          <a:xfrm>
            <a:off x="-1" y="2892744"/>
            <a:ext cx="2651760" cy="45719"/>
          </a:xfrm>
          <a:custGeom>
            <a:avLst/>
            <a:gdLst/>
            <a:ahLst/>
            <a:cxnLst/>
            <a:rect l="l" t="t" r="r" b="b"/>
            <a:pathLst>
              <a:path w="3560445">
                <a:moveTo>
                  <a:pt x="0" y="0"/>
                </a:moveTo>
                <a:lnTo>
                  <a:pt x="3560101" y="0"/>
                </a:lnTo>
              </a:path>
            </a:pathLst>
          </a:custGeom>
          <a:ln w="62825">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1" b="0" i="0" u="none" strike="noStrike" kern="1200" cap="none" spc="0" normalizeH="0" baseline="0" noProof="0">
              <a:ln>
                <a:noFill/>
              </a:ln>
              <a:solidFill>
                <a:srgbClr val="000000"/>
              </a:solidFill>
              <a:effectLst/>
              <a:uLnTx/>
              <a:uFillTx/>
              <a:latin typeface="Arial"/>
              <a:ea typeface="+mn-ea"/>
              <a:cs typeface="+mn-cs"/>
            </a:endParaRPr>
          </a:p>
        </p:txBody>
      </p:sp>
      <p:sp>
        <p:nvSpPr>
          <p:cNvPr id="12" name="Title 11">
            <a:extLst>
              <a:ext uri="{FF2B5EF4-FFF2-40B4-BE49-F238E27FC236}">
                <a16:creationId xmlns:a16="http://schemas.microsoft.com/office/drawing/2014/main" id="{0140BDF6-1709-4038-8A40-FB1269320056}"/>
              </a:ext>
            </a:extLst>
          </p:cNvPr>
          <p:cNvSpPr>
            <a:spLocks noGrp="1"/>
          </p:cNvSpPr>
          <p:nvPr>
            <p:ph type="title"/>
          </p:nvPr>
        </p:nvSpPr>
        <p:spPr>
          <a:xfrm>
            <a:off x="2755902" y="418374"/>
            <a:ext cx="8443912" cy="473976"/>
          </a:xfrm>
        </p:spPr>
        <p:txBody>
          <a:bodyPr/>
          <a:lstStyle>
            <a:lvl1pPr>
              <a:defRPr/>
            </a:lvl1pPr>
          </a:lstStyle>
          <a:p>
            <a:r>
              <a:rPr lang="en-US"/>
              <a:t>Click to edit Master title style</a:t>
            </a:r>
          </a:p>
        </p:txBody>
      </p:sp>
      <p:sp>
        <p:nvSpPr>
          <p:cNvPr id="7" name="Picture Placeholder 6">
            <a:extLst>
              <a:ext uri="{FF2B5EF4-FFF2-40B4-BE49-F238E27FC236}">
                <a16:creationId xmlns:a16="http://schemas.microsoft.com/office/drawing/2014/main" id="{B9B63D89-0E15-8B95-9176-0C624643A4A3}"/>
              </a:ext>
            </a:extLst>
          </p:cNvPr>
          <p:cNvSpPr>
            <a:spLocks noGrp="1"/>
          </p:cNvSpPr>
          <p:nvPr>
            <p:ph type="pic" sz="quarter" idx="10"/>
          </p:nvPr>
        </p:nvSpPr>
        <p:spPr>
          <a:xfrm>
            <a:off x="1049544" y="238868"/>
            <a:ext cx="1216152" cy="1216152"/>
          </a:xfrm>
          <a:prstGeom prst="ellipse">
            <a:avLst/>
          </a:prstGeom>
        </p:spPr>
        <p:txBody>
          <a:bodyPr/>
          <a:lstStyle/>
          <a:p>
            <a:endParaRPr lang="en-GB"/>
          </a:p>
        </p:txBody>
      </p:sp>
    </p:spTree>
    <p:extLst>
      <p:ext uri="{BB962C8B-B14F-4D97-AF65-F5344CB8AC3E}">
        <p14:creationId xmlns:p14="http://schemas.microsoft.com/office/powerpoint/2010/main" val="2188173551"/>
      </p:ext>
    </p:extLst>
  </p:cSld>
  <p:clrMapOvr>
    <a:masterClrMapping/>
  </p:clrMapOvr>
  <p:extLst>
    <p:ext uri="{DCECCB84-F9BA-43D5-87BE-67443E8EF086}">
      <p15:sldGuideLst xmlns:p15="http://schemas.microsoft.com/office/powerpoint/2012/main">
        <p15:guide id="1" orient="horz" pos="666">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4" name="Picture Placeholder 3"/>
          <p:cNvSpPr>
            <a:spLocks noGrp="1"/>
          </p:cNvSpPr>
          <p:nvPr>
            <p:ph type="pic" sz="quarter" idx="12"/>
          </p:nvPr>
        </p:nvSpPr>
        <p:spPr>
          <a:xfrm>
            <a:off x="386752" y="478968"/>
            <a:ext cx="1621536" cy="1399032"/>
          </a:xfrm>
        </p:spPr>
        <p:txBody>
          <a:bodyPr/>
          <a:lstStyle/>
          <a:p>
            <a:endParaRPr lang="en-GB"/>
          </a:p>
        </p:txBody>
      </p:sp>
      <p:sp>
        <p:nvSpPr>
          <p:cNvPr id="2" name="Title 1"/>
          <p:cNvSpPr>
            <a:spLocks noGrp="1"/>
          </p:cNvSpPr>
          <p:nvPr>
            <p:ph type="title"/>
          </p:nvPr>
        </p:nvSpPr>
        <p:spPr>
          <a:xfrm>
            <a:off x="2878667" y="478969"/>
            <a:ext cx="8310133" cy="445529"/>
          </a:xfrm>
        </p:spPr>
        <p:txBody>
          <a:bodyPr anchor="ctr" anchorCtr="0"/>
          <a:lstStyle>
            <a:lvl1pPr>
              <a:defRPr sz="2400"/>
            </a:lvl1pPr>
          </a:lstStyle>
          <a:p>
            <a:r>
              <a:rPr lang="en-US"/>
              <a:t>Click to edit Master title style</a:t>
            </a:r>
            <a:endParaRPr lang="en-GB"/>
          </a:p>
        </p:txBody>
      </p:sp>
      <p:cxnSp>
        <p:nvCxnSpPr>
          <p:cNvPr id="6" name="Straight Connector 5"/>
          <p:cNvCxnSpPr/>
          <p:nvPr userDrawn="1"/>
        </p:nvCxnSpPr>
        <p:spPr>
          <a:xfrm flipH="1">
            <a:off x="2380348" y="478969"/>
            <a:ext cx="1" cy="5355771"/>
          </a:xfrm>
          <a:prstGeom prst="line">
            <a:avLst/>
          </a:prstGeom>
          <a:ln w="12700">
            <a:solidFill>
              <a:srgbClr val="00338D"/>
            </a:solidFill>
          </a:ln>
        </p:spPr>
        <p:style>
          <a:lnRef idx="1">
            <a:schemeClr val="accent1"/>
          </a:lnRef>
          <a:fillRef idx="0">
            <a:schemeClr val="accent1"/>
          </a:fillRef>
          <a:effectRef idx="0">
            <a:schemeClr val="accent1"/>
          </a:effectRef>
          <a:fontRef idx="minor">
            <a:schemeClr val="tx1"/>
          </a:fontRef>
        </p:style>
      </p:cxnSp>
      <p:sp>
        <p:nvSpPr>
          <p:cNvPr id="10" name="Text Placeholder 9"/>
          <p:cNvSpPr>
            <a:spLocks noGrp="1"/>
          </p:cNvSpPr>
          <p:nvPr>
            <p:ph type="body" sz="quarter" idx="10"/>
          </p:nvPr>
        </p:nvSpPr>
        <p:spPr>
          <a:xfrm>
            <a:off x="416985" y="2260600"/>
            <a:ext cx="1875367" cy="3378200"/>
          </a:xfrm>
        </p:spPr>
        <p:txBody>
          <a:bodyPr/>
          <a:lstStyle>
            <a:lvl1pPr>
              <a:spcAft>
                <a:spcPts val="200"/>
              </a:spcAft>
              <a:defRPr sz="900" b="0"/>
            </a:lvl1pPr>
            <a:lvl2pPr>
              <a:spcAft>
                <a:spcPts val="0"/>
              </a:spcAft>
              <a:defRPr sz="800" baseline="0">
                <a:solidFill>
                  <a:schemeClr val="tx1"/>
                </a:solidFill>
              </a:defRPr>
            </a:lvl2pPr>
            <a:lvl3pPr marL="174625" indent="-174625">
              <a:defRPr sz="800"/>
            </a:lvl3pPr>
          </a:lstStyle>
          <a:p>
            <a:pPr lvl="0"/>
            <a:r>
              <a:rPr lang="en-US"/>
              <a:t>Click to edit Master text styles</a:t>
            </a:r>
          </a:p>
          <a:p>
            <a:pPr lvl="1"/>
            <a:r>
              <a:rPr lang="en-US"/>
              <a:t>Second level</a:t>
            </a:r>
          </a:p>
          <a:p>
            <a:pPr lvl="2"/>
            <a:r>
              <a:rPr lang="en-US"/>
              <a:t>Third level</a:t>
            </a:r>
          </a:p>
        </p:txBody>
      </p:sp>
      <p:sp>
        <p:nvSpPr>
          <p:cNvPr id="12" name="Text Placeholder 11"/>
          <p:cNvSpPr>
            <a:spLocks noGrp="1"/>
          </p:cNvSpPr>
          <p:nvPr>
            <p:ph type="body" sz="quarter" idx="11"/>
          </p:nvPr>
        </p:nvSpPr>
        <p:spPr>
          <a:xfrm>
            <a:off x="2878668" y="1049339"/>
            <a:ext cx="8310033" cy="4784725"/>
          </a:xfrm>
        </p:spPr>
        <p:txBody>
          <a:bodyPr/>
          <a:lstStyle>
            <a:lvl1pPr>
              <a:defRPr sz="1200"/>
            </a:lvl1pPr>
            <a:lvl2pPr>
              <a:defRPr sz="900">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1119640"/>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Resumes">
  <p:cSld name="Resumes">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blip>
          <a:srcRect/>
          <a:stretch/>
        </p:blipFill>
        <p:spPr>
          <a:xfrm>
            <a:off x="1097325" y="1049700"/>
            <a:ext cx="1264875" cy="1264875"/>
          </a:xfrm>
          <a:prstGeom prst="rect">
            <a:avLst/>
          </a:prstGeom>
          <a:noFill/>
          <a:ln>
            <a:noFill/>
          </a:ln>
        </p:spPr>
      </p:pic>
      <p:sp>
        <p:nvSpPr>
          <p:cNvPr id="17" name="Google Shape;17;p2"/>
          <p:cNvSpPr>
            <a:spLocks noGrp="1"/>
          </p:cNvSpPr>
          <p:nvPr>
            <p:ph type="pic" idx="2"/>
          </p:nvPr>
        </p:nvSpPr>
        <p:spPr>
          <a:xfrm>
            <a:off x="1226842" y="1179217"/>
            <a:ext cx="1005840" cy="1005840"/>
          </a:xfrm>
          <a:prstGeom prst="ellipse">
            <a:avLst/>
          </a:prstGeom>
          <a:solidFill>
            <a:schemeClr val="lt1"/>
          </a:solidFill>
          <a:ln>
            <a:noFill/>
          </a:ln>
        </p:spPr>
        <p:txBody>
          <a:bodyPr/>
          <a:lstStyle/>
          <a:p>
            <a:endParaRPr lang="en-US"/>
          </a:p>
        </p:txBody>
      </p:sp>
      <p:sp>
        <p:nvSpPr>
          <p:cNvPr id="18" name="Google Shape;18;p2"/>
          <p:cNvSpPr txBox="1">
            <a:spLocks noGrp="1"/>
          </p:cNvSpPr>
          <p:nvPr>
            <p:ph type="body" idx="1"/>
          </p:nvPr>
        </p:nvSpPr>
        <p:spPr>
          <a:xfrm>
            <a:off x="1003200" y="2406803"/>
            <a:ext cx="2423632" cy="369737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rgbClr val="00338D"/>
              </a:buClr>
              <a:buSzPts val="700"/>
              <a:buFont typeface="Arial"/>
              <a:buNone/>
              <a:defRPr sz="700">
                <a:solidFill>
                  <a:srgbClr val="00338D"/>
                </a:solidFill>
              </a:defRPr>
            </a:lvl1pPr>
            <a:lvl2pPr marL="914400" lvl="1" indent="-228600" algn="l">
              <a:lnSpc>
                <a:spcPct val="100000"/>
              </a:lnSpc>
              <a:spcBef>
                <a:spcPts val="0"/>
              </a:spcBef>
              <a:spcAft>
                <a:spcPts val="0"/>
              </a:spcAft>
              <a:buClr>
                <a:srgbClr val="00338D"/>
              </a:buClr>
              <a:buSzPts val="700"/>
              <a:buFont typeface="Arial"/>
              <a:buNone/>
              <a:defRPr sz="700">
                <a:solidFill>
                  <a:srgbClr val="00338D"/>
                </a:solidFill>
              </a:defRPr>
            </a:lvl2pPr>
            <a:lvl3pPr marL="1371600" lvl="2" indent="-264160" algn="l">
              <a:lnSpc>
                <a:spcPct val="100000"/>
              </a:lnSpc>
              <a:spcBef>
                <a:spcPts val="0"/>
              </a:spcBef>
              <a:spcAft>
                <a:spcPts val="0"/>
              </a:spcAft>
              <a:buSzPts val="560"/>
              <a:buChar char="—"/>
              <a:defRPr sz="700">
                <a:solidFill>
                  <a:srgbClr val="00338D"/>
                </a:solidFill>
              </a:defRPr>
            </a:lvl3pPr>
            <a:lvl4pPr marL="1828800" lvl="3" indent="-273050" algn="l">
              <a:lnSpc>
                <a:spcPct val="100000"/>
              </a:lnSpc>
              <a:spcBef>
                <a:spcPts val="0"/>
              </a:spcBef>
              <a:spcAft>
                <a:spcPts val="0"/>
              </a:spcAft>
              <a:buSzPts val="700"/>
              <a:buChar char="-"/>
              <a:defRPr sz="700"/>
            </a:lvl4pPr>
            <a:lvl5pPr marL="2286000" lvl="4" indent="-273050" algn="l">
              <a:lnSpc>
                <a:spcPct val="100000"/>
              </a:lnSpc>
              <a:spcBef>
                <a:spcPts val="600"/>
              </a:spcBef>
              <a:spcAft>
                <a:spcPts val="0"/>
              </a:spcAft>
              <a:buSzPts val="700"/>
              <a:buChar char="—"/>
              <a:defRPr sz="700"/>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90000"/>
              </a:lnSpc>
              <a:spcBef>
                <a:spcPts val="600"/>
              </a:spcBef>
              <a:spcAft>
                <a:spcPts val="0"/>
              </a:spcAft>
              <a:buClr>
                <a:schemeClr val="dk1"/>
              </a:buClr>
              <a:buSzPts val="1800"/>
              <a:buChar char="•"/>
              <a:defRPr/>
            </a:lvl9pPr>
          </a:lstStyle>
          <a:p>
            <a:endParaRPr/>
          </a:p>
        </p:txBody>
      </p:sp>
      <p:cxnSp>
        <p:nvCxnSpPr>
          <p:cNvPr id="19" name="Google Shape;19;p2"/>
          <p:cNvCxnSpPr/>
          <p:nvPr/>
        </p:nvCxnSpPr>
        <p:spPr>
          <a:xfrm>
            <a:off x="3562299" y="1025199"/>
            <a:ext cx="0" cy="5053576"/>
          </a:xfrm>
          <a:prstGeom prst="straightConnector1">
            <a:avLst/>
          </a:prstGeom>
          <a:noFill/>
          <a:ln w="12700" cap="flat" cmpd="sng">
            <a:solidFill>
              <a:srgbClr val="00338D"/>
            </a:solidFill>
            <a:prstDash val="solid"/>
            <a:miter lim="800000"/>
            <a:headEnd type="none" w="sm" len="sm"/>
            <a:tailEnd type="none" w="sm" len="sm"/>
          </a:ln>
        </p:spPr>
      </p:cxnSp>
      <p:sp>
        <p:nvSpPr>
          <p:cNvPr id="20" name="Google Shape;20;p2"/>
          <p:cNvSpPr txBox="1">
            <a:spLocks noGrp="1"/>
          </p:cNvSpPr>
          <p:nvPr>
            <p:ph type="body" idx="3"/>
          </p:nvPr>
        </p:nvSpPr>
        <p:spPr>
          <a:xfrm>
            <a:off x="1003201" y="843700"/>
            <a:ext cx="10227156" cy="12575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dk2"/>
              </a:buClr>
              <a:buSzPts val="1200"/>
              <a:buFont typeface="Arial"/>
              <a:buNone/>
              <a:defRPr sz="1200"/>
            </a:lvl1pPr>
            <a:lvl2pPr marL="914400" lvl="1" indent="-228600" algn="l">
              <a:lnSpc>
                <a:spcPct val="100000"/>
              </a:lnSpc>
              <a:spcBef>
                <a:spcPts val="0"/>
              </a:spcBef>
              <a:spcAft>
                <a:spcPts val="0"/>
              </a:spcAft>
              <a:buClr>
                <a:schemeClr val="dk2"/>
              </a:buClr>
              <a:buSzPts val="1800"/>
              <a:buNone/>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90000"/>
              </a:lnSpc>
              <a:spcBef>
                <a:spcPts val="600"/>
              </a:spcBef>
              <a:spcAft>
                <a:spcPts val="0"/>
              </a:spcAft>
              <a:buClr>
                <a:schemeClr val="dk1"/>
              </a:buClr>
              <a:buSzPts val="1800"/>
              <a:buChar char="•"/>
              <a:defRPr/>
            </a:lvl9pPr>
          </a:lstStyle>
          <a:p>
            <a:endParaRPr/>
          </a:p>
        </p:txBody>
      </p:sp>
      <p:sp>
        <p:nvSpPr>
          <p:cNvPr id="21" name="Google Shape;21;p2"/>
          <p:cNvSpPr txBox="1">
            <a:spLocks noGrp="1"/>
          </p:cNvSpPr>
          <p:nvPr>
            <p:ph type="body" idx="4"/>
          </p:nvPr>
        </p:nvSpPr>
        <p:spPr>
          <a:xfrm>
            <a:off x="3680832" y="1371600"/>
            <a:ext cx="7507967" cy="4707176"/>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rgbClr val="00338D"/>
              </a:buClr>
              <a:buSzPts val="900"/>
              <a:buFont typeface="Arial"/>
              <a:buNone/>
              <a:defRPr sz="900">
                <a:solidFill>
                  <a:srgbClr val="00338D"/>
                </a:solidFill>
              </a:defRPr>
            </a:lvl1pPr>
            <a:lvl2pPr marL="914400" lvl="1" indent="-228600" algn="l">
              <a:lnSpc>
                <a:spcPct val="100000"/>
              </a:lnSpc>
              <a:spcBef>
                <a:spcPts val="600"/>
              </a:spcBef>
              <a:spcAft>
                <a:spcPts val="0"/>
              </a:spcAft>
              <a:buClr>
                <a:srgbClr val="00338D"/>
              </a:buClr>
              <a:buSzPts val="900"/>
              <a:buFont typeface="Arial"/>
              <a:buNone/>
              <a:defRPr sz="900">
                <a:solidFill>
                  <a:srgbClr val="00338D"/>
                </a:solidFill>
              </a:defRPr>
            </a:lvl2pPr>
            <a:lvl3pPr marL="1371600" lvl="2" indent="-285750" algn="l">
              <a:lnSpc>
                <a:spcPct val="100000"/>
              </a:lnSpc>
              <a:spcBef>
                <a:spcPts val="600"/>
              </a:spcBef>
              <a:spcAft>
                <a:spcPts val="0"/>
              </a:spcAft>
              <a:buClr>
                <a:srgbClr val="00338D"/>
              </a:buClr>
              <a:buSzPts val="900"/>
              <a:buChar char="—"/>
              <a:defRPr sz="900">
                <a:solidFill>
                  <a:srgbClr val="00338D"/>
                </a:solidFill>
              </a:defRPr>
            </a:lvl3pPr>
            <a:lvl4pPr marL="1828800" lvl="3" indent="-285750" algn="l">
              <a:lnSpc>
                <a:spcPct val="100000"/>
              </a:lnSpc>
              <a:spcBef>
                <a:spcPts val="600"/>
              </a:spcBef>
              <a:spcAft>
                <a:spcPts val="0"/>
              </a:spcAft>
              <a:buClr>
                <a:srgbClr val="00338D"/>
              </a:buClr>
              <a:buSzPts val="900"/>
              <a:buChar char="-"/>
              <a:defRPr sz="900">
                <a:solidFill>
                  <a:srgbClr val="00338D"/>
                </a:solidFill>
              </a:defRPr>
            </a:lvl4pPr>
            <a:lvl5pPr marL="2286000" lvl="4" indent="-285750" algn="l">
              <a:lnSpc>
                <a:spcPct val="100000"/>
              </a:lnSpc>
              <a:spcBef>
                <a:spcPts val="600"/>
              </a:spcBef>
              <a:spcAft>
                <a:spcPts val="0"/>
              </a:spcAft>
              <a:buClr>
                <a:srgbClr val="00338D"/>
              </a:buClr>
              <a:buSzPts val="900"/>
              <a:buChar char="—"/>
              <a:defRPr sz="900">
                <a:solidFill>
                  <a:srgbClr val="00338D"/>
                </a:solidFill>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90000"/>
              </a:lnSpc>
              <a:spcBef>
                <a:spcPts val="600"/>
              </a:spcBef>
              <a:spcAft>
                <a:spcPts val="0"/>
              </a:spcAft>
              <a:buClr>
                <a:schemeClr val="dk1"/>
              </a:buClr>
              <a:buSzPts val="1800"/>
              <a:buChar char="•"/>
              <a:defRPr/>
            </a:lvl9pPr>
          </a:lstStyle>
          <a:p>
            <a:endParaRPr/>
          </a:p>
        </p:txBody>
      </p:sp>
      <p:sp>
        <p:nvSpPr>
          <p:cNvPr id="22" name="Google Shape;22;p2"/>
          <p:cNvSpPr txBox="1">
            <a:spLocks noGrp="1"/>
          </p:cNvSpPr>
          <p:nvPr>
            <p:ph type="title"/>
          </p:nvPr>
        </p:nvSpPr>
        <p:spPr>
          <a:xfrm>
            <a:off x="996317" y="491269"/>
            <a:ext cx="10202967" cy="270733"/>
          </a:xfrm>
          <a:prstGeom prst="rect">
            <a:avLst/>
          </a:prstGeom>
          <a:noFill/>
          <a:ln>
            <a:noFill/>
          </a:ln>
        </p:spPr>
        <p:txBody>
          <a:bodyPr spcFirstLastPara="1" wrap="square" lIns="0" tIns="0" rIns="0" bIns="0" anchor="t" anchorCtr="0">
            <a:noAutofit/>
          </a:bodyPr>
          <a:lstStyle>
            <a:lvl1pPr lvl="0" algn="l">
              <a:lnSpc>
                <a:spcPct val="70000"/>
              </a:lnSpc>
              <a:spcBef>
                <a:spcPts val="0"/>
              </a:spcBef>
              <a:spcAft>
                <a:spcPts val="0"/>
              </a:spcAft>
              <a:buClr>
                <a:schemeClr val="dk2"/>
              </a:buClr>
              <a:buSzPts val="2000"/>
              <a:buFont typeface="Arial"/>
              <a:buNone/>
              <a:defRPr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
          <p:cNvSpPr txBox="1">
            <a:spLocks noGrp="1"/>
          </p:cNvSpPr>
          <p:nvPr>
            <p:ph type="body" idx="5"/>
          </p:nvPr>
        </p:nvSpPr>
        <p:spPr>
          <a:xfrm>
            <a:off x="1553671" y="237483"/>
            <a:ext cx="9645614" cy="164245"/>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dk2"/>
              </a:buClr>
              <a:buSzPts val="1200"/>
              <a:buFont typeface="Arial"/>
              <a:buNone/>
              <a:defRPr sz="1200"/>
            </a:lvl1pPr>
            <a:lvl2pPr marL="914400" lvl="1" indent="-228600" algn="l">
              <a:lnSpc>
                <a:spcPct val="100000"/>
              </a:lnSpc>
              <a:spcBef>
                <a:spcPts val="0"/>
              </a:spcBef>
              <a:spcAft>
                <a:spcPts val="0"/>
              </a:spcAft>
              <a:buClr>
                <a:schemeClr val="dk2"/>
              </a:buClr>
              <a:buSzPts val="1800"/>
              <a:buNone/>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90000"/>
              </a:lnSpc>
              <a:spcBef>
                <a:spcPts val="600"/>
              </a:spcBef>
              <a:spcAft>
                <a:spcPts val="0"/>
              </a:spcAft>
              <a:buClr>
                <a:schemeClr val="dk1"/>
              </a:buClr>
              <a:buSzPts val="1800"/>
              <a:buChar char="•"/>
              <a:defRPr/>
            </a:lvl9pPr>
          </a:lstStyle>
          <a:p>
            <a:endParaRPr/>
          </a:p>
        </p:txBody>
      </p:sp>
      <p:grpSp>
        <p:nvGrpSpPr>
          <p:cNvPr id="24" name="Google Shape;24;p2"/>
          <p:cNvGrpSpPr/>
          <p:nvPr/>
        </p:nvGrpSpPr>
        <p:grpSpPr>
          <a:xfrm>
            <a:off x="-3193" y="0"/>
            <a:ext cx="343710" cy="1956595"/>
            <a:chOff x="-3193" y="0"/>
            <a:chExt cx="343710" cy="1956595"/>
          </a:xfrm>
        </p:grpSpPr>
        <p:grpSp>
          <p:nvGrpSpPr>
            <p:cNvPr id="25" name="Google Shape;25;p2"/>
            <p:cNvGrpSpPr/>
            <p:nvPr/>
          </p:nvGrpSpPr>
          <p:grpSpPr>
            <a:xfrm flipH="1">
              <a:off x="-3193" y="978695"/>
              <a:ext cx="343710" cy="977900"/>
              <a:chOff x="482600" y="399410"/>
              <a:chExt cx="361499" cy="6211986"/>
            </a:xfrm>
          </p:grpSpPr>
          <p:sp>
            <p:nvSpPr>
              <p:cNvPr id="26" name="Google Shape;26;p2"/>
              <p:cNvSpPr/>
              <p:nvPr/>
            </p:nvSpPr>
            <p:spPr>
              <a:xfrm>
                <a:off x="663058" y="399410"/>
                <a:ext cx="180190" cy="1035329"/>
              </a:xfrm>
              <a:prstGeom prst="rect">
                <a:avLst/>
              </a:prstGeom>
              <a:solidFill>
                <a:schemeClr val="accent1"/>
              </a:solidFill>
              <a:ln>
                <a:noFill/>
              </a:ln>
            </p:spPr>
            <p:txBody>
              <a:bodyPr spcFirstLastPara="1" wrap="square" lIns="54600" tIns="54600" rIns="54600" bIns="54600" anchor="ctr" anchorCtr="0">
                <a:noAutofit/>
              </a:bodyPr>
              <a:lstStyle/>
              <a:p>
                <a:pPr marL="0" marR="0" lvl="0" indent="0" algn="l" rtl="0">
                  <a:spcBef>
                    <a:spcPts val="0"/>
                  </a:spcBef>
                  <a:spcAft>
                    <a:spcPts val="0"/>
                  </a:spcAft>
                  <a:buNone/>
                </a:pPr>
                <a:endParaRPr sz="1500">
                  <a:solidFill>
                    <a:srgbClr val="FFFFFF"/>
                  </a:solidFill>
                  <a:latin typeface="Arial"/>
                  <a:ea typeface="Arial"/>
                  <a:cs typeface="Arial"/>
                  <a:sym typeface="Arial"/>
                </a:endParaRPr>
              </a:p>
            </p:txBody>
          </p:sp>
          <p:sp>
            <p:nvSpPr>
              <p:cNvPr id="27" name="Google Shape;27;p2"/>
              <p:cNvSpPr/>
              <p:nvPr/>
            </p:nvSpPr>
            <p:spPr>
              <a:xfrm>
                <a:off x="482600" y="1434741"/>
                <a:ext cx="180190" cy="1035331"/>
              </a:xfrm>
              <a:prstGeom prst="rect">
                <a:avLst/>
              </a:prstGeom>
              <a:solidFill>
                <a:srgbClr val="BC204B"/>
              </a:solidFill>
              <a:ln>
                <a:noFill/>
              </a:ln>
            </p:spPr>
            <p:txBody>
              <a:bodyPr spcFirstLastPara="1" wrap="square" lIns="54600" tIns="54600" rIns="54600" bIns="54600" anchor="ctr" anchorCtr="0">
                <a:noAutofit/>
              </a:bodyPr>
              <a:lstStyle/>
              <a:p>
                <a:pPr marL="0" marR="0" lvl="0" indent="0" algn="l" rtl="0">
                  <a:spcBef>
                    <a:spcPts val="0"/>
                  </a:spcBef>
                  <a:spcAft>
                    <a:spcPts val="0"/>
                  </a:spcAft>
                  <a:buNone/>
                </a:pPr>
                <a:endParaRPr sz="1500">
                  <a:solidFill>
                    <a:srgbClr val="FFFFFF"/>
                  </a:solidFill>
                  <a:latin typeface="Arial"/>
                  <a:ea typeface="Arial"/>
                  <a:cs typeface="Arial"/>
                  <a:sym typeface="Arial"/>
                </a:endParaRPr>
              </a:p>
            </p:txBody>
          </p:sp>
          <p:sp>
            <p:nvSpPr>
              <p:cNvPr id="28" name="Google Shape;28;p2"/>
              <p:cNvSpPr/>
              <p:nvPr/>
            </p:nvSpPr>
            <p:spPr>
              <a:xfrm>
                <a:off x="663058" y="2470074"/>
                <a:ext cx="180190" cy="1035329"/>
              </a:xfrm>
              <a:prstGeom prst="rect">
                <a:avLst/>
              </a:prstGeom>
              <a:solidFill>
                <a:srgbClr val="EAAA00"/>
              </a:solidFill>
              <a:ln>
                <a:noFill/>
              </a:ln>
            </p:spPr>
            <p:txBody>
              <a:bodyPr spcFirstLastPara="1" wrap="square" lIns="54600" tIns="54600" rIns="54600" bIns="54600" anchor="ctr" anchorCtr="0">
                <a:noAutofit/>
              </a:bodyPr>
              <a:lstStyle/>
              <a:p>
                <a:pPr marL="0" marR="0" lvl="0" indent="0" algn="l" rtl="0">
                  <a:spcBef>
                    <a:spcPts val="0"/>
                  </a:spcBef>
                  <a:spcAft>
                    <a:spcPts val="0"/>
                  </a:spcAft>
                  <a:buNone/>
                </a:pPr>
                <a:endParaRPr sz="1500">
                  <a:solidFill>
                    <a:srgbClr val="FFFFFF"/>
                  </a:solidFill>
                  <a:latin typeface="Arial"/>
                  <a:ea typeface="Arial"/>
                  <a:cs typeface="Arial"/>
                  <a:sym typeface="Arial"/>
                </a:endParaRPr>
              </a:p>
            </p:txBody>
          </p:sp>
          <p:sp>
            <p:nvSpPr>
              <p:cNvPr id="29" name="Google Shape;29;p2"/>
              <p:cNvSpPr/>
              <p:nvPr/>
            </p:nvSpPr>
            <p:spPr>
              <a:xfrm>
                <a:off x="482600" y="3505403"/>
                <a:ext cx="180190" cy="1035331"/>
              </a:xfrm>
              <a:prstGeom prst="rect">
                <a:avLst/>
              </a:prstGeom>
              <a:solidFill>
                <a:srgbClr val="009A44"/>
              </a:solidFill>
              <a:ln>
                <a:noFill/>
              </a:ln>
            </p:spPr>
            <p:txBody>
              <a:bodyPr spcFirstLastPara="1" wrap="square" lIns="54600" tIns="54600" rIns="54600" bIns="54600" anchor="ctr" anchorCtr="0">
                <a:noAutofit/>
              </a:bodyPr>
              <a:lstStyle/>
              <a:p>
                <a:pPr marL="0" marR="0" lvl="0" indent="0" algn="l" rtl="0">
                  <a:spcBef>
                    <a:spcPts val="0"/>
                  </a:spcBef>
                  <a:spcAft>
                    <a:spcPts val="0"/>
                  </a:spcAft>
                  <a:buNone/>
                </a:pPr>
                <a:endParaRPr sz="1500">
                  <a:solidFill>
                    <a:srgbClr val="FFFFFF"/>
                  </a:solidFill>
                  <a:latin typeface="Arial"/>
                  <a:ea typeface="Arial"/>
                  <a:cs typeface="Arial"/>
                  <a:sym typeface="Arial"/>
                </a:endParaRPr>
              </a:p>
            </p:txBody>
          </p:sp>
          <p:sp>
            <p:nvSpPr>
              <p:cNvPr id="30" name="Google Shape;30;p2"/>
              <p:cNvSpPr/>
              <p:nvPr/>
            </p:nvSpPr>
            <p:spPr>
              <a:xfrm>
                <a:off x="663909" y="4540732"/>
                <a:ext cx="180190" cy="1035329"/>
              </a:xfrm>
              <a:prstGeom prst="rect">
                <a:avLst/>
              </a:prstGeom>
              <a:solidFill>
                <a:srgbClr val="005EB8"/>
              </a:solidFill>
              <a:ln>
                <a:noFill/>
              </a:ln>
            </p:spPr>
            <p:txBody>
              <a:bodyPr spcFirstLastPara="1" wrap="square" lIns="54600" tIns="54600" rIns="54600" bIns="54600" anchor="ctr" anchorCtr="0">
                <a:noAutofit/>
              </a:bodyPr>
              <a:lstStyle/>
              <a:p>
                <a:pPr marL="0" marR="0" lvl="0" indent="0" algn="l" rtl="0">
                  <a:spcBef>
                    <a:spcPts val="0"/>
                  </a:spcBef>
                  <a:spcAft>
                    <a:spcPts val="0"/>
                  </a:spcAft>
                  <a:buNone/>
                </a:pPr>
                <a:endParaRPr sz="1500">
                  <a:solidFill>
                    <a:srgbClr val="FFFFFF"/>
                  </a:solidFill>
                  <a:latin typeface="Arial"/>
                  <a:ea typeface="Arial"/>
                  <a:cs typeface="Arial"/>
                  <a:sym typeface="Arial"/>
                </a:endParaRPr>
              </a:p>
            </p:txBody>
          </p:sp>
          <p:sp>
            <p:nvSpPr>
              <p:cNvPr id="31" name="Google Shape;31;p2"/>
              <p:cNvSpPr/>
              <p:nvPr/>
            </p:nvSpPr>
            <p:spPr>
              <a:xfrm>
                <a:off x="482600" y="5576065"/>
                <a:ext cx="180190" cy="1035331"/>
              </a:xfrm>
              <a:prstGeom prst="rect">
                <a:avLst/>
              </a:prstGeom>
              <a:solidFill>
                <a:srgbClr val="483698"/>
              </a:solidFill>
              <a:ln>
                <a:noFill/>
              </a:ln>
            </p:spPr>
            <p:txBody>
              <a:bodyPr spcFirstLastPara="1" wrap="square" lIns="54600" tIns="54600" rIns="54600" bIns="54600" anchor="ctr" anchorCtr="0">
                <a:noAutofit/>
              </a:bodyPr>
              <a:lstStyle/>
              <a:p>
                <a:pPr marL="0" marR="0" lvl="0" indent="0" algn="l" rtl="0">
                  <a:spcBef>
                    <a:spcPts val="0"/>
                  </a:spcBef>
                  <a:spcAft>
                    <a:spcPts val="0"/>
                  </a:spcAft>
                  <a:buNone/>
                </a:pPr>
                <a:endParaRPr sz="1500">
                  <a:solidFill>
                    <a:srgbClr val="FFFFFF"/>
                  </a:solidFill>
                  <a:latin typeface="Arial"/>
                  <a:ea typeface="Arial"/>
                  <a:cs typeface="Arial"/>
                  <a:sym typeface="Arial"/>
                </a:endParaRPr>
              </a:p>
            </p:txBody>
          </p:sp>
        </p:grpSp>
        <p:grpSp>
          <p:nvGrpSpPr>
            <p:cNvPr id="32" name="Google Shape;32;p2"/>
            <p:cNvGrpSpPr/>
            <p:nvPr/>
          </p:nvGrpSpPr>
          <p:grpSpPr>
            <a:xfrm flipH="1">
              <a:off x="0" y="0"/>
              <a:ext cx="333822" cy="977900"/>
              <a:chOff x="482600" y="399410"/>
              <a:chExt cx="361573" cy="6211986"/>
            </a:xfrm>
          </p:grpSpPr>
          <p:sp>
            <p:nvSpPr>
              <p:cNvPr id="33" name="Google Shape;33;p2"/>
              <p:cNvSpPr/>
              <p:nvPr/>
            </p:nvSpPr>
            <p:spPr>
              <a:xfrm>
                <a:off x="662983" y="399410"/>
                <a:ext cx="180190" cy="1035329"/>
              </a:xfrm>
              <a:prstGeom prst="rect">
                <a:avLst/>
              </a:prstGeom>
              <a:solidFill>
                <a:schemeClr val="accent1"/>
              </a:solidFill>
              <a:ln>
                <a:noFill/>
              </a:ln>
            </p:spPr>
            <p:txBody>
              <a:bodyPr spcFirstLastPara="1" wrap="square" lIns="54600" tIns="54600" rIns="54600" bIns="54600" anchor="ctr" anchorCtr="0">
                <a:noAutofit/>
              </a:bodyPr>
              <a:lstStyle/>
              <a:p>
                <a:pPr marL="0" marR="0" lvl="0" indent="0" algn="l" rtl="0">
                  <a:spcBef>
                    <a:spcPts val="0"/>
                  </a:spcBef>
                  <a:spcAft>
                    <a:spcPts val="0"/>
                  </a:spcAft>
                  <a:buNone/>
                </a:pPr>
                <a:endParaRPr sz="1500">
                  <a:solidFill>
                    <a:srgbClr val="FFFFFF"/>
                  </a:solidFill>
                  <a:latin typeface="Arial"/>
                  <a:ea typeface="Arial"/>
                  <a:cs typeface="Arial"/>
                  <a:sym typeface="Arial"/>
                </a:endParaRPr>
              </a:p>
            </p:txBody>
          </p:sp>
          <p:sp>
            <p:nvSpPr>
              <p:cNvPr id="34" name="Google Shape;34;p2"/>
              <p:cNvSpPr/>
              <p:nvPr/>
            </p:nvSpPr>
            <p:spPr>
              <a:xfrm>
                <a:off x="482600" y="1434741"/>
                <a:ext cx="180190" cy="1035331"/>
              </a:xfrm>
              <a:prstGeom prst="rect">
                <a:avLst/>
              </a:prstGeom>
              <a:solidFill>
                <a:srgbClr val="BC204B"/>
              </a:solidFill>
              <a:ln>
                <a:noFill/>
              </a:ln>
            </p:spPr>
            <p:txBody>
              <a:bodyPr spcFirstLastPara="1" wrap="square" lIns="54600" tIns="54600" rIns="54600" bIns="54600" anchor="ctr" anchorCtr="0">
                <a:noAutofit/>
              </a:bodyPr>
              <a:lstStyle/>
              <a:p>
                <a:pPr marL="0" marR="0" lvl="0" indent="0" algn="l" rtl="0">
                  <a:spcBef>
                    <a:spcPts val="0"/>
                  </a:spcBef>
                  <a:spcAft>
                    <a:spcPts val="0"/>
                  </a:spcAft>
                  <a:buNone/>
                </a:pPr>
                <a:endParaRPr sz="1500">
                  <a:solidFill>
                    <a:srgbClr val="FFFFFF"/>
                  </a:solidFill>
                  <a:latin typeface="Arial"/>
                  <a:ea typeface="Arial"/>
                  <a:cs typeface="Arial"/>
                  <a:sym typeface="Arial"/>
                </a:endParaRPr>
              </a:p>
            </p:txBody>
          </p:sp>
          <p:sp>
            <p:nvSpPr>
              <p:cNvPr id="35" name="Google Shape;35;p2"/>
              <p:cNvSpPr/>
              <p:nvPr/>
            </p:nvSpPr>
            <p:spPr>
              <a:xfrm>
                <a:off x="662983" y="2470074"/>
                <a:ext cx="180190" cy="1035329"/>
              </a:xfrm>
              <a:prstGeom prst="rect">
                <a:avLst/>
              </a:prstGeom>
              <a:solidFill>
                <a:srgbClr val="EAAA00"/>
              </a:solidFill>
              <a:ln>
                <a:noFill/>
              </a:ln>
            </p:spPr>
            <p:txBody>
              <a:bodyPr spcFirstLastPara="1" wrap="square" lIns="54600" tIns="54600" rIns="54600" bIns="54600" anchor="ctr" anchorCtr="0">
                <a:noAutofit/>
              </a:bodyPr>
              <a:lstStyle/>
              <a:p>
                <a:pPr marL="0" marR="0" lvl="0" indent="0" algn="l" rtl="0">
                  <a:spcBef>
                    <a:spcPts val="0"/>
                  </a:spcBef>
                  <a:spcAft>
                    <a:spcPts val="0"/>
                  </a:spcAft>
                  <a:buNone/>
                </a:pPr>
                <a:endParaRPr sz="1500">
                  <a:solidFill>
                    <a:srgbClr val="FFFFFF"/>
                  </a:solidFill>
                  <a:latin typeface="Arial"/>
                  <a:ea typeface="Arial"/>
                  <a:cs typeface="Arial"/>
                  <a:sym typeface="Arial"/>
                </a:endParaRPr>
              </a:p>
            </p:txBody>
          </p:sp>
          <p:sp>
            <p:nvSpPr>
              <p:cNvPr id="36" name="Google Shape;36;p2"/>
              <p:cNvSpPr/>
              <p:nvPr/>
            </p:nvSpPr>
            <p:spPr>
              <a:xfrm>
                <a:off x="482600" y="3505403"/>
                <a:ext cx="180190" cy="1035331"/>
              </a:xfrm>
              <a:prstGeom prst="rect">
                <a:avLst/>
              </a:prstGeom>
              <a:solidFill>
                <a:srgbClr val="009A44"/>
              </a:solidFill>
              <a:ln>
                <a:noFill/>
              </a:ln>
            </p:spPr>
            <p:txBody>
              <a:bodyPr spcFirstLastPara="1" wrap="square" lIns="54600" tIns="54600" rIns="54600" bIns="54600" anchor="ctr" anchorCtr="0">
                <a:noAutofit/>
              </a:bodyPr>
              <a:lstStyle/>
              <a:p>
                <a:pPr marL="0" marR="0" lvl="0" indent="0" algn="l" rtl="0">
                  <a:spcBef>
                    <a:spcPts val="0"/>
                  </a:spcBef>
                  <a:spcAft>
                    <a:spcPts val="0"/>
                  </a:spcAft>
                  <a:buNone/>
                </a:pPr>
                <a:endParaRPr sz="1500">
                  <a:solidFill>
                    <a:srgbClr val="FFFFFF"/>
                  </a:solidFill>
                  <a:latin typeface="Arial"/>
                  <a:ea typeface="Arial"/>
                  <a:cs typeface="Arial"/>
                  <a:sym typeface="Arial"/>
                </a:endParaRPr>
              </a:p>
            </p:txBody>
          </p:sp>
          <p:sp>
            <p:nvSpPr>
              <p:cNvPr id="37" name="Google Shape;37;p2"/>
              <p:cNvSpPr/>
              <p:nvPr/>
            </p:nvSpPr>
            <p:spPr>
              <a:xfrm>
                <a:off x="663983" y="4540732"/>
                <a:ext cx="180190" cy="1035329"/>
              </a:xfrm>
              <a:prstGeom prst="rect">
                <a:avLst/>
              </a:prstGeom>
              <a:solidFill>
                <a:srgbClr val="005EB8"/>
              </a:solidFill>
              <a:ln>
                <a:noFill/>
              </a:ln>
            </p:spPr>
            <p:txBody>
              <a:bodyPr spcFirstLastPara="1" wrap="square" lIns="54600" tIns="54600" rIns="54600" bIns="54600" anchor="ctr" anchorCtr="0">
                <a:noAutofit/>
              </a:bodyPr>
              <a:lstStyle/>
              <a:p>
                <a:pPr marL="0" marR="0" lvl="0" indent="0" algn="l" rtl="0">
                  <a:spcBef>
                    <a:spcPts val="0"/>
                  </a:spcBef>
                  <a:spcAft>
                    <a:spcPts val="0"/>
                  </a:spcAft>
                  <a:buNone/>
                </a:pPr>
                <a:endParaRPr sz="1500">
                  <a:solidFill>
                    <a:srgbClr val="FFFFFF"/>
                  </a:solidFill>
                  <a:latin typeface="Arial"/>
                  <a:ea typeface="Arial"/>
                  <a:cs typeface="Arial"/>
                  <a:sym typeface="Arial"/>
                </a:endParaRPr>
              </a:p>
            </p:txBody>
          </p:sp>
          <p:sp>
            <p:nvSpPr>
              <p:cNvPr id="38" name="Google Shape;38;p2"/>
              <p:cNvSpPr/>
              <p:nvPr/>
            </p:nvSpPr>
            <p:spPr>
              <a:xfrm>
                <a:off x="482600" y="5576065"/>
                <a:ext cx="180190" cy="1035331"/>
              </a:xfrm>
              <a:prstGeom prst="rect">
                <a:avLst/>
              </a:prstGeom>
              <a:solidFill>
                <a:srgbClr val="483698"/>
              </a:solidFill>
              <a:ln>
                <a:noFill/>
              </a:ln>
            </p:spPr>
            <p:txBody>
              <a:bodyPr spcFirstLastPara="1" wrap="square" lIns="54600" tIns="54600" rIns="54600" bIns="54600" anchor="ctr" anchorCtr="0">
                <a:noAutofit/>
              </a:bodyPr>
              <a:lstStyle/>
              <a:p>
                <a:pPr marL="0" marR="0" lvl="0" indent="0" algn="l" rtl="0">
                  <a:spcBef>
                    <a:spcPts val="0"/>
                  </a:spcBef>
                  <a:spcAft>
                    <a:spcPts val="0"/>
                  </a:spcAft>
                  <a:buNone/>
                </a:pPr>
                <a:endParaRPr sz="1500">
                  <a:solidFill>
                    <a:srgbClr val="FFFFFF"/>
                  </a:solidFill>
                  <a:latin typeface="Arial"/>
                  <a:ea typeface="Arial"/>
                  <a:cs typeface="Arial"/>
                  <a:sym typeface="Arial"/>
                </a:endParaRPr>
              </a:p>
            </p:txBody>
          </p:sp>
        </p:grpSp>
      </p:grpSp>
      <p:grpSp>
        <p:nvGrpSpPr>
          <p:cNvPr id="39" name="Google Shape;39;p2"/>
          <p:cNvGrpSpPr/>
          <p:nvPr/>
        </p:nvGrpSpPr>
        <p:grpSpPr>
          <a:xfrm rot="10800000">
            <a:off x="12073466" y="6183241"/>
            <a:ext cx="118533" cy="674758"/>
            <a:chOff x="-3193" y="0"/>
            <a:chExt cx="343710" cy="1956595"/>
          </a:xfrm>
        </p:grpSpPr>
        <p:grpSp>
          <p:nvGrpSpPr>
            <p:cNvPr id="40" name="Google Shape;40;p2"/>
            <p:cNvGrpSpPr/>
            <p:nvPr/>
          </p:nvGrpSpPr>
          <p:grpSpPr>
            <a:xfrm flipH="1">
              <a:off x="-3193" y="978695"/>
              <a:ext cx="343710" cy="977900"/>
              <a:chOff x="482600" y="399410"/>
              <a:chExt cx="361499" cy="6211986"/>
            </a:xfrm>
          </p:grpSpPr>
          <p:sp>
            <p:nvSpPr>
              <p:cNvPr id="41" name="Google Shape;41;p2"/>
              <p:cNvSpPr/>
              <p:nvPr/>
            </p:nvSpPr>
            <p:spPr>
              <a:xfrm>
                <a:off x="663058" y="399410"/>
                <a:ext cx="180190" cy="1035329"/>
              </a:xfrm>
              <a:prstGeom prst="rect">
                <a:avLst/>
              </a:prstGeom>
              <a:solidFill>
                <a:schemeClr val="accent1"/>
              </a:solidFill>
              <a:ln>
                <a:noFill/>
              </a:ln>
            </p:spPr>
            <p:txBody>
              <a:bodyPr spcFirstLastPara="1" wrap="square" lIns="54600" tIns="54600" rIns="54600" bIns="54600" anchor="ctr" anchorCtr="0">
                <a:noAutofit/>
              </a:bodyPr>
              <a:lstStyle/>
              <a:p>
                <a:pPr marL="0" marR="0" lvl="0" indent="0" algn="l" rtl="0">
                  <a:spcBef>
                    <a:spcPts val="0"/>
                  </a:spcBef>
                  <a:spcAft>
                    <a:spcPts val="0"/>
                  </a:spcAft>
                  <a:buNone/>
                </a:pPr>
                <a:endParaRPr sz="1500">
                  <a:solidFill>
                    <a:srgbClr val="FFFFFF"/>
                  </a:solidFill>
                  <a:latin typeface="Arial"/>
                  <a:ea typeface="Arial"/>
                  <a:cs typeface="Arial"/>
                  <a:sym typeface="Arial"/>
                </a:endParaRPr>
              </a:p>
            </p:txBody>
          </p:sp>
          <p:sp>
            <p:nvSpPr>
              <p:cNvPr id="42" name="Google Shape;42;p2"/>
              <p:cNvSpPr/>
              <p:nvPr/>
            </p:nvSpPr>
            <p:spPr>
              <a:xfrm>
                <a:off x="482600" y="1434741"/>
                <a:ext cx="180190" cy="1035331"/>
              </a:xfrm>
              <a:prstGeom prst="rect">
                <a:avLst/>
              </a:prstGeom>
              <a:solidFill>
                <a:srgbClr val="BC204B"/>
              </a:solidFill>
              <a:ln>
                <a:noFill/>
              </a:ln>
            </p:spPr>
            <p:txBody>
              <a:bodyPr spcFirstLastPara="1" wrap="square" lIns="54600" tIns="54600" rIns="54600" bIns="54600" anchor="ctr" anchorCtr="0">
                <a:noAutofit/>
              </a:bodyPr>
              <a:lstStyle/>
              <a:p>
                <a:pPr marL="0" marR="0" lvl="0" indent="0" algn="l" rtl="0">
                  <a:spcBef>
                    <a:spcPts val="0"/>
                  </a:spcBef>
                  <a:spcAft>
                    <a:spcPts val="0"/>
                  </a:spcAft>
                  <a:buNone/>
                </a:pPr>
                <a:endParaRPr sz="1500">
                  <a:solidFill>
                    <a:srgbClr val="FFFFFF"/>
                  </a:solidFill>
                  <a:latin typeface="Arial"/>
                  <a:ea typeface="Arial"/>
                  <a:cs typeface="Arial"/>
                  <a:sym typeface="Arial"/>
                </a:endParaRPr>
              </a:p>
            </p:txBody>
          </p:sp>
          <p:sp>
            <p:nvSpPr>
              <p:cNvPr id="43" name="Google Shape;43;p2"/>
              <p:cNvSpPr/>
              <p:nvPr/>
            </p:nvSpPr>
            <p:spPr>
              <a:xfrm>
                <a:off x="663058" y="2470074"/>
                <a:ext cx="180190" cy="1035329"/>
              </a:xfrm>
              <a:prstGeom prst="rect">
                <a:avLst/>
              </a:prstGeom>
              <a:solidFill>
                <a:srgbClr val="EAAA00"/>
              </a:solidFill>
              <a:ln>
                <a:noFill/>
              </a:ln>
            </p:spPr>
            <p:txBody>
              <a:bodyPr spcFirstLastPara="1" wrap="square" lIns="54600" tIns="54600" rIns="54600" bIns="54600" anchor="ctr" anchorCtr="0">
                <a:noAutofit/>
              </a:bodyPr>
              <a:lstStyle/>
              <a:p>
                <a:pPr marL="0" marR="0" lvl="0" indent="0" algn="l" rtl="0">
                  <a:spcBef>
                    <a:spcPts val="0"/>
                  </a:spcBef>
                  <a:spcAft>
                    <a:spcPts val="0"/>
                  </a:spcAft>
                  <a:buNone/>
                </a:pPr>
                <a:endParaRPr sz="1500">
                  <a:solidFill>
                    <a:srgbClr val="FFFFFF"/>
                  </a:solidFill>
                  <a:latin typeface="Arial"/>
                  <a:ea typeface="Arial"/>
                  <a:cs typeface="Arial"/>
                  <a:sym typeface="Arial"/>
                </a:endParaRPr>
              </a:p>
            </p:txBody>
          </p:sp>
          <p:sp>
            <p:nvSpPr>
              <p:cNvPr id="44" name="Google Shape;44;p2"/>
              <p:cNvSpPr/>
              <p:nvPr/>
            </p:nvSpPr>
            <p:spPr>
              <a:xfrm>
                <a:off x="482600" y="3505403"/>
                <a:ext cx="180190" cy="1035331"/>
              </a:xfrm>
              <a:prstGeom prst="rect">
                <a:avLst/>
              </a:prstGeom>
              <a:solidFill>
                <a:srgbClr val="009A44"/>
              </a:solidFill>
              <a:ln>
                <a:noFill/>
              </a:ln>
            </p:spPr>
            <p:txBody>
              <a:bodyPr spcFirstLastPara="1" wrap="square" lIns="54600" tIns="54600" rIns="54600" bIns="54600" anchor="ctr" anchorCtr="0">
                <a:noAutofit/>
              </a:bodyPr>
              <a:lstStyle/>
              <a:p>
                <a:pPr marL="0" marR="0" lvl="0" indent="0" algn="l" rtl="0">
                  <a:spcBef>
                    <a:spcPts val="0"/>
                  </a:spcBef>
                  <a:spcAft>
                    <a:spcPts val="0"/>
                  </a:spcAft>
                  <a:buNone/>
                </a:pPr>
                <a:endParaRPr sz="1500">
                  <a:solidFill>
                    <a:srgbClr val="FFFFFF"/>
                  </a:solidFill>
                  <a:latin typeface="Arial"/>
                  <a:ea typeface="Arial"/>
                  <a:cs typeface="Arial"/>
                  <a:sym typeface="Arial"/>
                </a:endParaRPr>
              </a:p>
            </p:txBody>
          </p:sp>
          <p:sp>
            <p:nvSpPr>
              <p:cNvPr id="45" name="Google Shape;45;p2"/>
              <p:cNvSpPr/>
              <p:nvPr/>
            </p:nvSpPr>
            <p:spPr>
              <a:xfrm>
                <a:off x="663909" y="4540732"/>
                <a:ext cx="180190" cy="1035329"/>
              </a:xfrm>
              <a:prstGeom prst="rect">
                <a:avLst/>
              </a:prstGeom>
              <a:solidFill>
                <a:srgbClr val="005EB8"/>
              </a:solidFill>
              <a:ln>
                <a:noFill/>
              </a:ln>
            </p:spPr>
            <p:txBody>
              <a:bodyPr spcFirstLastPara="1" wrap="square" lIns="54600" tIns="54600" rIns="54600" bIns="54600" anchor="ctr" anchorCtr="0">
                <a:noAutofit/>
              </a:bodyPr>
              <a:lstStyle/>
              <a:p>
                <a:pPr marL="0" marR="0" lvl="0" indent="0" algn="l" rtl="0">
                  <a:spcBef>
                    <a:spcPts val="0"/>
                  </a:spcBef>
                  <a:spcAft>
                    <a:spcPts val="0"/>
                  </a:spcAft>
                  <a:buNone/>
                </a:pPr>
                <a:endParaRPr sz="1500">
                  <a:solidFill>
                    <a:srgbClr val="FFFFFF"/>
                  </a:solidFill>
                  <a:latin typeface="Arial"/>
                  <a:ea typeface="Arial"/>
                  <a:cs typeface="Arial"/>
                  <a:sym typeface="Arial"/>
                </a:endParaRPr>
              </a:p>
            </p:txBody>
          </p:sp>
          <p:sp>
            <p:nvSpPr>
              <p:cNvPr id="46" name="Google Shape;46;p2"/>
              <p:cNvSpPr/>
              <p:nvPr/>
            </p:nvSpPr>
            <p:spPr>
              <a:xfrm>
                <a:off x="482600" y="5576065"/>
                <a:ext cx="180190" cy="1035331"/>
              </a:xfrm>
              <a:prstGeom prst="rect">
                <a:avLst/>
              </a:prstGeom>
              <a:solidFill>
                <a:srgbClr val="483698"/>
              </a:solidFill>
              <a:ln>
                <a:noFill/>
              </a:ln>
            </p:spPr>
            <p:txBody>
              <a:bodyPr spcFirstLastPara="1" wrap="square" lIns="54600" tIns="54600" rIns="54600" bIns="54600" anchor="ctr" anchorCtr="0">
                <a:noAutofit/>
              </a:bodyPr>
              <a:lstStyle/>
              <a:p>
                <a:pPr marL="0" marR="0" lvl="0" indent="0" algn="l" rtl="0">
                  <a:spcBef>
                    <a:spcPts val="0"/>
                  </a:spcBef>
                  <a:spcAft>
                    <a:spcPts val="0"/>
                  </a:spcAft>
                  <a:buNone/>
                </a:pPr>
                <a:endParaRPr sz="1500">
                  <a:solidFill>
                    <a:srgbClr val="FFFFFF"/>
                  </a:solidFill>
                  <a:latin typeface="Arial"/>
                  <a:ea typeface="Arial"/>
                  <a:cs typeface="Arial"/>
                  <a:sym typeface="Arial"/>
                </a:endParaRPr>
              </a:p>
            </p:txBody>
          </p:sp>
        </p:grpSp>
        <p:grpSp>
          <p:nvGrpSpPr>
            <p:cNvPr id="47" name="Google Shape;47;p2"/>
            <p:cNvGrpSpPr/>
            <p:nvPr/>
          </p:nvGrpSpPr>
          <p:grpSpPr>
            <a:xfrm flipH="1">
              <a:off x="0" y="0"/>
              <a:ext cx="333822" cy="977900"/>
              <a:chOff x="482600" y="399410"/>
              <a:chExt cx="361573" cy="6211986"/>
            </a:xfrm>
          </p:grpSpPr>
          <p:sp>
            <p:nvSpPr>
              <p:cNvPr id="48" name="Google Shape;48;p2"/>
              <p:cNvSpPr/>
              <p:nvPr/>
            </p:nvSpPr>
            <p:spPr>
              <a:xfrm>
                <a:off x="662983" y="399410"/>
                <a:ext cx="180190" cy="1035329"/>
              </a:xfrm>
              <a:prstGeom prst="rect">
                <a:avLst/>
              </a:prstGeom>
              <a:solidFill>
                <a:schemeClr val="accent1"/>
              </a:solidFill>
              <a:ln>
                <a:noFill/>
              </a:ln>
            </p:spPr>
            <p:txBody>
              <a:bodyPr spcFirstLastPara="1" wrap="square" lIns="54600" tIns="54600" rIns="54600" bIns="54600" anchor="ctr" anchorCtr="0">
                <a:noAutofit/>
              </a:bodyPr>
              <a:lstStyle/>
              <a:p>
                <a:pPr marL="0" marR="0" lvl="0" indent="0" algn="l" rtl="0">
                  <a:spcBef>
                    <a:spcPts val="0"/>
                  </a:spcBef>
                  <a:spcAft>
                    <a:spcPts val="0"/>
                  </a:spcAft>
                  <a:buNone/>
                </a:pPr>
                <a:endParaRPr sz="1500">
                  <a:solidFill>
                    <a:srgbClr val="FFFFFF"/>
                  </a:solidFill>
                  <a:latin typeface="Arial"/>
                  <a:ea typeface="Arial"/>
                  <a:cs typeface="Arial"/>
                  <a:sym typeface="Arial"/>
                </a:endParaRPr>
              </a:p>
            </p:txBody>
          </p:sp>
          <p:sp>
            <p:nvSpPr>
              <p:cNvPr id="49" name="Google Shape;49;p2"/>
              <p:cNvSpPr/>
              <p:nvPr/>
            </p:nvSpPr>
            <p:spPr>
              <a:xfrm>
                <a:off x="482600" y="1434741"/>
                <a:ext cx="180190" cy="1035331"/>
              </a:xfrm>
              <a:prstGeom prst="rect">
                <a:avLst/>
              </a:prstGeom>
              <a:solidFill>
                <a:srgbClr val="BC204B"/>
              </a:solidFill>
              <a:ln>
                <a:noFill/>
              </a:ln>
            </p:spPr>
            <p:txBody>
              <a:bodyPr spcFirstLastPara="1" wrap="square" lIns="54600" tIns="54600" rIns="54600" bIns="54600" anchor="ctr" anchorCtr="0">
                <a:noAutofit/>
              </a:bodyPr>
              <a:lstStyle/>
              <a:p>
                <a:pPr marL="0" marR="0" lvl="0" indent="0" algn="l" rtl="0">
                  <a:spcBef>
                    <a:spcPts val="0"/>
                  </a:spcBef>
                  <a:spcAft>
                    <a:spcPts val="0"/>
                  </a:spcAft>
                  <a:buNone/>
                </a:pPr>
                <a:endParaRPr sz="1500">
                  <a:solidFill>
                    <a:srgbClr val="FFFFFF"/>
                  </a:solidFill>
                  <a:latin typeface="Arial"/>
                  <a:ea typeface="Arial"/>
                  <a:cs typeface="Arial"/>
                  <a:sym typeface="Arial"/>
                </a:endParaRPr>
              </a:p>
            </p:txBody>
          </p:sp>
          <p:sp>
            <p:nvSpPr>
              <p:cNvPr id="50" name="Google Shape;50;p2"/>
              <p:cNvSpPr/>
              <p:nvPr/>
            </p:nvSpPr>
            <p:spPr>
              <a:xfrm>
                <a:off x="662983" y="2470074"/>
                <a:ext cx="180190" cy="1035329"/>
              </a:xfrm>
              <a:prstGeom prst="rect">
                <a:avLst/>
              </a:prstGeom>
              <a:solidFill>
                <a:srgbClr val="EAAA00"/>
              </a:solidFill>
              <a:ln>
                <a:noFill/>
              </a:ln>
            </p:spPr>
            <p:txBody>
              <a:bodyPr spcFirstLastPara="1" wrap="square" lIns="54600" tIns="54600" rIns="54600" bIns="54600" anchor="ctr" anchorCtr="0">
                <a:noAutofit/>
              </a:bodyPr>
              <a:lstStyle/>
              <a:p>
                <a:pPr marL="0" marR="0" lvl="0" indent="0" algn="l" rtl="0">
                  <a:spcBef>
                    <a:spcPts val="0"/>
                  </a:spcBef>
                  <a:spcAft>
                    <a:spcPts val="0"/>
                  </a:spcAft>
                  <a:buNone/>
                </a:pPr>
                <a:endParaRPr sz="1500">
                  <a:solidFill>
                    <a:srgbClr val="FFFFFF"/>
                  </a:solidFill>
                  <a:latin typeface="Arial"/>
                  <a:ea typeface="Arial"/>
                  <a:cs typeface="Arial"/>
                  <a:sym typeface="Arial"/>
                </a:endParaRPr>
              </a:p>
            </p:txBody>
          </p:sp>
          <p:sp>
            <p:nvSpPr>
              <p:cNvPr id="51" name="Google Shape;51;p2"/>
              <p:cNvSpPr/>
              <p:nvPr/>
            </p:nvSpPr>
            <p:spPr>
              <a:xfrm>
                <a:off x="482600" y="3505403"/>
                <a:ext cx="180190" cy="1035331"/>
              </a:xfrm>
              <a:prstGeom prst="rect">
                <a:avLst/>
              </a:prstGeom>
              <a:solidFill>
                <a:srgbClr val="009A44"/>
              </a:solidFill>
              <a:ln>
                <a:noFill/>
              </a:ln>
            </p:spPr>
            <p:txBody>
              <a:bodyPr spcFirstLastPara="1" wrap="square" lIns="54600" tIns="54600" rIns="54600" bIns="54600" anchor="ctr" anchorCtr="0">
                <a:noAutofit/>
              </a:bodyPr>
              <a:lstStyle/>
              <a:p>
                <a:pPr marL="0" marR="0" lvl="0" indent="0" algn="l" rtl="0">
                  <a:spcBef>
                    <a:spcPts val="0"/>
                  </a:spcBef>
                  <a:spcAft>
                    <a:spcPts val="0"/>
                  </a:spcAft>
                  <a:buNone/>
                </a:pPr>
                <a:endParaRPr sz="1500">
                  <a:solidFill>
                    <a:srgbClr val="FFFFFF"/>
                  </a:solidFill>
                  <a:latin typeface="Arial"/>
                  <a:ea typeface="Arial"/>
                  <a:cs typeface="Arial"/>
                  <a:sym typeface="Arial"/>
                </a:endParaRPr>
              </a:p>
            </p:txBody>
          </p:sp>
          <p:sp>
            <p:nvSpPr>
              <p:cNvPr id="52" name="Google Shape;52;p2"/>
              <p:cNvSpPr/>
              <p:nvPr/>
            </p:nvSpPr>
            <p:spPr>
              <a:xfrm>
                <a:off x="663983" y="4540732"/>
                <a:ext cx="180190" cy="1035329"/>
              </a:xfrm>
              <a:prstGeom prst="rect">
                <a:avLst/>
              </a:prstGeom>
              <a:solidFill>
                <a:srgbClr val="005EB8"/>
              </a:solidFill>
              <a:ln>
                <a:noFill/>
              </a:ln>
            </p:spPr>
            <p:txBody>
              <a:bodyPr spcFirstLastPara="1" wrap="square" lIns="54600" tIns="54600" rIns="54600" bIns="54600" anchor="ctr" anchorCtr="0">
                <a:noAutofit/>
              </a:bodyPr>
              <a:lstStyle/>
              <a:p>
                <a:pPr marL="0" marR="0" lvl="0" indent="0" algn="l" rtl="0">
                  <a:spcBef>
                    <a:spcPts val="0"/>
                  </a:spcBef>
                  <a:spcAft>
                    <a:spcPts val="0"/>
                  </a:spcAft>
                  <a:buNone/>
                </a:pPr>
                <a:endParaRPr sz="1500">
                  <a:solidFill>
                    <a:srgbClr val="FFFFFF"/>
                  </a:solidFill>
                  <a:latin typeface="Arial"/>
                  <a:ea typeface="Arial"/>
                  <a:cs typeface="Arial"/>
                  <a:sym typeface="Arial"/>
                </a:endParaRPr>
              </a:p>
            </p:txBody>
          </p:sp>
          <p:sp>
            <p:nvSpPr>
              <p:cNvPr id="53" name="Google Shape;53;p2"/>
              <p:cNvSpPr/>
              <p:nvPr/>
            </p:nvSpPr>
            <p:spPr>
              <a:xfrm>
                <a:off x="482600" y="5576065"/>
                <a:ext cx="180190" cy="1035331"/>
              </a:xfrm>
              <a:prstGeom prst="rect">
                <a:avLst/>
              </a:prstGeom>
              <a:solidFill>
                <a:srgbClr val="483698"/>
              </a:solidFill>
              <a:ln>
                <a:noFill/>
              </a:ln>
            </p:spPr>
            <p:txBody>
              <a:bodyPr spcFirstLastPara="1" wrap="square" lIns="54600" tIns="54600" rIns="54600" bIns="54600" anchor="ctr" anchorCtr="0">
                <a:noAutofit/>
              </a:bodyPr>
              <a:lstStyle/>
              <a:p>
                <a:pPr marL="0" marR="0" lvl="0" indent="0" algn="l" rtl="0">
                  <a:spcBef>
                    <a:spcPts val="0"/>
                  </a:spcBef>
                  <a:spcAft>
                    <a:spcPts val="0"/>
                  </a:spcAft>
                  <a:buNone/>
                </a:pPr>
                <a:endParaRPr sz="1500">
                  <a:solidFill>
                    <a:srgbClr val="FFFFFF"/>
                  </a:solidFill>
                  <a:latin typeface="Arial"/>
                  <a:ea typeface="Arial"/>
                  <a:cs typeface="Arial"/>
                  <a:sym typeface="Arial"/>
                </a:endParaRPr>
              </a:p>
            </p:txBody>
          </p:sp>
        </p:grpSp>
      </p:grpSp>
    </p:spTree>
    <p:extLst>
      <p:ext uri="{BB962C8B-B14F-4D97-AF65-F5344CB8AC3E}">
        <p14:creationId xmlns:p14="http://schemas.microsoft.com/office/powerpoint/2010/main" val="280585271"/>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304247331"/>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Title Only - Dark BG colour">
    <p:bg>
      <p:bgPr>
        <a:solidFill>
          <a:schemeClr val="accent2"/>
        </a:solidFill>
        <a:effectLst/>
      </p:bgPr>
    </p:bg>
    <p:spTree>
      <p:nvGrpSpPr>
        <p:cNvPr id="1" name=""/>
        <p:cNvGrpSpPr/>
        <p:nvPr/>
      </p:nvGrpSpPr>
      <p:grpSpPr>
        <a:xfrm>
          <a:off x="0" y="0"/>
          <a:ext cx="0" cy="0"/>
          <a:chOff x="0" y="0"/>
          <a:chExt cx="0" cy="0"/>
        </a:xfrm>
      </p:grpSpPr>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9" name="Graphic 8">
            <a:extLst>
              <a:ext uri="{FF2B5EF4-FFF2-40B4-BE49-F238E27FC236}">
                <a16:creationId xmlns:a16="http://schemas.microsoft.com/office/drawing/2014/main" id="{147A601A-3AE8-4889-A026-9740E00CCFBB}"/>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594898442"/>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userDrawn="1">
  <p:cSld name="Section break 2">
    <p:bg>
      <p:bgPr>
        <a:gradFill flip="none" rotWithShape="1">
          <a:gsLst>
            <a:gs pos="0">
              <a:schemeClr val="accent5"/>
            </a:gs>
            <a:gs pos="100000">
              <a:schemeClr val="accent1"/>
            </a:gs>
          </a:gsLst>
          <a:lin ang="0" scaled="0"/>
          <a:tileRect/>
        </a:gra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BAF31653-DA95-4567-9106-71E1E49BA627}"/>
              </a:ext>
            </a:extLst>
          </p:cNvPr>
          <p:cNvSpPr>
            <a:spLocks noChangeAspect="1"/>
          </p:cNvSpPr>
          <p:nvPr userDrawn="1"/>
        </p:nvSpPr>
        <p:spPr>
          <a:xfrm>
            <a:off x="998476" y="971550"/>
            <a:ext cx="7061787" cy="4943250"/>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60" name="Text Placeholder 3">
            <a:extLst>
              <a:ext uri="{FF2B5EF4-FFF2-40B4-BE49-F238E27FC236}">
                <a16:creationId xmlns:a16="http://schemas.microsoft.com/office/drawing/2014/main" id="{2925CE2F-8945-49DE-BCC2-8BCACF480E4F}"/>
              </a:ext>
            </a:extLst>
          </p:cNvPr>
          <p:cNvSpPr>
            <a:spLocks noGrp="1"/>
          </p:cNvSpPr>
          <p:nvPr>
            <p:ph type="body" sz="quarter" idx="13"/>
          </p:nvPr>
        </p:nvSpPr>
        <p:spPr>
          <a:xfrm>
            <a:off x="1289860" y="5308261"/>
            <a:ext cx="5252400" cy="246221"/>
          </a:xfrm>
        </p:spPr>
        <p:txBody>
          <a:bodyPr wrap="square" anchor="b">
            <a:spAutoFit/>
          </a:bodyPr>
          <a:lstStyle>
            <a:lvl1pPr>
              <a:defRPr sz="1600" b="1">
                <a:solidFill>
                  <a:schemeClr val="accent2"/>
                </a:solidFill>
              </a:defRPr>
            </a:lvl1pPr>
            <a:lvl2pPr>
              <a:defRPr sz="1600">
                <a:solidFill>
                  <a:schemeClr val="accent2"/>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
        <p:nvSpPr>
          <p:cNvPr id="61" name="Text Placeholder 3">
            <a:extLst>
              <a:ext uri="{FF2B5EF4-FFF2-40B4-BE49-F238E27FC236}">
                <a16:creationId xmlns:a16="http://schemas.microsoft.com/office/drawing/2014/main" id="{C346F2F1-AF73-4284-8702-745152AF5399}"/>
              </a:ext>
            </a:extLst>
          </p:cNvPr>
          <p:cNvSpPr>
            <a:spLocks noGrp="1"/>
          </p:cNvSpPr>
          <p:nvPr>
            <p:ph type="body" sz="quarter" idx="14" hasCustomPrompt="1"/>
          </p:nvPr>
        </p:nvSpPr>
        <p:spPr>
          <a:xfrm>
            <a:off x="1289860" y="1140069"/>
            <a:ext cx="1082675" cy="812530"/>
          </a:xfrm>
        </p:spPr>
        <p:txBody>
          <a:bodyPr>
            <a:spAutoFit/>
          </a:bodyPr>
          <a:lstStyle>
            <a:lvl1pPr>
              <a:lnSpc>
                <a:spcPct val="80000"/>
              </a:lnSpc>
              <a:defRPr lang="en-US" sz="6600" kern="1200" baseline="0" dirty="0" smtClean="0">
                <a:solidFill>
                  <a:schemeClr val="accent2"/>
                </a:solidFill>
                <a:latin typeface="+mj-lt"/>
                <a:ea typeface="+mj-ea"/>
                <a:cs typeface="+mj-cs"/>
              </a:defRPr>
            </a:lvl1pPr>
          </a:lstStyle>
          <a:p>
            <a:pPr lvl="0"/>
            <a:r>
              <a:rPr lang="en-US"/>
              <a:t>00</a:t>
            </a: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5252400" cy="2367199"/>
          </a:xfrm>
          <a:noFill/>
        </p:spPr>
        <p:txBody>
          <a:bodyPr lIns="0" tIns="0" rIns="0" bIns="0" anchor="t" anchorCtr="0"/>
          <a:lstStyle>
            <a:lvl1pPr algn="l">
              <a:defRPr sz="8000" baseline="0">
                <a:solidFill>
                  <a:schemeClr val="accent2"/>
                </a:solidFill>
              </a:defRPr>
            </a:lvl1pPr>
          </a:lstStyle>
          <a:p>
            <a:r>
              <a:rPr lang="en-US"/>
              <a:t>Click to edit Master title style</a:t>
            </a:r>
          </a:p>
        </p:txBody>
      </p:sp>
    </p:spTree>
    <p:extLst>
      <p:ext uri="{BB962C8B-B14F-4D97-AF65-F5344CB8AC3E}">
        <p14:creationId xmlns:p14="http://schemas.microsoft.com/office/powerpoint/2010/main" val="848173127"/>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2335E8F-D0E6-4E91-BC16-1E970996B13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29" y="467"/>
            <a:ext cx="12190341" cy="6857066"/>
          </a:xfrm>
          <a:prstGeom prst="rect">
            <a:avLst/>
          </a:prstGeom>
        </p:spPr>
      </p:pic>
      <p:sp>
        <p:nvSpPr>
          <p:cNvPr id="2" name="Title 1"/>
          <p:cNvSpPr>
            <a:spLocks noGrp="1"/>
          </p:cNvSpPr>
          <p:nvPr>
            <p:ph type="ctrTitle" hasCustomPrompt="1"/>
          </p:nvPr>
        </p:nvSpPr>
        <p:spPr>
          <a:xfrm>
            <a:off x="741302" y="1456388"/>
            <a:ext cx="5354698" cy="1686205"/>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 Placeholder 3"/>
          <p:cNvSpPr>
            <a:spLocks noGrp="1"/>
          </p:cNvSpPr>
          <p:nvPr userDrawn="1">
            <p:ph type="body" sz="quarter" idx="11"/>
          </p:nvPr>
        </p:nvSpPr>
        <p:spPr>
          <a:xfrm>
            <a:off x="741302" y="3457743"/>
            <a:ext cx="5506648" cy="810000"/>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pic>
        <p:nvPicPr>
          <p:cNvPr id="10" name="Graphic 9">
            <a:extLst>
              <a:ext uri="{FF2B5EF4-FFF2-40B4-BE49-F238E27FC236}">
                <a16:creationId xmlns:a16="http://schemas.microsoft.com/office/drawing/2014/main" id="{9A84BD71-38D7-4AC1-B38A-7DE8843A6D12}"/>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2641982072"/>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4">
    <p:bg>
      <p:bgPr>
        <a:gradFill flip="none" rotWithShape="1">
          <a:gsLst>
            <a:gs pos="100000">
              <a:schemeClr val="accent1"/>
            </a:gs>
            <a:gs pos="0">
              <a:schemeClr val="accent5"/>
            </a:gs>
          </a:gsLst>
          <a:lin ang="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41302" y="1456388"/>
            <a:ext cx="4916548" cy="3442681"/>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 Placeholder 3"/>
          <p:cNvSpPr>
            <a:spLocks noGrp="1"/>
          </p:cNvSpPr>
          <p:nvPr userDrawn="1">
            <p:ph type="body" sz="quarter" idx="11"/>
          </p:nvPr>
        </p:nvSpPr>
        <p:spPr>
          <a:xfrm>
            <a:off x="741302" y="5007009"/>
            <a:ext cx="4916548" cy="810000"/>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pic>
        <p:nvPicPr>
          <p:cNvPr id="10" name="Graphic 9">
            <a:extLst>
              <a:ext uri="{FF2B5EF4-FFF2-40B4-BE49-F238E27FC236}">
                <a16:creationId xmlns:a16="http://schemas.microsoft.com/office/drawing/2014/main" id="{9A84BD71-38D7-4AC1-B38A-7DE8843A6D1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pic>
        <p:nvPicPr>
          <p:cNvPr id="3" name="Picture 2" descr="A close up of a computer&#10;&#10;Description automatically generated">
            <a:extLst>
              <a:ext uri="{FF2B5EF4-FFF2-40B4-BE49-F238E27FC236}">
                <a16:creationId xmlns:a16="http://schemas.microsoft.com/office/drawing/2014/main" id="{CED48CBB-8F06-86B1-9F7A-8B4772850D87}"/>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l="45883"/>
          <a:stretch/>
        </p:blipFill>
        <p:spPr>
          <a:xfrm>
            <a:off x="7682844" y="720351"/>
            <a:ext cx="3767853" cy="5415233"/>
          </a:xfrm>
          <a:prstGeom prst="rect">
            <a:avLst/>
          </a:prstGeom>
        </p:spPr>
      </p:pic>
    </p:spTree>
    <p:extLst>
      <p:ext uri="{BB962C8B-B14F-4D97-AF65-F5344CB8AC3E}">
        <p14:creationId xmlns:p14="http://schemas.microsoft.com/office/powerpoint/2010/main" val="344148347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_KPMG Blue">
    <p:bg>
      <p:bgPr>
        <a:solidFill>
          <a:schemeClr val="accent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741301" y="1470479"/>
            <a:ext cx="6350010" cy="4445007"/>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017666" y="1759937"/>
            <a:ext cx="5765982" cy="2903488"/>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p:ph type="body" sz="quarter" idx="11"/>
          </p:nvPr>
        </p:nvSpPr>
        <p:spPr>
          <a:xfrm>
            <a:off x="1017666" y="4752153"/>
            <a:ext cx="5765982" cy="816606"/>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pic>
        <p:nvPicPr>
          <p:cNvPr id="9" name="Graphic 8">
            <a:extLst>
              <a:ext uri="{FF2B5EF4-FFF2-40B4-BE49-F238E27FC236}">
                <a16:creationId xmlns:a16="http://schemas.microsoft.com/office/drawing/2014/main" id="{3AE81D1E-EC03-4E35-9F55-9751C67CE02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1396135495"/>
      </p:ext>
    </p:extLst>
  </p:cSld>
  <p:clrMapOvr>
    <a:masterClrMapping/>
  </p:clrMapOvr>
  <p:extLst>
    <p:ext uri="{DCECCB84-F9BA-43D5-87BE-67443E8EF086}">
      <p15:sldGuideLst xmlns:p15="http://schemas.microsoft.com/office/powerpoint/2012/main"/>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_KPMG Blue">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F73FA8F-86B4-4B38-9318-B211F1BBAFEB}"/>
              </a:ext>
            </a:extLst>
          </p:cNvPr>
          <p:cNvSpPr>
            <a:spLocks noChangeAspect="1"/>
          </p:cNvSpPr>
          <p:nvPr userDrawn="1"/>
        </p:nvSpPr>
        <p:spPr>
          <a:xfrm>
            <a:off x="741301" y="1470479"/>
            <a:ext cx="3099633"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017666" y="1759937"/>
            <a:ext cx="2487266" cy="2900514"/>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userDrawn="1">
            <p:ph type="body" sz="quarter" idx="11"/>
          </p:nvPr>
        </p:nvSpPr>
        <p:spPr>
          <a:xfrm>
            <a:off x="1017666" y="4752153"/>
            <a:ext cx="2487267" cy="815770"/>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pic>
        <p:nvPicPr>
          <p:cNvPr id="7" name="Graphic 6">
            <a:extLst>
              <a:ext uri="{FF2B5EF4-FFF2-40B4-BE49-F238E27FC236}">
                <a16:creationId xmlns:a16="http://schemas.microsoft.com/office/drawing/2014/main" id="{38ADB91F-075F-40EA-BBF8-09E1B53E17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1622617192"/>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3656602" y="736722"/>
            <a:ext cx="7794097" cy="545586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6" name="Text Placeholder 3"/>
          <p:cNvSpPr>
            <a:spLocks noGrp="1"/>
          </p:cNvSpPr>
          <p:nvPr>
            <p:ph type="body" sz="quarter" idx="11"/>
          </p:nvPr>
        </p:nvSpPr>
        <p:spPr>
          <a:xfrm>
            <a:off x="3923066" y="5075895"/>
            <a:ext cx="7260639" cy="810000"/>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
        <p:nvSpPr>
          <p:cNvPr id="10" name="Title 9">
            <a:extLst>
              <a:ext uri="{FF2B5EF4-FFF2-40B4-BE49-F238E27FC236}">
                <a16:creationId xmlns:a16="http://schemas.microsoft.com/office/drawing/2014/main" id="{BA9E5DDB-2262-4657-AA4F-9CE87AA83B57}"/>
              </a:ext>
            </a:extLst>
          </p:cNvPr>
          <p:cNvSpPr>
            <a:spLocks noGrp="1"/>
          </p:cNvSpPr>
          <p:nvPr>
            <p:ph type="title" hasCustomPrompt="1"/>
          </p:nvPr>
        </p:nvSpPr>
        <p:spPr>
          <a:xfrm>
            <a:off x="3922009" y="1002219"/>
            <a:ext cx="7260639" cy="3950972"/>
          </a:xfrm>
        </p:spPr>
        <p:txBody>
          <a:bodyPr/>
          <a:lstStyle>
            <a:lvl1pPr>
              <a:defRPr lang="en-GB" sz="6600" kern="1200" baseline="0" dirty="0">
                <a:solidFill>
                  <a:schemeClr val="bg1"/>
                </a:solidFill>
                <a:latin typeface="+mj-lt"/>
                <a:ea typeface="+mj-ea"/>
                <a:cs typeface="+mj-cs"/>
              </a:defRPr>
            </a:lvl1pPr>
          </a:lstStyle>
          <a:p>
            <a:r>
              <a:rPr lang="en-GB"/>
              <a:t>Title slide text only</a:t>
            </a:r>
          </a:p>
        </p:txBody>
      </p:sp>
      <p:pic>
        <p:nvPicPr>
          <p:cNvPr id="7" name="Graphic 6">
            <a:extLst>
              <a:ext uri="{FF2B5EF4-FFF2-40B4-BE49-F238E27FC236}">
                <a16:creationId xmlns:a16="http://schemas.microsoft.com/office/drawing/2014/main" id="{FBDA91F4-0EDF-45F7-BE99-6872894A163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2837895854"/>
      </p:ext>
    </p:extLst>
  </p:cSld>
  <p:clrMapOvr>
    <a:masterClrMapping/>
  </p:clrMapOvr>
  <p:extLst>
    <p:ext uri="{DCECCB84-F9BA-43D5-87BE-67443E8EF086}">
      <p15:sldGuideLst xmlns:p15="http://schemas.microsoft.com/office/powerpoint/2012/main"/>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BC1A25C-9C23-47D0-BC86-BD2474043CD3}"/>
              </a:ext>
            </a:extLst>
          </p:cNvPr>
          <p:cNvGrpSpPr/>
          <p:nvPr userDrawn="1"/>
        </p:nvGrpSpPr>
        <p:grpSpPr>
          <a:xfrm>
            <a:off x="998476" y="0"/>
            <a:ext cx="911399" cy="1485244"/>
            <a:chOff x="1008000" y="0"/>
            <a:chExt cx="911399" cy="1485244"/>
          </a:xfrm>
          <a:solidFill>
            <a:schemeClr val="bg1">
              <a:alpha val="0"/>
            </a:schemeClr>
          </a:solidFill>
        </p:grpSpPr>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1008000" y="0"/>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1008000" y="742622"/>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sp>
          <p:nvSpPr>
            <p:cNvPr id="9" name="Freeform 19">
              <a:extLst>
                <a:ext uri="{FF2B5EF4-FFF2-40B4-BE49-F238E27FC236}">
                  <a16:creationId xmlns:a16="http://schemas.microsoft.com/office/drawing/2014/main" id="{162D722E-1D64-4D54-98B6-8466501BFD3D}"/>
                </a:ext>
              </a:extLst>
            </p:cNvPr>
            <p:cNvSpPr>
              <a:spLocks noChangeAspect="1" noEditPoints="1"/>
            </p:cNvSpPr>
            <p:nvPr userDrawn="1"/>
          </p:nvSpPr>
          <p:spPr bwMode="auto">
            <a:xfrm>
              <a:off x="1008000" y="1113933"/>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grpSp>
      <p:sp>
        <p:nvSpPr>
          <p:cNvPr id="104" name="Rectangle 103">
            <a:extLst>
              <a:ext uri="{FF2B5EF4-FFF2-40B4-BE49-F238E27FC236}">
                <a16:creationId xmlns:a16="http://schemas.microsoft.com/office/drawing/2014/main" id="{6A6246C3-5BC1-4146-9E95-B8B3F1B77C22}"/>
              </a:ext>
            </a:extLst>
          </p:cNvPr>
          <p:cNvSpPr>
            <a:spLocks noChangeAspect="1"/>
          </p:cNvSpPr>
          <p:nvPr userDrawn="1"/>
        </p:nvSpPr>
        <p:spPr>
          <a:xfrm>
            <a:off x="7686675" y="736722"/>
            <a:ext cx="3764024" cy="5415923"/>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106" name="Text Placeholder 3">
            <a:extLst>
              <a:ext uri="{FF2B5EF4-FFF2-40B4-BE49-F238E27FC236}">
                <a16:creationId xmlns:a16="http://schemas.microsoft.com/office/drawing/2014/main" id="{E9A5689E-A0AC-4126-A5A7-5CD8528C6C2E}"/>
              </a:ext>
            </a:extLst>
          </p:cNvPr>
          <p:cNvSpPr>
            <a:spLocks noGrp="1"/>
          </p:cNvSpPr>
          <p:nvPr>
            <p:ph type="body" sz="quarter" idx="12"/>
          </p:nvPr>
        </p:nvSpPr>
        <p:spPr>
          <a:xfrm>
            <a:off x="7953138" y="5075895"/>
            <a:ext cx="3229510" cy="810000"/>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
        <p:nvSpPr>
          <p:cNvPr id="2" name="Title 1"/>
          <p:cNvSpPr>
            <a:spLocks noGrp="1"/>
          </p:cNvSpPr>
          <p:nvPr>
            <p:ph type="ctrTitle" hasCustomPrompt="1"/>
          </p:nvPr>
        </p:nvSpPr>
        <p:spPr>
          <a:xfrm>
            <a:off x="7953138" y="1002219"/>
            <a:ext cx="3229510" cy="3950972"/>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pic>
        <p:nvPicPr>
          <p:cNvPr id="11" name="Graphic 10">
            <a:extLst>
              <a:ext uri="{FF2B5EF4-FFF2-40B4-BE49-F238E27FC236}">
                <a16:creationId xmlns:a16="http://schemas.microsoft.com/office/drawing/2014/main" id="{7ECC0639-96E3-412C-BC90-5540FE2BEC2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211614552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 Image_KPMG Blue">
    <p:bg>
      <p:bgPr>
        <a:solidFill>
          <a:schemeClr val="accent2"/>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6200E6EA-7AA4-4C98-8E47-F5F83446E051}"/>
              </a:ext>
            </a:extLst>
          </p:cNvPr>
          <p:cNvSpPr>
            <a:spLocks noGrp="1" noChangeAspect="1"/>
          </p:cNvSpPr>
          <p:nvPr>
            <p:ph type="pic" sz="quarter" idx="12"/>
          </p:nvPr>
        </p:nvSpPr>
        <p:spPr>
          <a:xfrm>
            <a:off x="741301" y="1468380"/>
            <a:ext cx="5885053" cy="4087973"/>
          </a:xfrm>
          <a:solidFill>
            <a:schemeClr val="accent1"/>
          </a:solidFill>
        </p:spPr>
        <p:txBody>
          <a:bodyPr anchor="ctr"/>
          <a:lstStyle>
            <a:lvl1pPr algn="ctr">
              <a:defRPr sz="1000" b="0">
                <a:solidFill>
                  <a:schemeClr val="bg1"/>
                </a:solidFill>
              </a:defRPr>
            </a:lvl1pPr>
          </a:lstStyle>
          <a:p>
            <a:r>
              <a:rPr lang="en-US"/>
              <a:t>Click icon to add picture</a:t>
            </a:r>
            <a:endParaRPr lang="en-GB"/>
          </a:p>
        </p:txBody>
      </p:sp>
      <p:sp>
        <p:nvSpPr>
          <p:cNvPr id="2" name="Title 1"/>
          <p:cNvSpPr>
            <a:spLocks noGrp="1"/>
          </p:cNvSpPr>
          <p:nvPr>
            <p:ph type="ctrTitle" hasCustomPrompt="1"/>
          </p:nvPr>
        </p:nvSpPr>
        <p:spPr>
          <a:xfrm>
            <a:off x="7642337" y="1468380"/>
            <a:ext cx="3551186" cy="3098109"/>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7648627"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7648627"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6" name="Text Placeholder 3"/>
          <p:cNvSpPr>
            <a:spLocks noGrp="1"/>
          </p:cNvSpPr>
          <p:nvPr userDrawn="1">
            <p:ph type="body" sz="quarter" idx="11"/>
          </p:nvPr>
        </p:nvSpPr>
        <p:spPr>
          <a:xfrm>
            <a:off x="7648628" y="4746353"/>
            <a:ext cx="3551186" cy="810000"/>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pic>
        <p:nvPicPr>
          <p:cNvPr id="10" name="Graphic 9">
            <a:extLst>
              <a:ext uri="{FF2B5EF4-FFF2-40B4-BE49-F238E27FC236}">
                <a16:creationId xmlns:a16="http://schemas.microsoft.com/office/drawing/2014/main" id="{7C82C8FF-4554-4D33-9E91-3BB7D4A8569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642337" y="736722"/>
            <a:ext cx="914400" cy="368346"/>
          </a:xfrm>
          <a:prstGeom prst="rect">
            <a:avLst/>
          </a:prstGeom>
        </p:spPr>
      </p:pic>
    </p:spTree>
    <p:extLst>
      <p:ext uri="{BB962C8B-B14F-4D97-AF65-F5344CB8AC3E}">
        <p14:creationId xmlns:p14="http://schemas.microsoft.com/office/powerpoint/2010/main" val="2904502787"/>
      </p:ext>
    </p:extLst>
  </p:cSld>
  <p:clrMapOvr>
    <a:masterClrMapping/>
  </p:clrMapOvr>
  <p:extLst>
    <p:ext uri="{DCECCB84-F9BA-43D5-87BE-67443E8EF086}">
      <p15:sldGuideLst xmlns:p15="http://schemas.microsoft.com/office/powerpoint/2012/main">
        <p15:guide id="1" orient="horz" pos="3498">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 Image_KPMG Blue">
    <p:bg>
      <p:bgPr>
        <a:solidFill>
          <a:schemeClr val="accent2"/>
        </a:solidFill>
        <a:effectLst/>
      </p:bgPr>
    </p:bg>
    <p:spTree>
      <p:nvGrpSpPr>
        <p:cNvPr id="1" name=""/>
        <p:cNvGrpSpPr/>
        <p:nvPr/>
      </p:nvGrpSpPr>
      <p:grpSpPr>
        <a:xfrm>
          <a:off x="0" y="0"/>
          <a:ext cx="0" cy="0"/>
          <a:chOff x="0" y="0"/>
          <a:chExt cx="0" cy="0"/>
        </a:xfrm>
      </p:grpSpPr>
      <p:sp>
        <p:nvSpPr>
          <p:cNvPr id="28" name="Picture Placeholder 3">
            <a:extLst>
              <a:ext uri="{FF2B5EF4-FFF2-40B4-BE49-F238E27FC236}">
                <a16:creationId xmlns:a16="http://schemas.microsoft.com/office/drawing/2014/main" id="{445BA5F7-F13B-4C20-B0E0-112E55400EE4}"/>
              </a:ext>
            </a:extLst>
          </p:cNvPr>
          <p:cNvSpPr>
            <a:spLocks noGrp="1" noChangeAspect="1"/>
          </p:cNvSpPr>
          <p:nvPr>
            <p:ph type="pic" sz="quarter" idx="12"/>
          </p:nvPr>
        </p:nvSpPr>
        <p:spPr>
          <a:xfrm>
            <a:off x="741301" y="732868"/>
            <a:ext cx="3727618" cy="5392264"/>
          </a:xfrm>
          <a:solidFill>
            <a:schemeClr val="accent1"/>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sp>
        <p:nvSpPr>
          <p:cNvPr id="2" name="Title 1"/>
          <p:cNvSpPr>
            <a:spLocks noGrp="1"/>
          </p:cNvSpPr>
          <p:nvPr>
            <p:ph type="ctrTitle" hasCustomPrompt="1"/>
          </p:nvPr>
        </p:nvSpPr>
        <p:spPr>
          <a:xfrm>
            <a:off x="5489910" y="1453783"/>
            <a:ext cx="5301922" cy="344622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4729193"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6" name="Text Placeholder 3"/>
          <p:cNvSpPr>
            <a:spLocks noGrp="1"/>
          </p:cNvSpPr>
          <p:nvPr userDrawn="1">
            <p:ph type="body" sz="quarter" idx="11"/>
          </p:nvPr>
        </p:nvSpPr>
        <p:spPr>
          <a:xfrm>
            <a:off x="5489910" y="4953575"/>
            <a:ext cx="5301922" cy="810000"/>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pic>
        <p:nvPicPr>
          <p:cNvPr id="8" name="Graphic 7">
            <a:extLst>
              <a:ext uri="{FF2B5EF4-FFF2-40B4-BE49-F238E27FC236}">
                <a16:creationId xmlns:a16="http://schemas.microsoft.com/office/drawing/2014/main" id="{20418D56-2AD4-4649-A855-7B7DABEE4F4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489910" y="736722"/>
            <a:ext cx="914400" cy="368346"/>
          </a:xfrm>
          <a:prstGeom prst="rect">
            <a:avLst/>
          </a:prstGeom>
        </p:spPr>
      </p:pic>
    </p:spTree>
    <p:extLst>
      <p:ext uri="{BB962C8B-B14F-4D97-AF65-F5344CB8AC3E}">
        <p14:creationId xmlns:p14="http://schemas.microsoft.com/office/powerpoint/2010/main" val="3949832092"/>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 Image_Cobalt Blue">
    <p:bg>
      <p:bgPr>
        <a:solidFill>
          <a:schemeClr val="accent1"/>
        </a:solidFill>
        <a:effectLst/>
      </p:bgPr>
    </p:bg>
    <p:spTree>
      <p:nvGrpSpPr>
        <p:cNvPr id="1" name=""/>
        <p:cNvGrpSpPr/>
        <p:nvPr/>
      </p:nvGrpSpPr>
      <p:grpSpPr>
        <a:xfrm>
          <a:off x="0" y="0"/>
          <a:ext cx="0" cy="0"/>
          <a:chOff x="0" y="0"/>
          <a:chExt cx="0" cy="0"/>
        </a:xfrm>
      </p:grpSpPr>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28" name="Picture Placeholder 3">
            <a:extLst>
              <a:ext uri="{FF2B5EF4-FFF2-40B4-BE49-F238E27FC236}">
                <a16:creationId xmlns:a16="http://schemas.microsoft.com/office/drawing/2014/main" id="{1D0B9D96-907F-4E37-B5A7-830AD095F223}"/>
              </a:ext>
            </a:extLst>
          </p:cNvPr>
          <p:cNvSpPr>
            <a:spLocks noGrp="1" noChangeAspect="1"/>
          </p:cNvSpPr>
          <p:nvPr>
            <p:ph type="pic" sz="quarter" idx="12"/>
          </p:nvPr>
        </p:nvSpPr>
        <p:spPr>
          <a:xfrm>
            <a:off x="4909676" y="1456388"/>
            <a:ext cx="6283848" cy="4364991"/>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sp>
        <p:nvSpPr>
          <p:cNvPr id="34" name="Title 1">
            <a:extLst>
              <a:ext uri="{FF2B5EF4-FFF2-40B4-BE49-F238E27FC236}">
                <a16:creationId xmlns:a16="http://schemas.microsoft.com/office/drawing/2014/main" id="{E8E14845-BB2E-4EA2-8CBD-F35A520E366D}"/>
              </a:ext>
            </a:extLst>
          </p:cNvPr>
          <p:cNvSpPr>
            <a:spLocks noGrp="1"/>
          </p:cNvSpPr>
          <p:nvPr>
            <p:ph type="ctrTitle" hasCustomPrompt="1"/>
          </p:nvPr>
        </p:nvSpPr>
        <p:spPr>
          <a:xfrm>
            <a:off x="741301" y="1456388"/>
            <a:ext cx="3432043" cy="342774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40" name="Text Placeholder 3">
            <a:extLst>
              <a:ext uri="{FF2B5EF4-FFF2-40B4-BE49-F238E27FC236}">
                <a16:creationId xmlns:a16="http://schemas.microsoft.com/office/drawing/2014/main" id="{423222F2-0E39-45E4-8918-49125CD7C1EA}"/>
              </a:ext>
            </a:extLst>
          </p:cNvPr>
          <p:cNvSpPr>
            <a:spLocks noGrp="1"/>
          </p:cNvSpPr>
          <p:nvPr>
            <p:ph type="body" sz="quarter" idx="11"/>
          </p:nvPr>
        </p:nvSpPr>
        <p:spPr>
          <a:xfrm>
            <a:off x="741301" y="5007010"/>
            <a:ext cx="3432043" cy="810000"/>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pic>
        <p:nvPicPr>
          <p:cNvPr id="10" name="Graphic 9">
            <a:extLst>
              <a:ext uri="{FF2B5EF4-FFF2-40B4-BE49-F238E27FC236}">
                <a16:creationId xmlns:a16="http://schemas.microsoft.com/office/drawing/2014/main" id="{C6BE9D60-8E37-4DED-A951-A9C36EAA76D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2278494177"/>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 Image_Cobalt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41302" y="1456388"/>
            <a:ext cx="5506648" cy="3442681"/>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 Placeholder 3"/>
          <p:cNvSpPr>
            <a:spLocks noGrp="1"/>
          </p:cNvSpPr>
          <p:nvPr userDrawn="1">
            <p:ph type="body" sz="quarter" idx="11"/>
          </p:nvPr>
        </p:nvSpPr>
        <p:spPr>
          <a:xfrm>
            <a:off x="741302" y="5007009"/>
            <a:ext cx="5506648" cy="810000"/>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13BD1F9C-C7CA-4162-BCD4-0E8701D30076}"/>
              </a:ext>
            </a:extLst>
          </p:cNvPr>
          <p:cNvSpPr>
            <a:spLocks noGrp="1" noChangeAspect="1"/>
          </p:cNvSpPr>
          <p:nvPr>
            <p:ph type="pic" sz="quarter" idx="12"/>
          </p:nvPr>
        </p:nvSpPr>
        <p:spPr>
          <a:xfrm>
            <a:off x="7686141" y="736722"/>
            <a:ext cx="3764557" cy="5391258"/>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pic>
        <p:nvPicPr>
          <p:cNvPr id="10" name="Graphic 9">
            <a:extLst>
              <a:ext uri="{FF2B5EF4-FFF2-40B4-BE49-F238E27FC236}">
                <a16:creationId xmlns:a16="http://schemas.microsoft.com/office/drawing/2014/main" id="{9A84BD71-38D7-4AC1-B38A-7DE8843A6D1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3122999995"/>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B00C76C-8FDF-939D-9BF7-ED86B8A09683}"/>
              </a:ext>
            </a:extLst>
          </p:cNvPr>
          <p:cNvSpPr/>
          <p:nvPr userDrawn="1"/>
        </p:nvSpPr>
        <p:spPr>
          <a:xfrm>
            <a:off x="0" y="0"/>
            <a:ext cx="7146235" cy="6029608"/>
          </a:xfrm>
          <a:prstGeom prst="rect">
            <a:avLst/>
          </a:prstGeom>
          <a:gradFill>
            <a:gsLst>
              <a:gs pos="0">
                <a:srgbClr val="7213EA"/>
              </a:gs>
              <a:gs pos="100000">
                <a:srgbClr val="1E49E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995364" y="2296814"/>
            <a:ext cx="4020256" cy="533400"/>
          </a:xfrm>
        </p:spPr>
        <p:txBody>
          <a:bodyPr anchor="ctr"/>
          <a:lstStyle>
            <a:lvl1pPr>
              <a:defRPr sz="6600">
                <a:solidFill>
                  <a:schemeClr val="bg1"/>
                </a:solidFill>
              </a:defRPr>
            </a:lvl1pPr>
          </a:lstStyle>
          <a:p>
            <a:r>
              <a:rPr lang="en-US"/>
              <a:t>Click to edit Master title style</a:t>
            </a:r>
            <a:endParaRPr lang="en-GB"/>
          </a:p>
        </p:txBody>
      </p:sp>
      <p:sp>
        <p:nvSpPr>
          <p:cNvPr id="8" name="Text Placeholder 7">
            <a:extLst>
              <a:ext uri="{FF2B5EF4-FFF2-40B4-BE49-F238E27FC236}">
                <a16:creationId xmlns:a16="http://schemas.microsoft.com/office/drawing/2014/main" id="{2858FFCE-70FF-E8A9-1517-97027D03F890}"/>
              </a:ext>
            </a:extLst>
          </p:cNvPr>
          <p:cNvSpPr>
            <a:spLocks noGrp="1"/>
          </p:cNvSpPr>
          <p:nvPr>
            <p:ph type="body" sz="quarter" idx="10"/>
          </p:nvPr>
        </p:nvSpPr>
        <p:spPr>
          <a:xfrm>
            <a:off x="5222081" y="518036"/>
            <a:ext cx="1747838" cy="620712"/>
          </a:xfrm>
        </p:spPr>
        <p:txBody>
          <a:bodyPr anchor="ctr"/>
          <a:lstStyle>
            <a:lvl1pPr algn="r">
              <a:lnSpc>
                <a:spcPct val="70000"/>
              </a:lnSpc>
              <a:defRPr sz="4400">
                <a:solidFill>
                  <a:schemeClr val="bg1"/>
                </a:solidFill>
                <a:latin typeface="+mj-lt"/>
              </a:defRPr>
            </a:lvl1pPr>
          </a:lstStyle>
          <a:p>
            <a:pPr lvl="0"/>
            <a:r>
              <a:rPr lang="en-US"/>
              <a:t>Click to edit Master text styles</a:t>
            </a:r>
          </a:p>
        </p:txBody>
      </p:sp>
      <p:sp>
        <p:nvSpPr>
          <p:cNvPr id="9" name="Text Placeholder 7">
            <a:extLst>
              <a:ext uri="{FF2B5EF4-FFF2-40B4-BE49-F238E27FC236}">
                <a16:creationId xmlns:a16="http://schemas.microsoft.com/office/drawing/2014/main" id="{5EE4DAAF-DB2D-B25E-7B9D-0F44ED0E90F9}"/>
              </a:ext>
            </a:extLst>
          </p:cNvPr>
          <p:cNvSpPr>
            <a:spLocks noGrp="1"/>
          </p:cNvSpPr>
          <p:nvPr>
            <p:ph type="body" sz="quarter" idx="11"/>
          </p:nvPr>
        </p:nvSpPr>
        <p:spPr>
          <a:xfrm>
            <a:off x="5222081" y="1253897"/>
            <a:ext cx="1747838" cy="620712"/>
          </a:xfrm>
        </p:spPr>
        <p:txBody>
          <a:bodyPr anchor="ctr"/>
          <a:lstStyle>
            <a:lvl1pPr algn="r">
              <a:lnSpc>
                <a:spcPct val="70000"/>
              </a:lnSpc>
              <a:defRPr sz="4400">
                <a:solidFill>
                  <a:schemeClr val="bg1"/>
                </a:solidFill>
                <a:latin typeface="+mj-lt"/>
              </a:defRPr>
            </a:lvl1pPr>
          </a:lstStyle>
          <a:p>
            <a:pPr lvl="0"/>
            <a:r>
              <a:rPr lang="en-US"/>
              <a:t>Click to edit Master text styles</a:t>
            </a:r>
          </a:p>
        </p:txBody>
      </p:sp>
      <p:sp>
        <p:nvSpPr>
          <p:cNvPr id="10" name="Text Placeholder 7">
            <a:extLst>
              <a:ext uri="{FF2B5EF4-FFF2-40B4-BE49-F238E27FC236}">
                <a16:creationId xmlns:a16="http://schemas.microsoft.com/office/drawing/2014/main" id="{1E977FBC-993E-BFBA-2C6A-08F5FD3B70E1}"/>
              </a:ext>
            </a:extLst>
          </p:cNvPr>
          <p:cNvSpPr>
            <a:spLocks noGrp="1"/>
          </p:cNvSpPr>
          <p:nvPr>
            <p:ph type="body" sz="quarter" idx="12"/>
          </p:nvPr>
        </p:nvSpPr>
        <p:spPr>
          <a:xfrm>
            <a:off x="5222081" y="1986458"/>
            <a:ext cx="1747838" cy="620712"/>
          </a:xfrm>
        </p:spPr>
        <p:txBody>
          <a:bodyPr anchor="ctr"/>
          <a:lstStyle>
            <a:lvl1pPr algn="r">
              <a:lnSpc>
                <a:spcPct val="70000"/>
              </a:lnSpc>
              <a:defRPr sz="4400">
                <a:solidFill>
                  <a:schemeClr val="bg1"/>
                </a:solidFill>
                <a:latin typeface="+mj-lt"/>
              </a:defRPr>
            </a:lvl1pPr>
          </a:lstStyle>
          <a:p>
            <a:pPr lvl="0"/>
            <a:r>
              <a:rPr lang="en-US"/>
              <a:t>Click to edit Master text styles</a:t>
            </a:r>
          </a:p>
        </p:txBody>
      </p:sp>
      <p:sp>
        <p:nvSpPr>
          <p:cNvPr id="11" name="Text Placeholder 7">
            <a:extLst>
              <a:ext uri="{FF2B5EF4-FFF2-40B4-BE49-F238E27FC236}">
                <a16:creationId xmlns:a16="http://schemas.microsoft.com/office/drawing/2014/main" id="{E1098360-6E22-9234-483A-A7F9E4496346}"/>
              </a:ext>
            </a:extLst>
          </p:cNvPr>
          <p:cNvSpPr>
            <a:spLocks noGrp="1"/>
          </p:cNvSpPr>
          <p:nvPr>
            <p:ph type="body" sz="quarter" idx="13"/>
          </p:nvPr>
        </p:nvSpPr>
        <p:spPr>
          <a:xfrm>
            <a:off x="5222081" y="2719019"/>
            <a:ext cx="1747838" cy="620712"/>
          </a:xfrm>
        </p:spPr>
        <p:txBody>
          <a:bodyPr anchor="ctr"/>
          <a:lstStyle>
            <a:lvl1pPr algn="r">
              <a:lnSpc>
                <a:spcPct val="70000"/>
              </a:lnSpc>
              <a:defRPr sz="4400">
                <a:solidFill>
                  <a:schemeClr val="bg1"/>
                </a:solidFill>
                <a:latin typeface="+mj-lt"/>
              </a:defRPr>
            </a:lvl1pPr>
          </a:lstStyle>
          <a:p>
            <a:pPr lvl="0"/>
            <a:r>
              <a:rPr lang="en-US"/>
              <a:t>Click to edit Master text styles</a:t>
            </a:r>
          </a:p>
        </p:txBody>
      </p:sp>
      <p:sp>
        <p:nvSpPr>
          <p:cNvPr id="12" name="Text Placeholder 7">
            <a:extLst>
              <a:ext uri="{FF2B5EF4-FFF2-40B4-BE49-F238E27FC236}">
                <a16:creationId xmlns:a16="http://schemas.microsoft.com/office/drawing/2014/main" id="{7F3E4A42-CF45-2915-6B61-FC6A1477D5D3}"/>
              </a:ext>
            </a:extLst>
          </p:cNvPr>
          <p:cNvSpPr>
            <a:spLocks noGrp="1"/>
          </p:cNvSpPr>
          <p:nvPr>
            <p:ph type="body" sz="quarter" idx="14"/>
          </p:nvPr>
        </p:nvSpPr>
        <p:spPr>
          <a:xfrm>
            <a:off x="5222081" y="3451580"/>
            <a:ext cx="1747838" cy="620712"/>
          </a:xfrm>
        </p:spPr>
        <p:txBody>
          <a:bodyPr anchor="ctr"/>
          <a:lstStyle>
            <a:lvl1pPr algn="r">
              <a:lnSpc>
                <a:spcPct val="70000"/>
              </a:lnSpc>
              <a:defRPr sz="4400">
                <a:solidFill>
                  <a:schemeClr val="bg1"/>
                </a:solidFill>
                <a:latin typeface="+mj-lt"/>
              </a:defRPr>
            </a:lvl1pPr>
          </a:lstStyle>
          <a:p>
            <a:pPr lvl="0"/>
            <a:r>
              <a:rPr lang="en-US"/>
              <a:t>Click to edit Master text styles</a:t>
            </a:r>
          </a:p>
        </p:txBody>
      </p:sp>
      <p:sp>
        <p:nvSpPr>
          <p:cNvPr id="13" name="Text Placeholder 7">
            <a:extLst>
              <a:ext uri="{FF2B5EF4-FFF2-40B4-BE49-F238E27FC236}">
                <a16:creationId xmlns:a16="http://schemas.microsoft.com/office/drawing/2014/main" id="{5B54C6F9-611B-E49E-B97E-FDA98D09CBBF}"/>
              </a:ext>
            </a:extLst>
          </p:cNvPr>
          <p:cNvSpPr>
            <a:spLocks noGrp="1"/>
          </p:cNvSpPr>
          <p:nvPr>
            <p:ph type="body" sz="quarter" idx="15"/>
          </p:nvPr>
        </p:nvSpPr>
        <p:spPr>
          <a:xfrm>
            <a:off x="5222081" y="4191427"/>
            <a:ext cx="1747838" cy="620712"/>
          </a:xfrm>
        </p:spPr>
        <p:txBody>
          <a:bodyPr anchor="ctr"/>
          <a:lstStyle>
            <a:lvl1pPr algn="r">
              <a:lnSpc>
                <a:spcPct val="70000"/>
              </a:lnSpc>
              <a:defRPr sz="4400">
                <a:solidFill>
                  <a:schemeClr val="bg1"/>
                </a:solidFill>
                <a:latin typeface="+mj-lt"/>
              </a:defRPr>
            </a:lvl1pPr>
          </a:lstStyle>
          <a:p>
            <a:pPr lvl="0"/>
            <a:r>
              <a:rPr lang="en-US"/>
              <a:t>Click to edit Master text styles</a:t>
            </a:r>
          </a:p>
        </p:txBody>
      </p:sp>
      <p:sp>
        <p:nvSpPr>
          <p:cNvPr id="14" name="Text Placeholder 7">
            <a:extLst>
              <a:ext uri="{FF2B5EF4-FFF2-40B4-BE49-F238E27FC236}">
                <a16:creationId xmlns:a16="http://schemas.microsoft.com/office/drawing/2014/main" id="{D112AF84-8A2E-895B-95CA-747F03F65550}"/>
              </a:ext>
            </a:extLst>
          </p:cNvPr>
          <p:cNvSpPr>
            <a:spLocks noGrp="1"/>
          </p:cNvSpPr>
          <p:nvPr>
            <p:ph type="body" sz="quarter" idx="16"/>
          </p:nvPr>
        </p:nvSpPr>
        <p:spPr>
          <a:xfrm>
            <a:off x="5222081" y="4931274"/>
            <a:ext cx="1747838" cy="620712"/>
          </a:xfrm>
        </p:spPr>
        <p:txBody>
          <a:bodyPr anchor="ctr"/>
          <a:lstStyle>
            <a:lvl1pPr algn="r">
              <a:lnSpc>
                <a:spcPct val="70000"/>
              </a:lnSpc>
              <a:defRPr sz="4400">
                <a:solidFill>
                  <a:schemeClr val="bg1"/>
                </a:solidFill>
                <a:latin typeface="+mj-lt"/>
              </a:defRPr>
            </a:lvl1pPr>
          </a:lstStyle>
          <a:p>
            <a:pPr lvl="0"/>
            <a:r>
              <a:rPr lang="en-US"/>
              <a:t>Click to edit Master text styles</a:t>
            </a:r>
          </a:p>
        </p:txBody>
      </p:sp>
      <p:sp>
        <p:nvSpPr>
          <p:cNvPr id="23" name="Text Placeholder 22">
            <a:extLst>
              <a:ext uri="{FF2B5EF4-FFF2-40B4-BE49-F238E27FC236}">
                <a16:creationId xmlns:a16="http://schemas.microsoft.com/office/drawing/2014/main" id="{530DB1C0-6A8F-C400-D535-756CF0C3CD7E}"/>
              </a:ext>
            </a:extLst>
          </p:cNvPr>
          <p:cNvSpPr>
            <a:spLocks noGrp="1"/>
          </p:cNvSpPr>
          <p:nvPr>
            <p:ph type="body" sz="quarter" idx="17"/>
          </p:nvPr>
        </p:nvSpPr>
        <p:spPr>
          <a:xfrm>
            <a:off x="7342361" y="517525"/>
            <a:ext cx="3846440" cy="623888"/>
          </a:xfrm>
        </p:spPr>
        <p:txBody>
          <a:bodyPr anchor="ctr"/>
          <a:lstStyle>
            <a:lvl1pPr>
              <a:spcAft>
                <a:spcPts val="0"/>
              </a:spcAft>
              <a:defRPr sz="1800"/>
            </a:lvl1pPr>
            <a:lvl2pPr>
              <a:spcAft>
                <a:spcPts val="0"/>
              </a:spcAft>
              <a:defRPr sz="1600"/>
            </a:lvl2pPr>
          </a:lstStyle>
          <a:p>
            <a:pPr lvl="0"/>
            <a:r>
              <a:rPr lang="en-US"/>
              <a:t>Click to edit Master text styles</a:t>
            </a:r>
          </a:p>
          <a:p>
            <a:pPr lvl="1"/>
            <a:r>
              <a:rPr lang="en-US"/>
              <a:t>Second level</a:t>
            </a:r>
          </a:p>
        </p:txBody>
      </p:sp>
      <p:sp>
        <p:nvSpPr>
          <p:cNvPr id="24" name="Text Placeholder 22">
            <a:extLst>
              <a:ext uri="{FF2B5EF4-FFF2-40B4-BE49-F238E27FC236}">
                <a16:creationId xmlns:a16="http://schemas.microsoft.com/office/drawing/2014/main" id="{BDAFC491-0350-72A9-16A2-A09188C5C2D1}"/>
              </a:ext>
            </a:extLst>
          </p:cNvPr>
          <p:cNvSpPr>
            <a:spLocks noGrp="1"/>
          </p:cNvSpPr>
          <p:nvPr>
            <p:ph type="body" sz="quarter" idx="18"/>
          </p:nvPr>
        </p:nvSpPr>
        <p:spPr>
          <a:xfrm>
            <a:off x="7342361" y="1248732"/>
            <a:ext cx="3846440" cy="623888"/>
          </a:xfrm>
        </p:spPr>
        <p:txBody>
          <a:bodyPr anchor="ctr"/>
          <a:lstStyle>
            <a:lvl1pPr>
              <a:spcAft>
                <a:spcPts val="0"/>
              </a:spcAft>
              <a:defRPr sz="1800"/>
            </a:lvl1pPr>
            <a:lvl2pPr>
              <a:spcAft>
                <a:spcPts val="0"/>
              </a:spcAft>
              <a:defRPr sz="1600"/>
            </a:lvl2pPr>
          </a:lstStyle>
          <a:p>
            <a:pPr lvl="0"/>
            <a:r>
              <a:rPr lang="en-US"/>
              <a:t>Click to edit Master text styles</a:t>
            </a:r>
          </a:p>
          <a:p>
            <a:pPr lvl="1"/>
            <a:r>
              <a:rPr lang="en-US"/>
              <a:t>Second level</a:t>
            </a:r>
          </a:p>
        </p:txBody>
      </p:sp>
      <p:sp>
        <p:nvSpPr>
          <p:cNvPr id="25" name="Text Placeholder 22">
            <a:extLst>
              <a:ext uri="{FF2B5EF4-FFF2-40B4-BE49-F238E27FC236}">
                <a16:creationId xmlns:a16="http://schemas.microsoft.com/office/drawing/2014/main" id="{1EF314C3-E5F9-AB91-47BC-9447371C24FD}"/>
              </a:ext>
            </a:extLst>
          </p:cNvPr>
          <p:cNvSpPr>
            <a:spLocks noGrp="1"/>
          </p:cNvSpPr>
          <p:nvPr>
            <p:ph type="body" sz="quarter" idx="19"/>
          </p:nvPr>
        </p:nvSpPr>
        <p:spPr>
          <a:xfrm>
            <a:off x="7342361" y="1986458"/>
            <a:ext cx="3846440" cy="623888"/>
          </a:xfrm>
        </p:spPr>
        <p:txBody>
          <a:bodyPr anchor="ctr"/>
          <a:lstStyle>
            <a:lvl1pPr>
              <a:spcAft>
                <a:spcPts val="0"/>
              </a:spcAft>
              <a:defRPr sz="1800"/>
            </a:lvl1pPr>
            <a:lvl2pPr>
              <a:spcAft>
                <a:spcPts val="0"/>
              </a:spcAft>
              <a:defRPr sz="1600"/>
            </a:lvl2pPr>
          </a:lstStyle>
          <a:p>
            <a:pPr lvl="0"/>
            <a:r>
              <a:rPr lang="en-US"/>
              <a:t>Click to edit Master text styles</a:t>
            </a:r>
          </a:p>
          <a:p>
            <a:pPr lvl="1"/>
            <a:r>
              <a:rPr lang="en-US"/>
              <a:t>Second level</a:t>
            </a:r>
          </a:p>
        </p:txBody>
      </p:sp>
      <p:sp>
        <p:nvSpPr>
          <p:cNvPr id="26" name="Text Placeholder 22">
            <a:extLst>
              <a:ext uri="{FF2B5EF4-FFF2-40B4-BE49-F238E27FC236}">
                <a16:creationId xmlns:a16="http://schemas.microsoft.com/office/drawing/2014/main" id="{641329B7-7972-61B0-C0AC-5550316CF898}"/>
              </a:ext>
            </a:extLst>
          </p:cNvPr>
          <p:cNvSpPr>
            <a:spLocks noGrp="1"/>
          </p:cNvSpPr>
          <p:nvPr>
            <p:ph type="body" sz="quarter" idx="20"/>
          </p:nvPr>
        </p:nvSpPr>
        <p:spPr>
          <a:xfrm>
            <a:off x="7342361" y="2727844"/>
            <a:ext cx="3846440" cy="623888"/>
          </a:xfrm>
        </p:spPr>
        <p:txBody>
          <a:bodyPr anchor="ctr"/>
          <a:lstStyle>
            <a:lvl1pPr>
              <a:spcAft>
                <a:spcPts val="0"/>
              </a:spcAft>
              <a:defRPr sz="1800"/>
            </a:lvl1pPr>
            <a:lvl2pPr>
              <a:spcAft>
                <a:spcPts val="0"/>
              </a:spcAft>
              <a:defRPr sz="1600"/>
            </a:lvl2pPr>
          </a:lstStyle>
          <a:p>
            <a:pPr lvl="0"/>
            <a:r>
              <a:rPr lang="en-US"/>
              <a:t>Click to edit Master text styles</a:t>
            </a:r>
          </a:p>
          <a:p>
            <a:pPr lvl="1"/>
            <a:r>
              <a:rPr lang="en-US"/>
              <a:t>Second level</a:t>
            </a:r>
          </a:p>
        </p:txBody>
      </p:sp>
      <p:sp>
        <p:nvSpPr>
          <p:cNvPr id="27" name="Text Placeholder 22">
            <a:extLst>
              <a:ext uri="{FF2B5EF4-FFF2-40B4-BE49-F238E27FC236}">
                <a16:creationId xmlns:a16="http://schemas.microsoft.com/office/drawing/2014/main" id="{EEBD0451-DC0E-3D9D-8C4A-787DC788A9C3}"/>
              </a:ext>
            </a:extLst>
          </p:cNvPr>
          <p:cNvSpPr>
            <a:spLocks noGrp="1"/>
          </p:cNvSpPr>
          <p:nvPr>
            <p:ph type="body" sz="quarter" idx="21"/>
          </p:nvPr>
        </p:nvSpPr>
        <p:spPr>
          <a:xfrm>
            <a:off x="7342361" y="3447406"/>
            <a:ext cx="3846440" cy="623888"/>
          </a:xfrm>
        </p:spPr>
        <p:txBody>
          <a:bodyPr anchor="ctr"/>
          <a:lstStyle>
            <a:lvl1pPr>
              <a:spcAft>
                <a:spcPts val="0"/>
              </a:spcAft>
              <a:defRPr sz="1800"/>
            </a:lvl1pPr>
            <a:lvl2pPr>
              <a:spcAft>
                <a:spcPts val="0"/>
              </a:spcAft>
              <a:defRPr sz="1600"/>
            </a:lvl2pPr>
          </a:lstStyle>
          <a:p>
            <a:pPr lvl="0"/>
            <a:r>
              <a:rPr lang="en-US"/>
              <a:t>Click to edit Master text styles</a:t>
            </a:r>
          </a:p>
          <a:p>
            <a:pPr lvl="1"/>
            <a:r>
              <a:rPr lang="en-US"/>
              <a:t>Second level</a:t>
            </a:r>
          </a:p>
        </p:txBody>
      </p:sp>
      <p:sp>
        <p:nvSpPr>
          <p:cNvPr id="28" name="Text Placeholder 22">
            <a:extLst>
              <a:ext uri="{FF2B5EF4-FFF2-40B4-BE49-F238E27FC236}">
                <a16:creationId xmlns:a16="http://schemas.microsoft.com/office/drawing/2014/main" id="{135029D0-C3C3-1A14-5396-8F72B8371561}"/>
              </a:ext>
            </a:extLst>
          </p:cNvPr>
          <p:cNvSpPr>
            <a:spLocks noGrp="1"/>
          </p:cNvSpPr>
          <p:nvPr>
            <p:ph type="body" sz="quarter" idx="22"/>
          </p:nvPr>
        </p:nvSpPr>
        <p:spPr>
          <a:xfrm>
            <a:off x="7342361" y="4189839"/>
            <a:ext cx="3846440" cy="623888"/>
          </a:xfrm>
        </p:spPr>
        <p:txBody>
          <a:bodyPr anchor="ctr"/>
          <a:lstStyle>
            <a:lvl1pPr>
              <a:spcAft>
                <a:spcPts val="0"/>
              </a:spcAft>
              <a:defRPr sz="1800"/>
            </a:lvl1pPr>
            <a:lvl2pPr>
              <a:spcAft>
                <a:spcPts val="0"/>
              </a:spcAft>
              <a:defRPr sz="1600"/>
            </a:lvl2pPr>
          </a:lstStyle>
          <a:p>
            <a:pPr lvl="0"/>
            <a:r>
              <a:rPr lang="en-US"/>
              <a:t>Click to edit Master text styles</a:t>
            </a:r>
          </a:p>
          <a:p>
            <a:pPr lvl="1"/>
            <a:r>
              <a:rPr lang="en-US"/>
              <a:t>Second level</a:t>
            </a:r>
          </a:p>
        </p:txBody>
      </p:sp>
      <p:sp>
        <p:nvSpPr>
          <p:cNvPr id="29" name="Text Placeholder 22">
            <a:extLst>
              <a:ext uri="{FF2B5EF4-FFF2-40B4-BE49-F238E27FC236}">
                <a16:creationId xmlns:a16="http://schemas.microsoft.com/office/drawing/2014/main" id="{F8F78E0D-C775-4EB0-7C8E-EB5FF985689C}"/>
              </a:ext>
            </a:extLst>
          </p:cNvPr>
          <p:cNvSpPr>
            <a:spLocks noGrp="1"/>
          </p:cNvSpPr>
          <p:nvPr>
            <p:ph type="body" sz="quarter" idx="23"/>
          </p:nvPr>
        </p:nvSpPr>
        <p:spPr>
          <a:xfrm>
            <a:off x="7342361" y="4936023"/>
            <a:ext cx="3846440" cy="623888"/>
          </a:xfrm>
        </p:spPr>
        <p:txBody>
          <a:bodyPr anchor="ctr"/>
          <a:lstStyle>
            <a:lvl1pPr>
              <a:spcAft>
                <a:spcPts val="0"/>
              </a:spcAft>
              <a:defRPr sz="1800"/>
            </a:lvl1pPr>
            <a:lvl2pPr>
              <a:spcAft>
                <a:spcPts val="0"/>
              </a:spcAft>
              <a:defRPr sz="160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41133873"/>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00150109"/>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2220448"/>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Only - Dark BG colour">
    <p:bg>
      <p:bgPr>
        <a:solidFill>
          <a:schemeClr val="accent2"/>
        </a:solidFill>
        <a:effectLst/>
      </p:bgPr>
    </p:bg>
    <p:spTree>
      <p:nvGrpSpPr>
        <p:cNvPr id="1" name=""/>
        <p:cNvGrpSpPr/>
        <p:nvPr/>
      </p:nvGrpSpPr>
      <p:grpSpPr>
        <a:xfrm>
          <a:off x="0" y="0"/>
          <a:ext cx="0" cy="0"/>
          <a:chOff x="0" y="0"/>
          <a:chExt cx="0" cy="0"/>
        </a:xfrm>
      </p:grpSpPr>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9" name="Graphic 8">
            <a:extLst>
              <a:ext uri="{FF2B5EF4-FFF2-40B4-BE49-F238E27FC236}">
                <a16:creationId xmlns:a16="http://schemas.microsoft.com/office/drawing/2014/main" id="{147A601A-3AE8-4889-A026-9740E00CCFBB}"/>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2542026628"/>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ontent - On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03BF0349-D058-A407-0551-F4C4F624967E}"/>
              </a:ext>
            </a:extLst>
          </p:cNvPr>
          <p:cNvSpPr>
            <a:spLocks noGrp="1"/>
          </p:cNvSpPr>
          <p:nvPr>
            <p:ph sz="quarter" idx="11"/>
          </p:nvPr>
        </p:nvSpPr>
        <p:spPr>
          <a:xfrm>
            <a:off x="995363" y="1319213"/>
            <a:ext cx="8759824" cy="4552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59778785"/>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ontent - One Column_double title_KPMG Blue">
    <p:bg>
      <p:bgPr>
        <a:solidFill>
          <a:schemeClr val="accent2"/>
        </a:solidFill>
        <a:effectLst/>
      </p:bgPr>
    </p:bg>
    <p:spTree>
      <p:nvGrpSpPr>
        <p:cNvPr id="1" name=""/>
        <p:cNvGrpSpPr/>
        <p:nvPr/>
      </p:nvGrpSpPr>
      <p:grpSpPr>
        <a:xfrm>
          <a:off x="0" y="0"/>
          <a:ext cx="0" cy="0"/>
          <a:chOff x="0" y="0"/>
          <a:chExt cx="0" cy="0"/>
        </a:xfrm>
      </p:grpSpPr>
      <p:sp>
        <p:nvSpPr>
          <p:cNvPr id="5" name="Shape 8">
            <a:extLst>
              <a:ext uri="{FF2B5EF4-FFF2-40B4-BE49-F238E27FC236}">
                <a16:creationId xmlns:a16="http://schemas.microsoft.com/office/drawing/2014/main" id="{F4561A05-7671-4539-AB97-A9979F67EB4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2" name="Title 1">
            <a:extLst>
              <a:ext uri="{FF2B5EF4-FFF2-40B4-BE49-F238E27FC236}">
                <a16:creationId xmlns:a16="http://schemas.microsoft.com/office/drawing/2014/main" id="{803AAE32-05EB-420A-97AB-3254804D32FD}"/>
              </a:ext>
            </a:extLst>
          </p:cNvPr>
          <p:cNvSpPr>
            <a:spLocks noGrp="1"/>
          </p:cNvSpPr>
          <p:nvPr>
            <p:ph type="title" hasCustomPrompt="1"/>
          </p:nvPr>
        </p:nvSpPr>
        <p:spPr>
          <a:xfrm>
            <a:off x="995364" y="431799"/>
            <a:ext cx="10204450" cy="963367"/>
          </a:xfrm>
        </p:spPr>
        <p:txBody>
          <a:bodyPr/>
          <a:lstStyle>
            <a:lvl1pPr>
              <a:defRPr>
                <a:solidFill>
                  <a:schemeClr val="bg1"/>
                </a:solidFill>
              </a:defRPr>
            </a:lvl1pPr>
          </a:lstStyle>
          <a:p>
            <a:r>
              <a:rPr lang="en-US"/>
              <a:t>Click to edit </a:t>
            </a:r>
            <a:br>
              <a:rPr lang="en-US"/>
            </a:br>
            <a:r>
              <a:rPr lang="en-US"/>
              <a:t>Master title style</a:t>
            </a:r>
            <a:endParaRPr lang="en-GB"/>
          </a:p>
        </p:txBody>
      </p:sp>
      <p:sp>
        <p:nvSpPr>
          <p:cNvPr id="10" name="Graphic 8">
            <a:extLst>
              <a:ext uri="{FF2B5EF4-FFF2-40B4-BE49-F238E27FC236}">
                <a16:creationId xmlns:a16="http://schemas.microsoft.com/office/drawing/2014/main" id="{567897B5-3A96-440B-8018-FDD880280B2A}"/>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6" name="Content Placeholder 5">
            <a:extLst>
              <a:ext uri="{FF2B5EF4-FFF2-40B4-BE49-F238E27FC236}">
                <a16:creationId xmlns:a16="http://schemas.microsoft.com/office/drawing/2014/main" id="{9FC56427-BEBE-72D5-9F72-57A321667EDA}"/>
              </a:ext>
            </a:extLst>
          </p:cNvPr>
          <p:cNvSpPr>
            <a:spLocks noGrp="1"/>
          </p:cNvSpPr>
          <p:nvPr>
            <p:ph sz="quarter" idx="11"/>
          </p:nvPr>
        </p:nvSpPr>
        <p:spPr>
          <a:xfrm>
            <a:off x="995363" y="1700213"/>
            <a:ext cx="8745536" cy="4176712"/>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5116910"/>
      </p:ext>
    </p:extLst>
  </p:cSld>
  <p:clrMapOvr>
    <a:masterClrMapping/>
  </p:clrMapOvr>
  <p:extLst>
    <p:ext uri="{DCECCB84-F9BA-43D5-87BE-67443E8EF086}">
      <p15:sldGuideLst xmlns:p15="http://schemas.microsoft.com/office/powerpoint/2012/main">
        <p15:guide id="1" orient="horz" pos="1071">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Content - Two Colum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F69D30F-5094-425F-A158-0850AE27D366}"/>
              </a:ext>
            </a:extLst>
          </p:cNvPr>
          <p:cNvSpPr>
            <a:spLocks noGrp="1"/>
          </p:cNvSpPr>
          <p:nvPr>
            <p:ph type="title"/>
          </p:nvPr>
        </p:nvSpPr>
        <p:spPr/>
        <p:txBody>
          <a:bodyPr/>
          <a:lstStyle/>
          <a:p>
            <a:r>
              <a:rPr lang="en-US"/>
              <a:t>Click to edit Master title style</a:t>
            </a:r>
            <a:endParaRPr lang="en-GB"/>
          </a:p>
        </p:txBody>
      </p:sp>
      <p:sp>
        <p:nvSpPr>
          <p:cNvPr id="5" name="Content Placeholder 4">
            <a:extLst>
              <a:ext uri="{FF2B5EF4-FFF2-40B4-BE49-F238E27FC236}">
                <a16:creationId xmlns:a16="http://schemas.microsoft.com/office/drawing/2014/main" id="{0EB3EC5E-F3D7-A1BA-615C-40D2A155A4BD}"/>
              </a:ext>
            </a:extLst>
          </p:cNvPr>
          <p:cNvSpPr>
            <a:spLocks noGrp="1"/>
          </p:cNvSpPr>
          <p:nvPr>
            <p:ph sz="quarter" idx="12"/>
          </p:nvPr>
        </p:nvSpPr>
        <p:spPr>
          <a:xfrm>
            <a:off x="995363" y="1330325"/>
            <a:ext cx="4968000" cy="4546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4A7FDECC-089E-DBE5-1B2C-4C338AF06DFA}"/>
              </a:ext>
            </a:extLst>
          </p:cNvPr>
          <p:cNvSpPr>
            <a:spLocks noGrp="1"/>
          </p:cNvSpPr>
          <p:nvPr>
            <p:ph sz="quarter" idx="13"/>
          </p:nvPr>
        </p:nvSpPr>
        <p:spPr>
          <a:xfrm>
            <a:off x="6220800" y="1330325"/>
            <a:ext cx="4968000" cy="4546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85592470"/>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ontent - Two Column - Dark BG colour">
    <p:bg>
      <p:bgPr>
        <a:solidFill>
          <a:schemeClr val="accent2"/>
        </a:solidFill>
        <a:effectLst/>
      </p:bgPr>
    </p:bg>
    <p:spTree>
      <p:nvGrpSpPr>
        <p:cNvPr id="1" name=""/>
        <p:cNvGrpSpPr/>
        <p:nvPr/>
      </p:nvGrpSpPr>
      <p:grpSpPr>
        <a:xfrm>
          <a:off x="0" y="0"/>
          <a:ext cx="0" cy="0"/>
          <a:chOff x="0" y="0"/>
          <a:chExt cx="0" cy="0"/>
        </a:xfrm>
      </p:grpSpPr>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2" name="Title 1">
            <a:extLst>
              <a:ext uri="{FF2B5EF4-FFF2-40B4-BE49-F238E27FC236}">
                <a16:creationId xmlns:a16="http://schemas.microsoft.com/office/drawing/2014/main" id="{E1C918AE-52AC-4531-9640-0D2CA3A28F2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0" name="Graphic 8">
            <a:extLst>
              <a:ext uri="{FF2B5EF4-FFF2-40B4-BE49-F238E27FC236}">
                <a16:creationId xmlns:a16="http://schemas.microsoft.com/office/drawing/2014/main" id="{79D6C947-06F1-4188-A558-E10C77FF12CE}"/>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3" name="Content Placeholder 5">
            <a:extLst>
              <a:ext uri="{FF2B5EF4-FFF2-40B4-BE49-F238E27FC236}">
                <a16:creationId xmlns:a16="http://schemas.microsoft.com/office/drawing/2014/main" id="{92138313-6F7E-9B18-D72C-5FB26A14BE92}"/>
              </a:ext>
            </a:extLst>
          </p:cNvPr>
          <p:cNvSpPr>
            <a:spLocks noGrp="1"/>
          </p:cNvSpPr>
          <p:nvPr>
            <p:ph sz="quarter" idx="12"/>
          </p:nvPr>
        </p:nvSpPr>
        <p:spPr>
          <a:xfrm>
            <a:off x="995363" y="1330125"/>
            <a:ext cx="4968000" cy="4546599"/>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5">
            <a:extLst>
              <a:ext uri="{FF2B5EF4-FFF2-40B4-BE49-F238E27FC236}">
                <a16:creationId xmlns:a16="http://schemas.microsoft.com/office/drawing/2014/main" id="{451948A6-255B-1B23-B9F9-4670FB417672}"/>
              </a:ext>
            </a:extLst>
          </p:cNvPr>
          <p:cNvSpPr>
            <a:spLocks noGrp="1"/>
          </p:cNvSpPr>
          <p:nvPr>
            <p:ph sz="quarter" idx="13"/>
          </p:nvPr>
        </p:nvSpPr>
        <p:spPr>
          <a:xfrm>
            <a:off x="6220800" y="1330125"/>
            <a:ext cx="4968000" cy="4546599"/>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03122300"/>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Content - Two Column + Intro">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B398D60-3AA9-4DD4-AFCF-8682C70E396F}"/>
              </a:ext>
            </a:extLst>
          </p:cNvPr>
          <p:cNvSpPr>
            <a:spLocks noGrp="1"/>
          </p:cNvSpPr>
          <p:nvPr>
            <p:ph type="body" sz="quarter" idx="17" hasCustomPrompt="1"/>
          </p:nvPr>
        </p:nvSpPr>
        <p:spPr>
          <a:xfrm>
            <a:off x="1003200" y="1322389"/>
            <a:ext cx="10185400" cy="518400"/>
          </a:xfrm>
        </p:spPr>
        <p:txBody>
          <a:bodyPr/>
          <a:lstStyle>
            <a:lvl1pPr>
              <a:defRPr sz="1800" kern="0"/>
            </a:lvl1pPr>
          </a:lstStyle>
          <a:p>
            <a:pPr lvl="0"/>
            <a:r>
              <a:rPr lang="en-US"/>
              <a:t>Introduction text</a:t>
            </a:r>
          </a:p>
        </p:txBody>
      </p:sp>
      <p:sp>
        <p:nvSpPr>
          <p:cNvPr id="2" name="Title 1"/>
          <p:cNvSpPr>
            <a:spLocks noGrp="1"/>
          </p:cNvSpPr>
          <p:nvPr>
            <p:ph type="title"/>
          </p:nvPr>
        </p:nvSpPr>
        <p:spPr>
          <a:xfrm>
            <a:off x="1003200" y="432000"/>
            <a:ext cx="10185600" cy="518400"/>
          </a:xfrm>
        </p:spPr>
        <p:txBody>
          <a:bodyPr/>
          <a:lstStyle>
            <a:lvl1pPr>
              <a:defRPr/>
            </a:lvl1pPr>
          </a:lstStyle>
          <a:p>
            <a:r>
              <a:rPr lang="en-US"/>
              <a:t>Click to edit Master title style</a:t>
            </a:r>
          </a:p>
        </p:txBody>
      </p:sp>
      <p:sp>
        <p:nvSpPr>
          <p:cNvPr id="5" name="Content Placeholder 4">
            <a:extLst>
              <a:ext uri="{FF2B5EF4-FFF2-40B4-BE49-F238E27FC236}">
                <a16:creationId xmlns:a16="http://schemas.microsoft.com/office/drawing/2014/main" id="{78CC6ADA-51FB-F5AE-B78E-993E30482578}"/>
              </a:ext>
            </a:extLst>
          </p:cNvPr>
          <p:cNvSpPr>
            <a:spLocks noGrp="1"/>
          </p:cNvSpPr>
          <p:nvPr>
            <p:ph sz="quarter" idx="18"/>
          </p:nvPr>
        </p:nvSpPr>
        <p:spPr>
          <a:xfrm>
            <a:off x="1003300" y="2051049"/>
            <a:ext cx="4967288" cy="3825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4">
            <a:extLst>
              <a:ext uri="{FF2B5EF4-FFF2-40B4-BE49-F238E27FC236}">
                <a16:creationId xmlns:a16="http://schemas.microsoft.com/office/drawing/2014/main" id="{87FAE8E2-031A-E822-2E9D-3F665FC6E6DE}"/>
              </a:ext>
            </a:extLst>
          </p:cNvPr>
          <p:cNvSpPr>
            <a:spLocks noGrp="1"/>
          </p:cNvSpPr>
          <p:nvPr>
            <p:ph sz="quarter" idx="19"/>
          </p:nvPr>
        </p:nvSpPr>
        <p:spPr>
          <a:xfrm>
            <a:off x="6220800" y="2051049"/>
            <a:ext cx="4967288" cy="3825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0186662"/>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Content - Two Column + Intro + Bottom content or imag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B398D60-3AA9-4DD4-AFCF-8682C70E396F}"/>
              </a:ext>
            </a:extLst>
          </p:cNvPr>
          <p:cNvSpPr>
            <a:spLocks noGrp="1"/>
          </p:cNvSpPr>
          <p:nvPr>
            <p:ph type="body" sz="quarter" idx="17" hasCustomPrompt="1"/>
          </p:nvPr>
        </p:nvSpPr>
        <p:spPr>
          <a:xfrm>
            <a:off x="1003200" y="1322389"/>
            <a:ext cx="10185400" cy="518400"/>
          </a:xfrm>
        </p:spPr>
        <p:txBody>
          <a:bodyPr/>
          <a:lstStyle>
            <a:lvl1pPr>
              <a:defRPr sz="1800" kern="0"/>
            </a:lvl1pPr>
          </a:lstStyle>
          <a:p>
            <a:pPr lvl="0"/>
            <a:r>
              <a:rPr lang="en-US"/>
              <a:t>Introduction text</a:t>
            </a:r>
          </a:p>
        </p:txBody>
      </p:sp>
      <p:sp>
        <p:nvSpPr>
          <p:cNvPr id="2" name="Title 1"/>
          <p:cNvSpPr>
            <a:spLocks noGrp="1"/>
          </p:cNvSpPr>
          <p:nvPr>
            <p:ph type="title"/>
          </p:nvPr>
        </p:nvSpPr>
        <p:spPr>
          <a:xfrm>
            <a:off x="1003200" y="432000"/>
            <a:ext cx="10185600" cy="518400"/>
          </a:xfrm>
        </p:spPr>
        <p:txBody>
          <a:bodyPr/>
          <a:lstStyle>
            <a:lvl1pPr>
              <a:defRPr/>
            </a:lvl1pPr>
          </a:lstStyle>
          <a:p>
            <a:r>
              <a:rPr lang="en-US"/>
              <a:t>Click to edit Master title style</a:t>
            </a:r>
          </a:p>
        </p:txBody>
      </p:sp>
      <p:sp>
        <p:nvSpPr>
          <p:cNvPr id="5" name="Content Placeholder 4">
            <a:extLst>
              <a:ext uri="{FF2B5EF4-FFF2-40B4-BE49-F238E27FC236}">
                <a16:creationId xmlns:a16="http://schemas.microsoft.com/office/drawing/2014/main" id="{78CC6ADA-51FB-F5AE-B78E-993E30482578}"/>
              </a:ext>
            </a:extLst>
          </p:cNvPr>
          <p:cNvSpPr>
            <a:spLocks noGrp="1"/>
          </p:cNvSpPr>
          <p:nvPr>
            <p:ph sz="quarter" idx="18"/>
          </p:nvPr>
        </p:nvSpPr>
        <p:spPr>
          <a:xfrm>
            <a:off x="1003300" y="2051050"/>
            <a:ext cx="4967288" cy="1470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4">
            <a:extLst>
              <a:ext uri="{FF2B5EF4-FFF2-40B4-BE49-F238E27FC236}">
                <a16:creationId xmlns:a16="http://schemas.microsoft.com/office/drawing/2014/main" id="{87FAE8E2-031A-E822-2E9D-3F665FC6E6DE}"/>
              </a:ext>
            </a:extLst>
          </p:cNvPr>
          <p:cNvSpPr>
            <a:spLocks noGrp="1"/>
          </p:cNvSpPr>
          <p:nvPr>
            <p:ph sz="quarter" idx="19"/>
          </p:nvPr>
        </p:nvSpPr>
        <p:spPr>
          <a:xfrm>
            <a:off x="6220800" y="2051050"/>
            <a:ext cx="4967288" cy="1470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37D83062-1E57-69E1-3C81-C160D7CFD6E9}"/>
              </a:ext>
            </a:extLst>
          </p:cNvPr>
          <p:cNvSpPr>
            <a:spLocks noGrp="1"/>
          </p:cNvSpPr>
          <p:nvPr>
            <p:ph sz="quarter" idx="13"/>
          </p:nvPr>
        </p:nvSpPr>
        <p:spPr>
          <a:xfrm>
            <a:off x="1003199" y="3675709"/>
            <a:ext cx="10187363" cy="22021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40001747"/>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Content - Two column + header image ba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F83AC61-1BCB-1F69-DD53-B0AAED647DF8}"/>
              </a:ext>
            </a:extLst>
          </p:cNvPr>
          <p:cNvSpPr>
            <a:spLocks noGrp="1"/>
          </p:cNvSpPr>
          <p:nvPr>
            <p:ph type="pic" sz="quarter" idx="14"/>
          </p:nvPr>
        </p:nvSpPr>
        <p:spPr>
          <a:xfrm>
            <a:off x="0" y="0"/>
            <a:ext cx="12192000" cy="2501660"/>
          </a:xfrm>
          <a:solidFill>
            <a:schemeClr val="accent4"/>
          </a:solidFill>
        </p:spPr>
        <p:txBody>
          <a:bodyPr/>
          <a:lstStyle/>
          <a:p>
            <a:r>
              <a:rPr lang="en-US"/>
              <a:t>Click icon to add picture</a:t>
            </a:r>
          </a:p>
        </p:txBody>
      </p:sp>
      <p:sp>
        <p:nvSpPr>
          <p:cNvPr id="2" name="Title 1"/>
          <p:cNvSpPr>
            <a:spLocks noGrp="1"/>
          </p:cNvSpPr>
          <p:nvPr>
            <p:ph type="title"/>
          </p:nvPr>
        </p:nvSpPr>
        <p:spPr>
          <a:xfrm>
            <a:off x="1003200" y="2910600"/>
            <a:ext cx="10185600" cy="518400"/>
          </a:xfrm>
        </p:spPr>
        <p:txBody>
          <a:bodyPr/>
          <a:lstStyle>
            <a:lvl1pPr>
              <a:defRPr kern="0"/>
            </a:lvl1pPr>
          </a:lstStyle>
          <a:p>
            <a:r>
              <a:rPr lang="en-US"/>
              <a:t>Click to edit Master title style</a:t>
            </a:r>
          </a:p>
        </p:txBody>
      </p:sp>
      <p:sp>
        <p:nvSpPr>
          <p:cNvPr id="6" name="Content Placeholder 5">
            <a:extLst>
              <a:ext uri="{FF2B5EF4-FFF2-40B4-BE49-F238E27FC236}">
                <a16:creationId xmlns:a16="http://schemas.microsoft.com/office/drawing/2014/main" id="{B55CD9A9-9858-C4E3-4703-C9709BC2E356}"/>
              </a:ext>
            </a:extLst>
          </p:cNvPr>
          <p:cNvSpPr>
            <a:spLocks noGrp="1"/>
          </p:cNvSpPr>
          <p:nvPr>
            <p:ph sz="quarter" idx="12"/>
          </p:nvPr>
        </p:nvSpPr>
        <p:spPr>
          <a:xfrm>
            <a:off x="1003300" y="3733800"/>
            <a:ext cx="4967288" cy="21902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5">
            <a:extLst>
              <a:ext uri="{FF2B5EF4-FFF2-40B4-BE49-F238E27FC236}">
                <a16:creationId xmlns:a16="http://schemas.microsoft.com/office/drawing/2014/main" id="{16B4FB7A-CA88-373B-4037-472FAF622F69}"/>
              </a:ext>
            </a:extLst>
          </p:cNvPr>
          <p:cNvSpPr>
            <a:spLocks noGrp="1"/>
          </p:cNvSpPr>
          <p:nvPr>
            <p:ph sz="quarter" idx="13"/>
          </p:nvPr>
        </p:nvSpPr>
        <p:spPr>
          <a:xfrm>
            <a:off x="6221412" y="3733800"/>
            <a:ext cx="4967288" cy="21902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6345708"/>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Content - 3 Column Chart +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93B809-7A30-47BC-953E-AF9FE10FDFBB}"/>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345054C0-4190-A073-FF06-A5EB62316AA4}"/>
              </a:ext>
            </a:extLst>
          </p:cNvPr>
          <p:cNvSpPr>
            <a:spLocks noGrp="1"/>
          </p:cNvSpPr>
          <p:nvPr>
            <p:ph sz="quarter" idx="16"/>
          </p:nvPr>
        </p:nvSpPr>
        <p:spPr>
          <a:xfrm>
            <a:off x="995363" y="1331912"/>
            <a:ext cx="3187700" cy="21342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D6105C62-91E0-B66D-85BA-D26896F940DC}"/>
              </a:ext>
            </a:extLst>
          </p:cNvPr>
          <p:cNvSpPr>
            <a:spLocks noGrp="1"/>
          </p:cNvSpPr>
          <p:nvPr>
            <p:ph sz="quarter" idx="17"/>
          </p:nvPr>
        </p:nvSpPr>
        <p:spPr>
          <a:xfrm>
            <a:off x="4502150" y="1331912"/>
            <a:ext cx="3187700" cy="21342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887642C3-1AC2-77F0-4602-3BAD72478BE9}"/>
              </a:ext>
            </a:extLst>
          </p:cNvPr>
          <p:cNvSpPr>
            <a:spLocks noGrp="1"/>
          </p:cNvSpPr>
          <p:nvPr>
            <p:ph sz="quarter" idx="18"/>
          </p:nvPr>
        </p:nvSpPr>
        <p:spPr>
          <a:xfrm>
            <a:off x="8008937" y="1331912"/>
            <a:ext cx="3187700" cy="21342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25E75ECB-D0CA-2D00-702F-1AD57C5EBABA}"/>
              </a:ext>
            </a:extLst>
          </p:cNvPr>
          <p:cNvSpPr>
            <a:spLocks noGrp="1"/>
          </p:cNvSpPr>
          <p:nvPr>
            <p:ph sz="quarter" idx="19"/>
          </p:nvPr>
        </p:nvSpPr>
        <p:spPr>
          <a:xfrm>
            <a:off x="995363" y="3742126"/>
            <a:ext cx="3187700" cy="21342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3">
            <a:extLst>
              <a:ext uri="{FF2B5EF4-FFF2-40B4-BE49-F238E27FC236}">
                <a16:creationId xmlns:a16="http://schemas.microsoft.com/office/drawing/2014/main" id="{8B33D029-7198-2E2E-5E6C-B289731A27FF}"/>
              </a:ext>
            </a:extLst>
          </p:cNvPr>
          <p:cNvSpPr>
            <a:spLocks noGrp="1"/>
          </p:cNvSpPr>
          <p:nvPr>
            <p:ph sz="quarter" idx="20"/>
          </p:nvPr>
        </p:nvSpPr>
        <p:spPr>
          <a:xfrm>
            <a:off x="4502150" y="3742126"/>
            <a:ext cx="3187700" cy="21342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3">
            <a:extLst>
              <a:ext uri="{FF2B5EF4-FFF2-40B4-BE49-F238E27FC236}">
                <a16:creationId xmlns:a16="http://schemas.microsoft.com/office/drawing/2014/main" id="{D7A19DB0-EA08-D699-0C88-37B4D178D11E}"/>
              </a:ext>
            </a:extLst>
          </p:cNvPr>
          <p:cNvSpPr>
            <a:spLocks noGrp="1"/>
          </p:cNvSpPr>
          <p:nvPr>
            <p:ph sz="quarter" idx="21"/>
          </p:nvPr>
        </p:nvSpPr>
        <p:spPr>
          <a:xfrm>
            <a:off x="8008937" y="3742126"/>
            <a:ext cx="3187700" cy="21342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871237"/>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userDrawn="1">
  <p:cSld name="Content - FIVE COLUMN">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lvl1pPr>
              <a:defRPr kern="0"/>
            </a:lvl1pPr>
          </a:lstStyle>
          <a:p>
            <a:r>
              <a:rPr lang="en-US"/>
              <a:t>Click to edit Master title style</a:t>
            </a:r>
          </a:p>
        </p:txBody>
      </p:sp>
      <p:sp>
        <p:nvSpPr>
          <p:cNvPr id="4" name="Content Placeholder 3">
            <a:extLst>
              <a:ext uri="{FF2B5EF4-FFF2-40B4-BE49-F238E27FC236}">
                <a16:creationId xmlns:a16="http://schemas.microsoft.com/office/drawing/2014/main" id="{9E40C064-15D1-24D5-3E98-71739E8B8974}"/>
              </a:ext>
            </a:extLst>
          </p:cNvPr>
          <p:cNvSpPr>
            <a:spLocks noGrp="1"/>
          </p:cNvSpPr>
          <p:nvPr>
            <p:ph sz="quarter" idx="24"/>
          </p:nvPr>
        </p:nvSpPr>
        <p:spPr>
          <a:xfrm>
            <a:off x="1003300" y="1322387"/>
            <a:ext cx="1900238" cy="4554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8428DB69-A5E6-3995-43BE-21D7823D6168}"/>
              </a:ext>
            </a:extLst>
          </p:cNvPr>
          <p:cNvSpPr>
            <a:spLocks noGrp="1"/>
          </p:cNvSpPr>
          <p:nvPr>
            <p:ph sz="quarter" idx="25"/>
          </p:nvPr>
        </p:nvSpPr>
        <p:spPr>
          <a:xfrm>
            <a:off x="3074470" y="1322387"/>
            <a:ext cx="1900238" cy="4554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E84EA45F-006F-C693-3D9A-C894873CED48}"/>
              </a:ext>
            </a:extLst>
          </p:cNvPr>
          <p:cNvSpPr>
            <a:spLocks noGrp="1"/>
          </p:cNvSpPr>
          <p:nvPr>
            <p:ph sz="quarter" idx="26"/>
          </p:nvPr>
        </p:nvSpPr>
        <p:spPr>
          <a:xfrm>
            <a:off x="5145641" y="1322387"/>
            <a:ext cx="1900238" cy="4554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A92FB52F-B0E0-37C7-5F65-EEF98E215D4C}"/>
              </a:ext>
            </a:extLst>
          </p:cNvPr>
          <p:cNvSpPr>
            <a:spLocks noGrp="1"/>
          </p:cNvSpPr>
          <p:nvPr>
            <p:ph sz="quarter" idx="27"/>
          </p:nvPr>
        </p:nvSpPr>
        <p:spPr>
          <a:xfrm>
            <a:off x="7216812" y="1322387"/>
            <a:ext cx="1900238" cy="4554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6B7BF63F-B2C0-FCAC-0EB5-D84B8D6B88E0}"/>
              </a:ext>
            </a:extLst>
          </p:cNvPr>
          <p:cNvSpPr>
            <a:spLocks noGrp="1"/>
          </p:cNvSpPr>
          <p:nvPr>
            <p:ph sz="quarter" idx="28"/>
          </p:nvPr>
        </p:nvSpPr>
        <p:spPr>
          <a:xfrm>
            <a:off x="9287982" y="1322387"/>
            <a:ext cx="1900238" cy="4554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0142125"/>
      </p:ext>
    </p:extLst>
  </p:cSld>
  <p:clrMapOvr>
    <a:masterClrMapping/>
  </p:clrMapOvr>
  <p:extLst>
    <p:ext uri="{DCECCB84-F9BA-43D5-87BE-67443E8EF086}">
      <p15:sldGuideLst xmlns:p15="http://schemas.microsoft.com/office/powerpoint/2012/main">
        <p15:guide id="1" orient="horz" pos="1296">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Content - Process 5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1"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068984"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5134768"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7200552"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1003200"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068984"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5134768"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7200552"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1" name="Text Placeholder 12"/>
          <p:cNvSpPr>
            <a:spLocks noGrp="1"/>
          </p:cNvSpPr>
          <p:nvPr>
            <p:ph type="body" sz="quarter" idx="18" hasCustomPrompt="1"/>
          </p:nvPr>
        </p:nvSpPr>
        <p:spPr>
          <a:xfrm>
            <a:off x="9266337"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2" name="Text Placeholder 8"/>
          <p:cNvSpPr>
            <a:spLocks noGrp="1"/>
          </p:cNvSpPr>
          <p:nvPr>
            <p:ph type="body" sz="quarter" idx="19"/>
          </p:nvPr>
        </p:nvSpPr>
        <p:spPr>
          <a:xfrm>
            <a:off x="9266337"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B6F9AD75-9C5D-491A-8EB6-1E4763A9BC3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284285806"/>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Content - Process 5 Columns_Cobalt Blue">
    <p:spTree>
      <p:nvGrpSpPr>
        <p:cNvPr id="1" name=""/>
        <p:cNvGrpSpPr/>
        <p:nvPr/>
      </p:nvGrpSpPr>
      <p:grpSpPr>
        <a:xfrm>
          <a:off x="0" y="0"/>
          <a:ext cx="0" cy="0"/>
          <a:chOff x="0" y="0"/>
          <a:chExt cx="0" cy="0"/>
        </a:xfrm>
      </p:grpSpPr>
      <p:sp>
        <p:nvSpPr>
          <p:cNvPr id="27" name="Text Placeholder 8">
            <a:extLst>
              <a:ext uri="{FF2B5EF4-FFF2-40B4-BE49-F238E27FC236}">
                <a16:creationId xmlns:a16="http://schemas.microsoft.com/office/drawing/2014/main" id="{A68D3E60-F95F-4250-92C1-89CF93433E23}"/>
              </a:ext>
            </a:extLst>
          </p:cNvPr>
          <p:cNvSpPr>
            <a:spLocks noGrp="1"/>
          </p:cNvSpPr>
          <p:nvPr>
            <p:ph type="body" sz="quarter" idx="10"/>
          </p:nvPr>
        </p:nvSpPr>
        <p:spPr>
          <a:xfrm>
            <a:off x="1003201"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8" name="Text Placeholder 8">
            <a:extLst>
              <a:ext uri="{FF2B5EF4-FFF2-40B4-BE49-F238E27FC236}">
                <a16:creationId xmlns:a16="http://schemas.microsoft.com/office/drawing/2014/main" id="{8D8E592C-F128-4E4B-970B-BFB5C0F2A492}"/>
              </a:ext>
            </a:extLst>
          </p:cNvPr>
          <p:cNvSpPr>
            <a:spLocks noGrp="1"/>
          </p:cNvSpPr>
          <p:nvPr>
            <p:ph type="body" sz="quarter" idx="11"/>
          </p:nvPr>
        </p:nvSpPr>
        <p:spPr>
          <a:xfrm>
            <a:off x="3068984"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9" name="Text Placeholder 8">
            <a:extLst>
              <a:ext uri="{FF2B5EF4-FFF2-40B4-BE49-F238E27FC236}">
                <a16:creationId xmlns:a16="http://schemas.microsoft.com/office/drawing/2014/main" id="{EE6B17CD-E0EF-40A4-A171-4E4B731CE0D9}"/>
              </a:ext>
            </a:extLst>
          </p:cNvPr>
          <p:cNvSpPr>
            <a:spLocks noGrp="1"/>
          </p:cNvSpPr>
          <p:nvPr>
            <p:ph type="body" sz="quarter" idx="12"/>
          </p:nvPr>
        </p:nvSpPr>
        <p:spPr>
          <a:xfrm>
            <a:off x="5134768"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Text Placeholder 8">
            <a:extLst>
              <a:ext uri="{FF2B5EF4-FFF2-40B4-BE49-F238E27FC236}">
                <a16:creationId xmlns:a16="http://schemas.microsoft.com/office/drawing/2014/main" id="{03C9A44B-2A8F-416D-A76B-F3A018572E3F}"/>
              </a:ext>
            </a:extLst>
          </p:cNvPr>
          <p:cNvSpPr>
            <a:spLocks noGrp="1"/>
          </p:cNvSpPr>
          <p:nvPr>
            <p:ph type="body" sz="quarter" idx="13"/>
          </p:nvPr>
        </p:nvSpPr>
        <p:spPr>
          <a:xfrm>
            <a:off x="7200552"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Text Placeholder 12">
            <a:extLst>
              <a:ext uri="{FF2B5EF4-FFF2-40B4-BE49-F238E27FC236}">
                <a16:creationId xmlns:a16="http://schemas.microsoft.com/office/drawing/2014/main" id="{D3A5B3AC-C2E0-40CF-9D31-036461F790D0}"/>
              </a:ext>
            </a:extLst>
          </p:cNvPr>
          <p:cNvSpPr>
            <a:spLocks noGrp="1"/>
          </p:cNvSpPr>
          <p:nvPr>
            <p:ph type="body" sz="quarter" idx="14" hasCustomPrompt="1"/>
          </p:nvPr>
        </p:nvSpPr>
        <p:spPr>
          <a:xfrm>
            <a:off x="1003200"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2" name="Text Placeholder 12">
            <a:extLst>
              <a:ext uri="{FF2B5EF4-FFF2-40B4-BE49-F238E27FC236}">
                <a16:creationId xmlns:a16="http://schemas.microsoft.com/office/drawing/2014/main" id="{969E3860-942E-40E2-A1C8-AF5DF29675F7}"/>
              </a:ext>
            </a:extLst>
          </p:cNvPr>
          <p:cNvSpPr>
            <a:spLocks noGrp="1"/>
          </p:cNvSpPr>
          <p:nvPr>
            <p:ph type="body" sz="quarter" idx="15" hasCustomPrompt="1"/>
          </p:nvPr>
        </p:nvSpPr>
        <p:spPr>
          <a:xfrm>
            <a:off x="3068984"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3" name="Text Placeholder 12">
            <a:extLst>
              <a:ext uri="{FF2B5EF4-FFF2-40B4-BE49-F238E27FC236}">
                <a16:creationId xmlns:a16="http://schemas.microsoft.com/office/drawing/2014/main" id="{8E580107-2025-4C04-9884-4A6DBB63DE03}"/>
              </a:ext>
            </a:extLst>
          </p:cNvPr>
          <p:cNvSpPr>
            <a:spLocks noGrp="1"/>
          </p:cNvSpPr>
          <p:nvPr>
            <p:ph type="body" sz="quarter" idx="16" hasCustomPrompt="1"/>
          </p:nvPr>
        </p:nvSpPr>
        <p:spPr>
          <a:xfrm>
            <a:off x="5134768"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4" name="Text Placeholder 12">
            <a:extLst>
              <a:ext uri="{FF2B5EF4-FFF2-40B4-BE49-F238E27FC236}">
                <a16:creationId xmlns:a16="http://schemas.microsoft.com/office/drawing/2014/main" id="{BC4D5128-392D-4FC9-A83F-FA43203A40D7}"/>
              </a:ext>
            </a:extLst>
          </p:cNvPr>
          <p:cNvSpPr>
            <a:spLocks noGrp="1"/>
          </p:cNvSpPr>
          <p:nvPr>
            <p:ph type="body" sz="quarter" idx="17" hasCustomPrompt="1"/>
          </p:nvPr>
        </p:nvSpPr>
        <p:spPr>
          <a:xfrm>
            <a:off x="7200552"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5" name="Text Placeholder 12">
            <a:extLst>
              <a:ext uri="{FF2B5EF4-FFF2-40B4-BE49-F238E27FC236}">
                <a16:creationId xmlns:a16="http://schemas.microsoft.com/office/drawing/2014/main" id="{A8EB5529-8601-4864-9983-FBB672B8B9FF}"/>
              </a:ext>
            </a:extLst>
          </p:cNvPr>
          <p:cNvSpPr>
            <a:spLocks noGrp="1"/>
          </p:cNvSpPr>
          <p:nvPr>
            <p:ph type="body" sz="quarter" idx="18" hasCustomPrompt="1"/>
          </p:nvPr>
        </p:nvSpPr>
        <p:spPr>
          <a:xfrm>
            <a:off x="9266337"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6" name="Text Placeholder 8">
            <a:extLst>
              <a:ext uri="{FF2B5EF4-FFF2-40B4-BE49-F238E27FC236}">
                <a16:creationId xmlns:a16="http://schemas.microsoft.com/office/drawing/2014/main" id="{4715BC67-F699-49E6-B5D7-22ED9DFA817E}"/>
              </a:ext>
            </a:extLst>
          </p:cNvPr>
          <p:cNvSpPr>
            <a:spLocks noGrp="1"/>
          </p:cNvSpPr>
          <p:nvPr>
            <p:ph type="body" sz="quarter" idx="19"/>
          </p:nvPr>
        </p:nvSpPr>
        <p:spPr>
          <a:xfrm>
            <a:off x="9266337"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EB51C022-C0B7-4310-BC9F-D7C63034FE3A}"/>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1304370329"/>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Content - 5 column + intro + header ba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580C36-1E70-46DD-9783-AFD66B7DEC90}"/>
              </a:ext>
            </a:extLst>
          </p:cNvPr>
          <p:cNvSpPr/>
          <p:nvPr userDrawn="1"/>
        </p:nvSpPr>
        <p:spPr>
          <a:xfrm>
            <a:off x="0" y="0"/>
            <a:ext cx="12192000" cy="268605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400" err="1">
              <a:solidFill>
                <a:schemeClr val="bg1"/>
              </a:solidFill>
            </a:endParaRPr>
          </a:p>
        </p:txBody>
      </p:sp>
      <p:sp>
        <p:nvSpPr>
          <p:cNvPr id="10" name="Text Placeholder 9">
            <a:extLst>
              <a:ext uri="{FF2B5EF4-FFF2-40B4-BE49-F238E27FC236}">
                <a16:creationId xmlns:a16="http://schemas.microsoft.com/office/drawing/2014/main" id="{38557E01-A30E-46EA-BAB3-4F33E0992F32}"/>
              </a:ext>
            </a:extLst>
          </p:cNvPr>
          <p:cNvSpPr>
            <a:spLocks noGrp="1"/>
          </p:cNvSpPr>
          <p:nvPr>
            <p:ph type="body" sz="quarter" idx="21"/>
          </p:nvPr>
        </p:nvSpPr>
        <p:spPr>
          <a:xfrm>
            <a:off x="995363" y="1330325"/>
            <a:ext cx="10185400" cy="246221"/>
          </a:xfrm>
        </p:spPr>
        <p:txBody>
          <a:bodyPr>
            <a:spAutoFit/>
          </a:bodyPr>
          <a:lstStyle>
            <a:lvl1pPr>
              <a:defRPr>
                <a:solidFill>
                  <a:schemeClr val="bg1"/>
                </a:solidFill>
              </a:defRPr>
            </a:lvl1pPr>
            <a:lvl2pPr>
              <a:buClrTx/>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7" name="Title 6">
            <a:extLst>
              <a:ext uri="{FF2B5EF4-FFF2-40B4-BE49-F238E27FC236}">
                <a16:creationId xmlns:a16="http://schemas.microsoft.com/office/drawing/2014/main" id="{59724627-195E-4BFD-9A60-FFD6EECF128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8" name="Content Placeholder 7">
            <a:extLst>
              <a:ext uri="{FF2B5EF4-FFF2-40B4-BE49-F238E27FC236}">
                <a16:creationId xmlns:a16="http://schemas.microsoft.com/office/drawing/2014/main" id="{013FA197-29C7-A542-7F4A-98E54EAA4044}"/>
              </a:ext>
            </a:extLst>
          </p:cNvPr>
          <p:cNvSpPr>
            <a:spLocks noGrp="1"/>
          </p:cNvSpPr>
          <p:nvPr>
            <p:ph sz="quarter" idx="22"/>
          </p:nvPr>
        </p:nvSpPr>
        <p:spPr>
          <a:xfrm>
            <a:off x="995363" y="2009775"/>
            <a:ext cx="1989137" cy="3938538"/>
          </a:xfrm>
          <a:solidFill>
            <a:schemeClr val="bg1"/>
          </a:solidFill>
          <a:ln w="6350">
            <a:solidFill>
              <a:schemeClr val="accent1"/>
            </a:solidFill>
          </a:ln>
        </p:spPr>
        <p:txBody>
          <a:bodyPr vert="horz" lIns="108000" tIns="108000" rIns="108000" bIns="108000" rtlCol="0" anchor="t" anchorCtr="0">
            <a:noAutofit/>
          </a:bodyPr>
          <a:lstStyle>
            <a:lvl1pPr>
              <a:defRPr lang="en-US" sz="1400" smtClean="0"/>
            </a:lvl1pPr>
            <a:lvl2pPr>
              <a:defRPr lang="en-US" sz="1400" smtClean="0"/>
            </a:lvl2pPr>
            <a:lvl3pPr>
              <a:defRPr lang="en-US" sz="1400" smtClean="0"/>
            </a:lvl3pPr>
            <a:lvl4pPr>
              <a:defRPr lang="en-US" sz="1400" smtClean="0"/>
            </a:lvl4pPr>
            <a:lvl5pPr>
              <a:defRPr lang="en-US"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7">
            <a:extLst>
              <a:ext uri="{FF2B5EF4-FFF2-40B4-BE49-F238E27FC236}">
                <a16:creationId xmlns:a16="http://schemas.microsoft.com/office/drawing/2014/main" id="{80062C7F-1E7F-D3F0-42DA-19C1A9676E45}"/>
              </a:ext>
            </a:extLst>
          </p:cNvPr>
          <p:cNvSpPr>
            <a:spLocks noGrp="1"/>
          </p:cNvSpPr>
          <p:nvPr>
            <p:ph sz="quarter" idx="23"/>
          </p:nvPr>
        </p:nvSpPr>
        <p:spPr>
          <a:xfrm>
            <a:off x="3048397" y="2009775"/>
            <a:ext cx="1989137" cy="3938538"/>
          </a:xfrm>
          <a:solidFill>
            <a:schemeClr val="bg1"/>
          </a:solidFill>
          <a:ln w="6350">
            <a:solidFill>
              <a:schemeClr val="accent1"/>
            </a:solidFill>
          </a:ln>
        </p:spPr>
        <p:txBody>
          <a:bodyPr vert="horz" lIns="108000" tIns="108000" rIns="108000" bIns="108000" rtlCol="0" anchor="t" anchorCtr="0">
            <a:noAutofit/>
          </a:bodyPr>
          <a:lstStyle>
            <a:lvl1pPr>
              <a:defRPr lang="en-US" sz="1400" smtClean="0"/>
            </a:lvl1pPr>
            <a:lvl2pPr>
              <a:defRPr lang="en-US" sz="1400" smtClean="0"/>
            </a:lvl2pPr>
            <a:lvl3pPr>
              <a:defRPr lang="en-US" sz="1400" smtClean="0"/>
            </a:lvl3pPr>
            <a:lvl4pPr>
              <a:defRPr lang="en-US" sz="1400" smtClean="0"/>
            </a:lvl4pPr>
            <a:lvl5pPr>
              <a:defRPr lang="en-US"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7">
            <a:extLst>
              <a:ext uri="{FF2B5EF4-FFF2-40B4-BE49-F238E27FC236}">
                <a16:creationId xmlns:a16="http://schemas.microsoft.com/office/drawing/2014/main" id="{DB8C39D9-73AE-A115-2AC4-E84A2758E601}"/>
              </a:ext>
            </a:extLst>
          </p:cNvPr>
          <p:cNvSpPr>
            <a:spLocks noGrp="1"/>
          </p:cNvSpPr>
          <p:nvPr>
            <p:ph sz="quarter" idx="24"/>
          </p:nvPr>
        </p:nvSpPr>
        <p:spPr>
          <a:xfrm>
            <a:off x="5101431" y="2009775"/>
            <a:ext cx="1989137" cy="3938538"/>
          </a:xfrm>
          <a:solidFill>
            <a:schemeClr val="bg1"/>
          </a:solidFill>
          <a:ln w="6350">
            <a:solidFill>
              <a:schemeClr val="accent1"/>
            </a:solidFill>
          </a:ln>
        </p:spPr>
        <p:txBody>
          <a:bodyPr vert="horz" lIns="108000" tIns="108000" rIns="108000" bIns="108000" rtlCol="0" anchor="t" anchorCtr="0">
            <a:noAutofit/>
          </a:bodyPr>
          <a:lstStyle>
            <a:lvl1pPr>
              <a:defRPr lang="en-US" sz="1400" smtClean="0"/>
            </a:lvl1pPr>
            <a:lvl2pPr>
              <a:defRPr lang="en-US" sz="1400" smtClean="0"/>
            </a:lvl2pPr>
            <a:lvl3pPr>
              <a:defRPr lang="en-US" sz="1400" smtClean="0"/>
            </a:lvl3pPr>
            <a:lvl4pPr>
              <a:defRPr lang="en-US" sz="1400" smtClean="0"/>
            </a:lvl4pPr>
            <a:lvl5pPr>
              <a:defRPr lang="en-US"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7">
            <a:extLst>
              <a:ext uri="{FF2B5EF4-FFF2-40B4-BE49-F238E27FC236}">
                <a16:creationId xmlns:a16="http://schemas.microsoft.com/office/drawing/2014/main" id="{ED9CEF0B-75E3-E133-3C7E-37C7249C4ACC}"/>
              </a:ext>
            </a:extLst>
          </p:cNvPr>
          <p:cNvSpPr>
            <a:spLocks noGrp="1"/>
          </p:cNvSpPr>
          <p:nvPr>
            <p:ph sz="quarter" idx="25"/>
          </p:nvPr>
        </p:nvSpPr>
        <p:spPr>
          <a:xfrm>
            <a:off x="7154465" y="2009775"/>
            <a:ext cx="1989137" cy="3938538"/>
          </a:xfrm>
          <a:solidFill>
            <a:schemeClr val="bg1"/>
          </a:solidFill>
          <a:ln w="6350">
            <a:solidFill>
              <a:schemeClr val="accent1"/>
            </a:solidFill>
          </a:ln>
        </p:spPr>
        <p:txBody>
          <a:bodyPr vert="horz" lIns="108000" tIns="108000" rIns="108000" bIns="108000" rtlCol="0" anchor="t" anchorCtr="0">
            <a:noAutofit/>
          </a:bodyPr>
          <a:lstStyle>
            <a:lvl1pPr>
              <a:defRPr lang="en-US" sz="1400" smtClean="0"/>
            </a:lvl1pPr>
            <a:lvl2pPr>
              <a:defRPr lang="en-US" sz="1400" smtClean="0"/>
            </a:lvl2pPr>
            <a:lvl3pPr>
              <a:defRPr lang="en-US" sz="1400" smtClean="0"/>
            </a:lvl3pPr>
            <a:lvl4pPr>
              <a:defRPr lang="en-US" sz="1400" smtClean="0"/>
            </a:lvl4pPr>
            <a:lvl5pPr>
              <a:defRPr lang="en-US"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7">
            <a:extLst>
              <a:ext uri="{FF2B5EF4-FFF2-40B4-BE49-F238E27FC236}">
                <a16:creationId xmlns:a16="http://schemas.microsoft.com/office/drawing/2014/main" id="{5891467F-14E8-7772-2AA4-3FE5032AA06B}"/>
              </a:ext>
            </a:extLst>
          </p:cNvPr>
          <p:cNvSpPr>
            <a:spLocks noGrp="1"/>
          </p:cNvSpPr>
          <p:nvPr>
            <p:ph sz="quarter" idx="26"/>
          </p:nvPr>
        </p:nvSpPr>
        <p:spPr>
          <a:xfrm>
            <a:off x="9207500" y="2009775"/>
            <a:ext cx="1989137" cy="3938538"/>
          </a:xfrm>
          <a:solidFill>
            <a:schemeClr val="bg1"/>
          </a:solidFill>
          <a:ln w="6350">
            <a:solidFill>
              <a:schemeClr val="accent1"/>
            </a:solidFill>
          </a:ln>
        </p:spPr>
        <p:txBody>
          <a:bodyPr vert="horz" lIns="108000" tIns="108000" rIns="108000" bIns="108000" rtlCol="0" anchor="t" anchorCtr="0">
            <a:noAutofit/>
          </a:bodyPr>
          <a:lstStyle>
            <a:lvl1pPr>
              <a:defRPr lang="en-US" sz="1400" smtClean="0"/>
            </a:lvl1pPr>
            <a:lvl2pPr>
              <a:defRPr lang="en-US" sz="1400" smtClean="0"/>
            </a:lvl2pPr>
            <a:lvl3pPr>
              <a:defRPr lang="en-US" sz="1400" smtClean="0"/>
            </a:lvl3pPr>
            <a:lvl4pPr>
              <a:defRPr lang="en-US" sz="1400" smtClean="0"/>
            </a:lvl4pPr>
            <a:lvl5pPr>
              <a:defRPr lang="en-US"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71846288"/>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Content - Process 4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593775"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6184350"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8774926"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1003200"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593775"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6184350"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8774926"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DE70D7C0-6953-439A-A54E-CED56520F82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870254931"/>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Content - Process 4 Columns_Cobalt Blue">
    <p:spTree>
      <p:nvGrpSpPr>
        <p:cNvPr id="1" name=""/>
        <p:cNvGrpSpPr/>
        <p:nvPr/>
      </p:nvGrpSpPr>
      <p:grpSpPr>
        <a:xfrm>
          <a:off x="0" y="0"/>
          <a:ext cx="0" cy="0"/>
          <a:chOff x="0" y="0"/>
          <a:chExt cx="0" cy="0"/>
        </a:xfrm>
      </p:grpSpPr>
      <p:sp>
        <p:nvSpPr>
          <p:cNvPr id="11" name="Text Placeholder 8">
            <a:extLst>
              <a:ext uri="{FF2B5EF4-FFF2-40B4-BE49-F238E27FC236}">
                <a16:creationId xmlns:a16="http://schemas.microsoft.com/office/drawing/2014/main" id="{ABA5FBEF-FE77-4CC8-B2D5-D94327DAF658}"/>
              </a:ext>
            </a:extLst>
          </p:cNvPr>
          <p:cNvSpPr>
            <a:spLocks noGrp="1"/>
          </p:cNvSpPr>
          <p:nvPr>
            <p:ph type="body" sz="quarter" idx="10"/>
          </p:nvPr>
        </p:nvSpPr>
        <p:spPr>
          <a:xfrm>
            <a:off x="1003200"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8">
            <a:extLst>
              <a:ext uri="{FF2B5EF4-FFF2-40B4-BE49-F238E27FC236}">
                <a16:creationId xmlns:a16="http://schemas.microsoft.com/office/drawing/2014/main" id="{659D9BAA-2BF4-4A94-BAA4-5D091A296246}"/>
              </a:ext>
            </a:extLst>
          </p:cNvPr>
          <p:cNvSpPr>
            <a:spLocks noGrp="1"/>
          </p:cNvSpPr>
          <p:nvPr>
            <p:ph type="body" sz="quarter" idx="11"/>
          </p:nvPr>
        </p:nvSpPr>
        <p:spPr>
          <a:xfrm>
            <a:off x="3593775"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E3D170C1-7106-44D2-A62F-A804F244A090}"/>
              </a:ext>
            </a:extLst>
          </p:cNvPr>
          <p:cNvSpPr>
            <a:spLocks noGrp="1"/>
          </p:cNvSpPr>
          <p:nvPr>
            <p:ph type="body" sz="quarter" idx="12"/>
          </p:nvPr>
        </p:nvSpPr>
        <p:spPr>
          <a:xfrm>
            <a:off x="6184350"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a:extLst>
              <a:ext uri="{FF2B5EF4-FFF2-40B4-BE49-F238E27FC236}">
                <a16:creationId xmlns:a16="http://schemas.microsoft.com/office/drawing/2014/main" id="{5DDAC4CF-AC2F-4D83-9FB0-DDFB71EE9A2C}"/>
              </a:ext>
            </a:extLst>
          </p:cNvPr>
          <p:cNvSpPr>
            <a:spLocks noGrp="1"/>
          </p:cNvSpPr>
          <p:nvPr>
            <p:ph type="body" sz="quarter" idx="13"/>
          </p:nvPr>
        </p:nvSpPr>
        <p:spPr>
          <a:xfrm>
            <a:off x="8774926"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2">
            <a:extLst>
              <a:ext uri="{FF2B5EF4-FFF2-40B4-BE49-F238E27FC236}">
                <a16:creationId xmlns:a16="http://schemas.microsoft.com/office/drawing/2014/main" id="{3C84B130-9B9F-460C-87A1-4E3012ECEA7A}"/>
              </a:ext>
            </a:extLst>
          </p:cNvPr>
          <p:cNvSpPr>
            <a:spLocks noGrp="1"/>
          </p:cNvSpPr>
          <p:nvPr>
            <p:ph type="body" sz="quarter" idx="14" hasCustomPrompt="1"/>
          </p:nvPr>
        </p:nvSpPr>
        <p:spPr>
          <a:xfrm>
            <a:off x="1003200" y="1331913"/>
            <a:ext cx="2424887" cy="604800"/>
          </a:xfrm>
          <a:prstGeom prst="homePlate">
            <a:avLst>
              <a:gd name="adj" fmla="val 34200"/>
            </a:avLst>
          </a:prstGeom>
          <a:solidFill>
            <a:schemeClr val="accent1"/>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0" name="Text Placeholder 12">
            <a:extLst>
              <a:ext uri="{FF2B5EF4-FFF2-40B4-BE49-F238E27FC236}">
                <a16:creationId xmlns:a16="http://schemas.microsoft.com/office/drawing/2014/main" id="{FC076374-F8FA-413A-9C7F-81C823512353}"/>
              </a:ext>
            </a:extLst>
          </p:cNvPr>
          <p:cNvSpPr>
            <a:spLocks noGrp="1"/>
          </p:cNvSpPr>
          <p:nvPr>
            <p:ph type="body" sz="quarter" idx="15" hasCustomPrompt="1"/>
          </p:nvPr>
        </p:nvSpPr>
        <p:spPr>
          <a:xfrm>
            <a:off x="3593775" y="1331913"/>
            <a:ext cx="2424887" cy="604800"/>
          </a:xfrm>
          <a:prstGeom prst="homePlate">
            <a:avLst>
              <a:gd name="adj" fmla="val 34200"/>
            </a:avLst>
          </a:prstGeom>
          <a:solidFill>
            <a:schemeClr val="accent1"/>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1" name="Text Placeholder 12">
            <a:extLst>
              <a:ext uri="{FF2B5EF4-FFF2-40B4-BE49-F238E27FC236}">
                <a16:creationId xmlns:a16="http://schemas.microsoft.com/office/drawing/2014/main" id="{92DC24D7-E120-435A-8A2A-98E939AC4C9C}"/>
              </a:ext>
            </a:extLst>
          </p:cNvPr>
          <p:cNvSpPr>
            <a:spLocks noGrp="1"/>
          </p:cNvSpPr>
          <p:nvPr>
            <p:ph type="body" sz="quarter" idx="16" hasCustomPrompt="1"/>
          </p:nvPr>
        </p:nvSpPr>
        <p:spPr>
          <a:xfrm>
            <a:off x="6184350" y="1331913"/>
            <a:ext cx="2424887" cy="604800"/>
          </a:xfrm>
          <a:prstGeom prst="homePlate">
            <a:avLst>
              <a:gd name="adj" fmla="val 34200"/>
            </a:avLst>
          </a:prstGeom>
          <a:solidFill>
            <a:schemeClr val="accent1"/>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2" name="Text Placeholder 12">
            <a:extLst>
              <a:ext uri="{FF2B5EF4-FFF2-40B4-BE49-F238E27FC236}">
                <a16:creationId xmlns:a16="http://schemas.microsoft.com/office/drawing/2014/main" id="{41F15369-328E-43E6-894F-1F86414EB3F0}"/>
              </a:ext>
            </a:extLst>
          </p:cNvPr>
          <p:cNvSpPr>
            <a:spLocks noGrp="1"/>
          </p:cNvSpPr>
          <p:nvPr>
            <p:ph type="body" sz="quarter" idx="17" hasCustomPrompt="1"/>
          </p:nvPr>
        </p:nvSpPr>
        <p:spPr>
          <a:xfrm>
            <a:off x="8774926" y="1331913"/>
            <a:ext cx="2424887" cy="604800"/>
          </a:xfrm>
          <a:prstGeom prst="homePlate">
            <a:avLst>
              <a:gd name="adj" fmla="val 34200"/>
            </a:avLst>
          </a:prstGeom>
          <a:solidFill>
            <a:schemeClr val="accent1"/>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9890D0D6-CEB9-47AA-B0BF-EB213FE3B803}"/>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2148446141"/>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userDrawn="1">
  <p:cSld name="Content - FIVE COLUMN + Subtitle boxes">
    <p:spTree>
      <p:nvGrpSpPr>
        <p:cNvPr id="1" name=""/>
        <p:cNvGrpSpPr/>
        <p:nvPr/>
      </p:nvGrpSpPr>
      <p:grpSpPr>
        <a:xfrm>
          <a:off x="0" y="0"/>
          <a:ext cx="0" cy="0"/>
          <a:chOff x="0" y="0"/>
          <a:chExt cx="0" cy="0"/>
        </a:xfrm>
      </p:grpSpPr>
      <p:sp>
        <p:nvSpPr>
          <p:cNvPr id="8" name="Text Placeholder 8">
            <a:extLst>
              <a:ext uri="{FF2B5EF4-FFF2-40B4-BE49-F238E27FC236}">
                <a16:creationId xmlns:a16="http://schemas.microsoft.com/office/drawing/2014/main" id="{2C7EC625-DE37-4829-ACBE-0373F0B82962}"/>
              </a:ext>
            </a:extLst>
          </p:cNvPr>
          <p:cNvSpPr>
            <a:spLocks noGrp="1"/>
          </p:cNvSpPr>
          <p:nvPr>
            <p:ph type="body" sz="quarter" idx="14"/>
          </p:nvPr>
        </p:nvSpPr>
        <p:spPr>
          <a:xfrm>
            <a:off x="1003200" y="1322388"/>
            <a:ext cx="1899657" cy="4554538"/>
          </a:xfrm>
          <a:solidFill>
            <a:srgbClr val="E5E5E5"/>
          </a:solidFill>
        </p:spPr>
        <p:txBody>
          <a:bodyPr lIns="91440" tIns="1005840" rIns="91440"/>
          <a:lstStyle>
            <a:lvl1pPr>
              <a:defRPr sz="1600" b="1" spc="0"/>
            </a:lvl1pPr>
            <a:lvl2pPr>
              <a:defRPr sz="1600" b="0">
                <a:solidFill>
                  <a:schemeClr val="tx1"/>
                </a:solidFill>
              </a:defRPr>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p:cNvSpPr>
            <a:spLocks noGrp="1"/>
          </p:cNvSpPr>
          <p:nvPr>
            <p:ph type="title"/>
          </p:nvPr>
        </p:nvSpPr>
        <p:spPr>
          <a:xfrm>
            <a:off x="1003200" y="432000"/>
            <a:ext cx="10185600" cy="518400"/>
          </a:xfrm>
        </p:spPr>
        <p:txBody>
          <a:bodyPr/>
          <a:lstStyle>
            <a:lvl1pPr>
              <a:defRPr kern="0"/>
            </a:lvl1pPr>
          </a:lstStyle>
          <a:p>
            <a:r>
              <a:rPr lang="en-US"/>
              <a:t>Click to edit Master title style</a:t>
            </a:r>
          </a:p>
        </p:txBody>
      </p:sp>
      <p:sp>
        <p:nvSpPr>
          <p:cNvPr id="10" name="Text Placeholder 8">
            <a:extLst>
              <a:ext uri="{FF2B5EF4-FFF2-40B4-BE49-F238E27FC236}">
                <a16:creationId xmlns:a16="http://schemas.microsoft.com/office/drawing/2014/main" id="{8037C46F-D057-4106-9B45-A730A557B5D9}"/>
              </a:ext>
            </a:extLst>
          </p:cNvPr>
          <p:cNvSpPr>
            <a:spLocks noGrp="1"/>
          </p:cNvSpPr>
          <p:nvPr>
            <p:ph type="body" sz="quarter" idx="20"/>
          </p:nvPr>
        </p:nvSpPr>
        <p:spPr>
          <a:xfrm>
            <a:off x="3072600"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8">
            <a:extLst>
              <a:ext uri="{FF2B5EF4-FFF2-40B4-BE49-F238E27FC236}">
                <a16:creationId xmlns:a16="http://schemas.microsoft.com/office/drawing/2014/main" id="{FE33DBCF-2199-4682-AAC2-C3FC0CBE92A8}"/>
              </a:ext>
            </a:extLst>
          </p:cNvPr>
          <p:cNvSpPr>
            <a:spLocks noGrp="1"/>
          </p:cNvSpPr>
          <p:nvPr>
            <p:ph type="body" sz="quarter" idx="21"/>
          </p:nvPr>
        </p:nvSpPr>
        <p:spPr>
          <a:xfrm>
            <a:off x="5142000"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8">
            <a:extLst>
              <a:ext uri="{FF2B5EF4-FFF2-40B4-BE49-F238E27FC236}">
                <a16:creationId xmlns:a16="http://schemas.microsoft.com/office/drawing/2014/main" id="{E130E5C8-8660-4D01-AD3B-CEEFB37F7538}"/>
              </a:ext>
            </a:extLst>
          </p:cNvPr>
          <p:cNvSpPr>
            <a:spLocks noGrp="1"/>
          </p:cNvSpPr>
          <p:nvPr>
            <p:ph type="body" sz="quarter" idx="22"/>
          </p:nvPr>
        </p:nvSpPr>
        <p:spPr>
          <a:xfrm>
            <a:off x="7211400"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8">
            <a:extLst>
              <a:ext uri="{FF2B5EF4-FFF2-40B4-BE49-F238E27FC236}">
                <a16:creationId xmlns:a16="http://schemas.microsoft.com/office/drawing/2014/main" id="{F404CCF0-6C3D-42EE-9F8D-FE237FEEB13D}"/>
              </a:ext>
            </a:extLst>
          </p:cNvPr>
          <p:cNvSpPr>
            <a:spLocks noGrp="1"/>
          </p:cNvSpPr>
          <p:nvPr>
            <p:ph type="body" sz="quarter" idx="23"/>
          </p:nvPr>
        </p:nvSpPr>
        <p:spPr>
          <a:xfrm>
            <a:off x="9280798"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3">
            <a:extLst>
              <a:ext uri="{FF2B5EF4-FFF2-40B4-BE49-F238E27FC236}">
                <a16:creationId xmlns:a16="http://schemas.microsoft.com/office/drawing/2014/main" id="{B0A7138E-6EE9-4E16-AB30-D7C7DA3DCEFF}"/>
              </a:ext>
            </a:extLst>
          </p:cNvPr>
          <p:cNvSpPr>
            <a:spLocks noGrp="1"/>
          </p:cNvSpPr>
          <p:nvPr>
            <p:ph type="body" sz="quarter" idx="24" hasCustomPrompt="1"/>
          </p:nvPr>
        </p:nvSpPr>
        <p:spPr>
          <a:xfrm>
            <a:off x="998538" y="1630363"/>
            <a:ext cx="1906587" cy="563562"/>
          </a:xfrm>
          <a:solidFill>
            <a:srgbClr val="1E49E2"/>
          </a:solidFill>
        </p:spPr>
        <p:txBody>
          <a:bodyPr anchor="ctr"/>
          <a:lstStyle>
            <a:lvl1pPr algn="ctr">
              <a:defRPr sz="1600" b="1" kern="0">
                <a:solidFill>
                  <a:schemeClr val="bg1"/>
                </a:solidFill>
              </a:defRPr>
            </a:lvl1pPr>
          </a:lstStyle>
          <a:p>
            <a:pPr lvl="0"/>
            <a:r>
              <a:rPr lang="en-US"/>
              <a:t>Subtitle</a:t>
            </a:r>
          </a:p>
        </p:txBody>
      </p:sp>
      <p:sp>
        <p:nvSpPr>
          <p:cNvPr id="15" name="Text Placeholder 3">
            <a:extLst>
              <a:ext uri="{FF2B5EF4-FFF2-40B4-BE49-F238E27FC236}">
                <a16:creationId xmlns:a16="http://schemas.microsoft.com/office/drawing/2014/main" id="{4E652417-F61A-4ABE-AAED-E30436B90B12}"/>
              </a:ext>
            </a:extLst>
          </p:cNvPr>
          <p:cNvSpPr>
            <a:spLocks noGrp="1"/>
          </p:cNvSpPr>
          <p:nvPr>
            <p:ph type="body" sz="quarter" idx="25" hasCustomPrompt="1"/>
          </p:nvPr>
        </p:nvSpPr>
        <p:spPr>
          <a:xfrm>
            <a:off x="3073464" y="1630363"/>
            <a:ext cx="1906587" cy="563562"/>
          </a:xfrm>
          <a:solidFill>
            <a:schemeClr val="tx2"/>
          </a:solidFill>
        </p:spPr>
        <p:txBody>
          <a:bodyPr anchor="ctr"/>
          <a:lstStyle>
            <a:lvl1pPr algn="ctr">
              <a:defRPr sz="1600" b="1" kern="0">
                <a:solidFill>
                  <a:schemeClr val="bg1"/>
                </a:solidFill>
              </a:defRPr>
            </a:lvl1pPr>
          </a:lstStyle>
          <a:p>
            <a:pPr lvl="0"/>
            <a:r>
              <a:rPr lang="en-US"/>
              <a:t>Subtitle</a:t>
            </a:r>
          </a:p>
        </p:txBody>
      </p:sp>
      <p:sp>
        <p:nvSpPr>
          <p:cNvPr id="16" name="Text Placeholder 3">
            <a:extLst>
              <a:ext uri="{FF2B5EF4-FFF2-40B4-BE49-F238E27FC236}">
                <a16:creationId xmlns:a16="http://schemas.microsoft.com/office/drawing/2014/main" id="{31218554-B99A-45E3-9AE4-434D8CA5AD2C}"/>
              </a:ext>
            </a:extLst>
          </p:cNvPr>
          <p:cNvSpPr>
            <a:spLocks noGrp="1"/>
          </p:cNvSpPr>
          <p:nvPr>
            <p:ph type="body" sz="quarter" idx="26" hasCustomPrompt="1"/>
          </p:nvPr>
        </p:nvSpPr>
        <p:spPr>
          <a:xfrm>
            <a:off x="5140699" y="1630363"/>
            <a:ext cx="1906587" cy="563562"/>
          </a:xfrm>
          <a:solidFill>
            <a:schemeClr val="accent4"/>
          </a:solidFill>
        </p:spPr>
        <p:txBody>
          <a:bodyPr anchor="ctr"/>
          <a:lstStyle>
            <a:lvl1pPr algn="ctr">
              <a:defRPr sz="1600" b="1" kern="0">
                <a:solidFill>
                  <a:schemeClr val="bg1"/>
                </a:solidFill>
              </a:defRPr>
            </a:lvl1pPr>
          </a:lstStyle>
          <a:p>
            <a:pPr lvl="0"/>
            <a:r>
              <a:rPr lang="en-US"/>
              <a:t>Subtitle</a:t>
            </a:r>
          </a:p>
        </p:txBody>
      </p:sp>
      <p:sp>
        <p:nvSpPr>
          <p:cNvPr id="17" name="Text Placeholder 3">
            <a:extLst>
              <a:ext uri="{FF2B5EF4-FFF2-40B4-BE49-F238E27FC236}">
                <a16:creationId xmlns:a16="http://schemas.microsoft.com/office/drawing/2014/main" id="{BFCA38BE-76B7-4635-8179-9D7DD99CD973}"/>
              </a:ext>
            </a:extLst>
          </p:cNvPr>
          <p:cNvSpPr>
            <a:spLocks noGrp="1"/>
          </p:cNvSpPr>
          <p:nvPr>
            <p:ph type="body" sz="quarter" idx="27" hasCustomPrompt="1"/>
          </p:nvPr>
        </p:nvSpPr>
        <p:spPr>
          <a:xfrm>
            <a:off x="7207934" y="1630363"/>
            <a:ext cx="1906587" cy="563562"/>
          </a:xfrm>
          <a:solidFill>
            <a:schemeClr val="accent3"/>
          </a:solidFill>
        </p:spPr>
        <p:txBody>
          <a:bodyPr anchor="ctr"/>
          <a:lstStyle>
            <a:lvl1pPr algn="ctr">
              <a:defRPr sz="1600" b="1" kern="0">
                <a:solidFill>
                  <a:schemeClr val="bg1"/>
                </a:solidFill>
              </a:defRPr>
            </a:lvl1pPr>
          </a:lstStyle>
          <a:p>
            <a:pPr lvl="0"/>
            <a:r>
              <a:rPr lang="en-US"/>
              <a:t>Subtitle</a:t>
            </a:r>
          </a:p>
        </p:txBody>
      </p:sp>
      <p:sp>
        <p:nvSpPr>
          <p:cNvPr id="18" name="Text Placeholder 3">
            <a:extLst>
              <a:ext uri="{FF2B5EF4-FFF2-40B4-BE49-F238E27FC236}">
                <a16:creationId xmlns:a16="http://schemas.microsoft.com/office/drawing/2014/main" id="{D2020005-E0B8-4233-8022-8AC559F11D2F}"/>
              </a:ext>
            </a:extLst>
          </p:cNvPr>
          <p:cNvSpPr>
            <a:spLocks noGrp="1"/>
          </p:cNvSpPr>
          <p:nvPr>
            <p:ph type="body" sz="quarter" idx="28" hasCustomPrompt="1"/>
          </p:nvPr>
        </p:nvSpPr>
        <p:spPr>
          <a:xfrm>
            <a:off x="9280798" y="1630363"/>
            <a:ext cx="1906587" cy="563562"/>
          </a:xfrm>
          <a:solidFill>
            <a:schemeClr val="accent1"/>
          </a:solidFill>
        </p:spPr>
        <p:txBody>
          <a:bodyPr anchor="ctr"/>
          <a:lstStyle>
            <a:lvl1pPr algn="ctr">
              <a:defRPr sz="1600" b="1" kern="0">
                <a:solidFill>
                  <a:schemeClr val="bg1"/>
                </a:solidFill>
              </a:defRPr>
            </a:lvl1pPr>
          </a:lstStyle>
          <a:p>
            <a:pPr lvl="0"/>
            <a:r>
              <a:rPr lang="en-US"/>
              <a:t>Subtitle</a:t>
            </a:r>
          </a:p>
        </p:txBody>
      </p:sp>
    </p:spTree>
    <p:extLst>
      <p:ext uri="{BB962C8B-B14F-4D97-AF65-F5344CB8AC3E}">
        <p14:creationId xmlns:p14="http://schemas.microsoft.com/office/powerpoint/2010/main" val="3721615081"/>
      </p:ext>
    </p:extLst>
  </p:cSld>
  <p:clrMapOvr>
    <a:masterClrMapping/>
  </p:clrMapOvr>
  <p:extLst>
    <p:ext uri="{DCECCB84-F9BA-43D5-87BE-67443E8EF086}">
      <p15:sldGuideLst xmlns:p15="http://schemas.microsoft.com/office/powerpoint/2012/main">
        <p15:guide id="1" orient="horz" pos="1296">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Content - Quad Box with Center Text Box">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919862B5-E58D-4F98-8070-F04E6659AC38}"/>
              </a:ext>
            </a:extLst>
          </p:cNvPr>
          <p:cNvSpPr>
            <a:spLocks noGrp="1"/>
          </p:cNvSpPr>
          <p:nvPr>
            <p:ph type="body" sz="quarter" idx="53"/>
          </p:nvPr>
        </p:nvSpPr>
        <p:spPr>
          <a:xfrm>
            <a:off x="1003346" y="1330325"/>
            <a:ext cx="4967685" cy="2132614"/>
          </a:xfrm>
          <a:custGeom>
            <a:avLst/>
            <a:gdLst>
              <a:gd name="connsiteX0" fmla="*/ 0 w 4967685"/>
              <a:gd name="connsiteY0" fmla="*/ 0 h 2132614"/>
              <a:gd name="connsiteX1" fmla="*/ 4967685 w 4967685"/>
              <a:gd name="connsiteY1" fmla="*/ 0 h 2132614"/>
              <a:gd name="connsiteX2" fmla="*/ 4967685 w 4967685"/>
              <a:gd name="connsiteY2" fmla="*/ 1013538 h 2132614"/>
              <a:gd name="connsiteX3" fmla="*/ 3364916 w 4967685"/>
              <a:gd name="connsiteY3" fmla="*/ 1013538 h 2132614"/>
              <a:gd name="connsiteX4" fmla="*/ 3364916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4967685" y="0"/>
                </a:lnTo>
                <a:lnTo>
                  <a:pt x="4967685" y="1013538"/>
                </a:lnTo>
                <a:lnTo>
                  <a:pt x="3364916" y="1013538"/>
                </a:lnTo>
                <a:lnTo>
                  <a:pt x="3364916" y="2132614"/>
                </a:lnTo>
                <a:lnTo>
                  <a:pt x="0" y="2132614"/>
                </a:lnTo>
                <a:close/>
              </a:path>
            </a:pathLst>
          </a:custGeom>
          <a:solidFill>
            <a:schemeClr val="bg1">
              <a:lumMod val="85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AEEBDCDC-F212-4ED4-8D32-7B1BC919EF2D}"/>
              </a:ext>
            </a:extLst>
          </p:cNvPr>
          <p:cNvSpPr>
            <a:spLocks noGrp="1"/>
          </p:cNvSpPr>
          <p:nvPr>
            <p:ph type="body" sz="quarter" idx="55"/>
          </p:nvPr>
        </p:nvSpPr>
        <p:spPr>
          <a:xfrm>
            <a:off x="6232260" y="1330325"/>
            <a:ext cx="4970724" cy="2132614"/>
          </a:xfrm>
          <a:custGeom>
            <a:avLst/>
            <a:gdLst>
              <a:gd name="connsiteX0" fmla="*/ 0 w 4970724"/>
              <a:gd name="connsiteY0" fmla="*/ 0 h 2132614"/>
              <a:gd name="connsiteX1" fmla="*/ 4970724 w 4970724"/>
              <a:gd name="connsiteY1" fmla="*/ 0 h 2132614"/>
              <a:gd name="connsiteX2" fmla="*/ 4970724 w 4970724"/>
              <a:gd name="connsiteY2" fmla="*/ 2132614 h 2132614"/>
              <a:gd name="connsiteX3" fmla="*/ 1602767 w 4970724"/>
              <a:gd name="connsiteY3" fmla="*/ 2132614 h 2132614"/>
              <a:gd name="connsiteX4" fmla="*/ 1602767 w 4970724"/>
              <a:gd name="connsiteY4" fmla="*/ 1013538 h 2132614"/>
              <a:gd name="connsiteX5" fmla="*/ 0 w 4970724"/>
              <a:gd name="connsiteY5" fmla="*/ 1013538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0" y="0"/>
                </a:moveTo>
                <a:lnTo>
                  <a:pt x="4970724" y="0"/>
                </a:lnTo>
                <a:lnTo>
                  <a:pt x="4970724" y="2132614"/>
                </a:lnTo>
                <a:lnTo>
                  <a:pt x="1602767" y="2132614"/>
                </a:lnTo>
                <a:lnTo>
                  <a:pt x="1602767" y="1013538"/>
                </a:lnTo>
                <a:lnTo>
                  <a:pt x="0" y="1013538"/>
                </a:lnTo>
                <a:close/>
              </a:path>
            </a:pathLst>
          </a:custGeom>
          <a:solidFill>
            <a:schemeClr val="bg1">
              <a:lumMod val="85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19">
            <a:extLst>
              <a:ext uri="{FF2B5EF4-FFF2-40B4-BE49-F238E27FC236}">
                <a16:creationId xmlns:a16="http://schemas.microsoft.com/office/drawing/2014/main" id="{BE0E984E-3A85-42BD-A2C6-26D3EB300D8B}"/>
              </a:ext>
            </a:extLst>
          </p:cNvPr>
          <p:cNvSpPr>
            <a:spLocks noGrp="1"/>
          </p:cNvSpPr>
          <p:nvPr>
            <p:ph type="body" sz="quarter" idx="54"/>
          </p:nvPr>
        </p:nvSpPr>
        <p:spPr>
          <a:xfrm>
            <a:off x="1003346" y="3747502"/>
            <a:ext cx="4967685" cy="2132614"/>
          </a:xfrm>
          <a:custGeom>
            <a:avLst/>
            <a:gdLst>
              <a:gd name="connsiteX0" fmla="*/ 0 w 4967685"/>
              <a:gd name="connsiteY0" fmla="*/ 0 h 2132614"/>
              <a:gd name="connsiteX1" fmla="*/ 3364916 w 4967685"/>
              <a:gd name="connsiteY1" fmla="*/ 0 h 2132614"/>
              <a:gd name="connsiteX2" fmla="*/ 3364916 w 4967685"/>
              <a:gd name="connsiteY2" fmla="*/ 1119077 h 2132614"/>
              <a:gd name="connsiteX3" fmla="*/ 4967685 w 4967685"/>
              <a:gd name="connsiteY3" fmla="*/ 1119077 h 2132614"/>
              <a:gd name="connsiteX4" fmla="*/ 4967685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3364916" y="0"/>
                </a:lnTo>
                <a:lnTo>
                  <a:pt x="3364916" y="1119077"/>
                </a:lnTo>
                <a:lnTo>
                  <a:pt x="4967685" y="1119077"/>
                </a:lnTo>
                <a:lnTo>
                  <a:pt x="4967685" y="2132614"/>
                </a:lnTo>
                <a:lnTo>
                  <a:pt x="0" y="2132614"/>
                </a:lnTo>
                <a:close/>
              </a:path>
            </a:pathLst>
          </a:custGeom>
          <a:solidFill>
            <a:schemeClr val="bg1">
              <a:lumMod val="85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8">
            <a:extLst>
              <a:ext uri="{FF2B5EF4-FFF2-40B4-BE49-F238E27FC236}">
                <a16:creationId xmlns:a16="http://schemas.microsoft.com/office/drawing/2014/main" id="{4DB6DB5B-6EBB-4E77-8ECE-2DE4424BD660}"/>
              </a:ext>
            </a:extLst>
          </p:cNvPr>
          <p:cNvSpPr>
            <a:spLocks noGrp="1"/>
          </p:cNvSpPr>
          <p:nvPr>
            <p:ph type="body" sz="quarter" idx="56"/>
          </p:nvPr>
        </p:nvSpPr>
        <p:spPr>
          <a:xfrm>
            <a:off x="6232260" y="3747502"/>
            <a:ext cx="4970724" cy="2132614"/>
          </a:xfrm>
          <a:custGeom>
            <a:avLst/>
            <a:gdLst>
              <a:gd name="connsiteX0" fmla="*/ 1602767 w 4970724"/>
              <a:gd name="connsiteY0" fmla="*/ 0 h 2132614"/>
              <a:gd name="connsiteX1" fmla="*/ 4970724 w 4970724"/>
              <a:gd name="connsiteY1" fmla="*/ 0 h 2132614"/>
              <a:gd name="connsiteX2" fmla="*/ 4970724 w 4970724"/>
              <a:gd name="connsiteY2" fmla="*/ 2132614 h 2132614"/>
              <a:gd name="connsiteX3" fmla="*/ 0 w 4970724"/>
              <a:gd name="connsiteY3" fmla="*/ 2132614 h 2132614"/>
              <a:gd name="connsiteX4" fmla="*/ 0 w 4970724"/>
              <a:gd name="connsiteY4" fmla="*/ 1119077 h 2132614"/>
              <a:gd name="connsiteX5" fmla="*/ 1602767 w 4970724"/>
              <a:gd name="connsiteY5" fmla="*/ 1119077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1602767" y="0"/>
                </a:moveTo>
                <a:lnTo>
                  <a:pt x="4970724" y="0"/>
                </a:lnTo>
                <a:lnTo>
                  <a:pt x="4970724" y="2132614"/>
                </a:lnTo>
                <a:lnTo>
                  <a:pt x="0" y="2132614"/>
                </a:lnTo>
                <a:lnTo>
                  <a:pt x="0" y="1119077"/>
                </a:lnTo>
                <a:lnTo>
                  <a:pt x="1602767" y="1119077"/>
                </a:lnTo>
                <a:close/>
              </a:path>
            </a:pathLst>
          </a:custGeom>
          <a:solidFill>
            <a:schemeClr val="bg1">
              <a:lumMod val="85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01CCA206-C726-4930-8059-66751EC1483B}"/>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GB"/>
          </a:p>
        </p:txBody>
      </p:sp>
      <p:sp>
        <p:nvSpPr>
          <p:cNvPr id="4" name="Content Placeholder 3">
            <a:extLst>
              <a:ext uri="{FF2B5EF4-FFF2-40B4-BE49-F238E27FC236}">
                <a16:creationId xmlns:a16="http://schemas.microsoft.com/office/drawing/2014/main" id="{B49FE0EB-C435-5FB3-FCE5-D3B348E2ACAE}"/>
              </a:ext>
            </a:extLst>
          </p:cNvPr>
          <p:cNvSpPr>
            <a:spLocks noGrp="1"/>
          </p:cNvSpPr>
          <p:nvPr>
            <p:ph sz="quarter" idx="57"/>
          </p:nvPr>
        </p:nvSpPr>
        <p:spPr>
          <a:xfrm>
            <a:off x="4570413" y="2546350"/>
            <a:ext cx="3049649" cy="2132013"/>
          </a:xfrm>
          <a:solidFill>
            <a:schemeClr val="accent1"/>
          </a:solidFill>
          <a:ln>
            <a:noFill/>
          </a:ln>
        </p:spPr>
        <p:txBody>
          <a:bodyPr vert="horz" lIns="108000" tIns="108000" rIns="108000" bIns="108000" rtlCol="0" anchor="ctr" anchorCtr="1">
            <a:noAutofit/>
          </a:bodyPr>
          <a:lstStyle>
            <a:lvl1pPr algn="ctr">
              <a:defRPr lang="en-US" dirty="0" smtClean="0">
                <a:solidFill>
                  <a:schemeClr val="bg1"/>
                </a:solidFill>
                <a:cs typeface="Arial" panose="020B0604020202020204" pitchFamily="34" charset="0"/>
              </a:defRPr>
            </a:lvl1pPr>
            <a:lvl2pPr algn="ctr">
              <a:defRPr lang="en-US" dirty="0" smtClean="0">
                <a:solidFill>
                  <a:schemeClr val="bg1"/>
                </a:solidFill>
              </a:defRPr>
            </a:lvl2pPr>
            <a:lvl3pPr algn="ctr">
              <a:defRPr lang="en-US" dirty="0" smtClean="0">
                <a:solidFill>
                  <a:schemeClr val="bg1"/>
                </a:solidFill>
              </a:defRPr>
            </a:lvl3pPr>
            <a:lvl4pPr algn="ctr">
              <a:defRPr lang="en-US" dirty="0" smtClean="0">
                <a:solidFill>
                  <a:schemeClr val="bg1"/>
                </a:solidFill>
              </a:defRPr>
            </a:lvl4pPr>
            <a:lvl5pPr algn="ctr">
              <a:defRPr lang="en-US" dirty="0">
                <a:solidFill>
                  <a:schemeClr val="bg1"/>
                </a:solidFill>
              </a:defRPr>
            </a:lvl5pPr>
          </a:lstStyle>
          <a:p>
            <a:pPr lvl="0" algn="ctr"/>
            <a:r>
              <a:rPr lang="en-US"/>
              <a:t>Click to edit Master text styles</a:t>
            </a:r>
          </a:p>
        </p:txBody>
      </p:sp>
    </p:spTree>
    <p:extLst>
      <p:ext uri="{BB962C8B-B14F-4D97-AF65-F5344CB8AC3E}">
        <p14:creationId xmlns:p14="http://schemas.microsoft.com/office/powerpoint/2010/main" val="3599468458"/>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Content - 2 Column + Blue Heading">
    <p:spTree>
      <p:nvGrpSpPr>
        <p:cNvPr id="1" name=""/>
        <p:cNvGrpSpPr/>
        <p:nvPr/>
      </p:nvGrpSpPr>
      <p:grpSpPr>
        <a:xfrm>
          <a:off x="0" y="0"/>
          <a:ext cx="0" cy="0"/>
          <a:chOff x="0" y="0"/>
          <a:chExt cx="0" cy="0"/>
        </a:xfrm>
      </p:grpSpPr>
      <p:sp>
        <p:nvSpPr>
          <p:cNvPr id="20" name="Text Placeholder 8"/>
          <p:cNvSpPr>
            <a:spLocks noGrp="1"/>
          </p:cNvSpPr>
          <p:nvPr>
            <p:ph type="body" sz="quarter" idx="20"/>
          </p:nvPr>
        </p:nvSpPr>
        <p:spPr>
          <a:xfrm>
            <a:off x="1003200" y="1331913"/>
            <a:ext cx="4968000" cy="388800"/>
          </a:xfrm>
          <a:solidFill>
            <a:schemeClr val="accent2"/>
          </a:solidFill>
          <a:ln w="12700">
            <a:noFill/>
          </a:ln>
        </p:spPr>
        <p:txBody>
          <a:bodyPr lIns="108000" tIns="108000" rIns="108000" bIns="108000" anchor="ctr"/>
          <a:lstStyle>
            <a:lvl1pPr>
              <a:defRPr sz="1600" b="1">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7" name="Text Placeholder 8"/>
          <p:cNvSpPr>
            <a:spLocks noGrp="1"/>
          </p:cNvSpPr>
          <p:nvPr>
            <p:ph type="body" sz="quarter" idx="22"/>
          </p:nvPr>
        </p:nvSpPr>
        <p:spPr>
          <a:xfrm>
            <a:off x="6236040" y="1331913"/>
            <a:ext cx="4968000" cy="388800"/>
          </a:xfrm>
          <a:solidFill>
            <a:schemeClr val="accent2"/>
          </a:solidFill>
          <a:ln w="12700">
            <a:noFill/>
          </a:ln>
        </p:spPr>
        <p:txBody>
          <a:bodyPr lIns="108000" tIns="108000" rIns="108000" bIns="108000" anchor="ctr"/>
          <a:lstStyle>
            <a:lvl1pPr>
              <a:defRPr sz="1600" b="1">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C76913D-77B2-43C9-9A9E-B86D68E16B7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D2A5EBE6-C4EB-3D63-4351-4FBEA06A0BC6}"/>
              </a:ext>
            </a:extLst>
          </p:cNvPr>
          <p:cNvSpPr>
            <a:spLocks noGrp="1"/>
          </p:cNvSpPr>
          <p:nvPr>
            <p:ph sz="quarter" idx="23"/>
          </p:nvPr>
        </p:nvSpPr>
        <p:spPr>
          <a:xfrm>
            <a:off x="1002588" y="1720850"/>
            <a:ext cx="4968000" cy="4156074"/>
          </a:xfrm>
          <a:solidFill>
            <a:schemeClr val="bg1">
              <a:lumMod val="85000"/>
            </a:schemeClr>
          </a:solidFill>
          <a:ln w="12700">
            <a:noFill/>
          </a:ln>
        </p:spPr>
        <p:txBody>
          <a:bodyPr vert="horz" lIns="108000" tIns="108000" rIns="108000" bIns="108000" rtlCol="0" anchor="t" anchorCtr="0">
            <a:noAutofit/>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0E5B1772-E65F-A92F-6EE3-3FB7C60E2E13}"/>
              </a:ext>
            </a:extLst>
          </p:cNvPr>
          <p:cNvSpPr>
            <a:spLocks noGrp="1"/>
          </p:cNvSpPr>
          <p:nvPr>
            <p:ph sz="quarter" idx="24"/>
          </p:nvPr>
        </p:nvSpPr>
        <p:spPr>
          <a:xfrm>
            <a:off x="6240394" y="1720850"/>
            <a:ext cx="4968000" cy="4156074"/>
          </a:xfrm>
          <a:solidFill>
            <a:schemeClr val="bg1">
              <a:lumMod val="85000"/>
            </a:schemeClr>
          </a:solidFill>
          <a:ln w="12700">
            <a:noFill/>
          </a:ln>
        </p:spPr>
        <p:txBody>
          <a:bodyPr vert="horz" lIns="108000" tIns="108000" rIns="108000" bIns="108000" rtlCol="0" anchor="t" anchorCtr="0">
            <a:noAutofit/>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77270997"/>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Content - Four Boxes + headings">
    <p:spTree>
      <p:nvGrpSpPr>
        <p:cNvPr id="1" name=""/>
        <p:cNvGrpSpPr/>
        <p:nvPr/>
      </p:nvGrpSpPr>
      <p:grpSpPr>
        <a:xfrm>
          <a:off x="0" y="0"/>
          <a:ext cx="0" cy="0"/>
          <a:chOff x="0" y="0"/>
          <a:chExt cx="0" cy="0"/>
        </a:xfrm>
      </p:grpSpPr>
      <p:sp>
        <p:nvSpPr>
          <p:cNvPr id="13" name="Text Placeholder 8"/>
          <p:cNvSpPr>
            <a:spLocks noGrp="1"/>
          </p:cNvSpPr>
          <p:nvPr>
            <p:ph type="body" sz="quarter" idx="19"/>
          </p:nvPr>
        </p:nvSpPr>
        <p:spPr>
          <a:xfrm>
            <a:off x="1003200" y="1720714"/>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p:cNvSpPr>
            <a:spLocks noGrp="1"/>
          </p:cNvSpPr>
          <p:nvPr>
            <p:ph type="body" sz="quarter" idx="20"/>
          </p:nvPr>
        </p:nvSpPr>
        <p:spPr>
          <a:xfrm>
            <a:off x="1003200" y="1331913"/>
            <a:ext cx="4968000" cy="388800"/>
          </a:xfrm>
          <a:solidFill>
            <a:schemeClr val="accent2"/>
          </a:solidFill>
          <a:ln w="12700">
            <a:noFill/>
          </a:ln>
        </p:spPr>
        <p:txBody>
          <a:bodyPr lIns="108000" tIns="108000" rIns="108000" bIns="108000" anchor="ctr"/>
          <a:lstStyle>
            <a:lvl1pPr>
              <a:defRPr sz="1600" b="1">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5" name="Text Placeholder 8"/>
          <p:cNvSpPr>
            <a:spLocks noGrp="1"/>
          </p:cNvSpPr>
          <p:nvPr>
            <p:ph type="body" sz="quarter" idx="21"/>
          </p:nvPr>
        </p:nvSpPr>
        <p:spPr>
          <a:xfrm>
            <a:off x="6236040" y="1720714"/>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p:cNvSpPr>
            <a:spLocks noGrp="1"/>
          </p:cNvSpPr>
          <p:nvPr>
            <p:ph type="body" sz="quarter" idx="22"/>
          </p:nvPr>
        </p:nvSpPr>
        <p:spPr>
          <a:xfrm>
            <a:off x="6236040" y="1331913"/>
            <a:ext cx="4968000" cy="388800"/>
          </a:xfrm>
          <a:solidFill>
            <a:schemeClr val="accent2"/>
          </a:solidFill>
          <a:ln w="12700">
            <a:noFill/>
          </a:ln>
        </p:spPr>
        <p:txBody>
          <a:bodyPr lIns="108000" tIns="108000" rIns="108000" bIns="108000" anchor="ctr"/>
          <a:lstStyle>
            <a:lvl1pPr>
              <a:defRPr sz="1600" b="1">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1" name="Text Placeholder 8"/>
          <p:cNvSpPr>
            <a:spLocks noGrp="1"/>
          </p:cNvSpPr>
          <p:nvPr>
            <p:ph type="body" sz="quarter" idx="23"/>
          </p:nvPr>
        </p:nvSpPr>
        <p:spPr>
          <a:xfrm>
            <a:off x="1003200" y="4130720"/>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8"/>
          <p:cNvSpPr>
            <a:spLocks noGrp="1"/>
          </p:cNvSpPr>
          <p:nvPr>
            <p:ph type="body" sz="quarter" idx="24"/>
          </p:nvPr>
        </p:nvSpPr>
        <p:spPr>
          <a:xfrm>
            <a:off x="1003200" y="3741920"/>
            <a:ext cx="4968000" cy="388800"/>
          </a:xfrm>
          <a:solidFill>
            <a:schemeClr val="accent2"/>
          </a:solidFill>
          <a:ln w="12700">
            <a:noFill/>
          </a:ln>
        </p:spPr>
        <p:txBody>
          <a:bodyPr lIns="108000" tIns="108000" rIns="108000" bIns="108000" anchor="ctr"/>
          <a:lstStyle>
            <a:lvl1pPr>
              <a:defRPr sz="1600" b="1">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3" name="Text Placeholder 8"/>
          <p:cNvSpPr>
            <a:spLocks noGrp="1"/>
          </p:cNvSpPr>
          <p:nvPr>
            <p:ph type="body" sz="quarter" idx="25"/>
          </p:nvPr>
        </p:nvSpPr>
        <p:spPr>
          <a:xfrm>
            <a:off x="6236040" y="4130720"/>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4" name="Text Placeholder 8"/>
          <p:cNvSpPr>
            <a:spLocks noGrp="1"/>
          </p:cNvSpPr>
          <p:nvPr>
            <p:ph type="body" sz="quarter" idx="26"/>
          </p:nvPr>
        </p:nvSpPr>
        <p:spPr>
          <a:xfrm>
            <a:off x="6236040" y="3741920"/>
            <a:ext cx="4968000" cy="388800"/>
          </a:xfrm>
          <a:solidFill>
            <a:schemeClr val="accent2"/>
          </a:solidFill>
          <a:ln w="12700">
            <a:noFill/>
          </a:ln>
        </p:spPr>
        <p:txBody>
          <a:bodyPr lIns="108000" tIns="108000" rIns="108000" bIns="108000" anchor="ctr"/>
          <a:lstStyle>
            <a:lvl1pPr>
              <a:defRPr sz="1600" b="1">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EF8E881-FC4C-4F00-9389-FF3C71D7CB7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983227808"/>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Section Break 1">
    <p:bg>
      <p:bgPr>
        <a:solidFill>
          <a:schemeClr val="accent2"/>
        </a:solidFill>
        <a:effectLst/>
      </p:bgPr>
    </p:bg>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79D65585-570B-4F7D-B4BC-0F7CFAF52BAF}"/>
              </a:ext>
            </a:extLst>
          </p:cNvPr>
          <p:cNvSpPr>
            <a:spLocks noChangeAspect="1"/>
          </p:cNvSpPr>
          <p:nvPr userDrawn="1"/>
        </p:nvSpPr>
        <p:spPr>
          <a:xfrm>
            <a:off x="998476" y="971550"/>
            <a:ext cx="7061787" cy="494325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5252400" cy="2367199"/>
          </a:xfrm>
          <a:noFill/>
        </p:spPr>
        <p:txBody>
          <a:bodyPr lIns="0" tIns="0" rIns="0" bIns="0" anchor="t" anchorCtr="0"/>
          <a:lstStyle>
            <a:lvl1pPr algn="l">
              <a:defRPr sz="8000" baseline="0">
                <a:solidFill>
                  <a:schemeClr val="bg1"/>
                </a:solidFill>
              </a:defRPr>
            </a:lvl1pPr>
          </a:lstStyle>
          <a:p>
            <a:r>
              <a:rPr lang="en-US"/>
              <a:t>Click to edit Master title style</a:t>
            </a:r>
          </a:p>
        </p:txBody>
      </p:sp>
      <p:sp>
        <p:nvSpPr>
          <p:cNvPr id="12" name="Text Placeholder 3">
            <a:extLst>
              <a:ext uri="{FF2B5EF4-FFF2-40B4-BE49-F238E27FC236}">
                <a16:creationId xmlns:a16="http://schemas.microsoft.com/office/drawing/2014/main" id="{9BE67C5C-769B-4AEA-A1B7-EFD4A3AA2397}"/>
              </a:ext>
            </a:extLst>
          </p:cNvPr>
          <p:cNvSpPr>
            <a:spLocks noGrp="1"/>
          </p:cNvSpPr>
          <p:nvPr>
            <p:ph type="body" sz="quarter" idx="11"/>
          </p:nvPr>
        </p:nvSpPr>
        <p:spPr>
          <a:xfrm>
            <a:off x="1289860" y="5308261"/>
            <a:ext cx="5252400" cy="246221"/>
          </a:xfrm>
        </p:spPr>
        <p:txBody>
          <a:bodyPr wrap="square" anchor="b">
            <a:spAutoFit/>
          </a:bodyPr>
          <a:lstStyle>
            <a:lvl1pPr>
              <a:defRPr sz="1600" b="1">
                <a:solidFill>
                  <a:schemeClr val="bg1"/>
                </a:solidFill>
              </a:defRPr>
            </a:lvl1pPr>
            <a:lvl2pPr>
              <a:defRPr sz="16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
        <p:nvSpPr>
          <p:cNvPr id="4" name="Text Placeholder 3">
            <a:extLst>
              <a:ext uri="{FF2B5EF4-FFF2-40B4-BE49-F238E27FC236}">
                <a16:creationId xmlns:a16="http://schemas.microsoft.com/office/drawing/2014/main" id="{B5E8B0BD-68A6-4AD8-A640-99B893F06320}"/>
              </a:ext>
            </a:extLst>
          </p:cNvPr>
          <p:cNvSpPr>
            <a:spLocks noGrp="1"/>
          </p:cNvSpPr>
          <p:nvPr>
            <p:ph type="body" sz="quarter" idx="12" hasCustomPrompt="1"/>
          </p:nvPr>
        </p:nvSpPr>
        <p:spPr>
          <a:xfrm>
            <a:off x="1289860" y="1140069"/>
            <a:ext cx="1082675" cy="812530"/>
          </a:xfrm>
        </p:spPr>
        <p:txBody>
          <a:bodyPr>
            <a:spAutoFit/>
          </a:bodyPr>
          <a:lstStyle>
            <a:lvl1pPr>
              <a:lnSpc>
                <a:spcPct val="80000"/>
              </a:lnSpc>
              <a:defRPr lang="en-US" sz="6600" kern="1200" baseline="0" dirty="0" smtClean="0">
                <a:solidFill>
                  <a:schemeClr val="bg1"/>
                </a:solidFill>
                <a:latin typeface="+mj-lt"/>
                <a:ea typeface="+mj-ea"/>
                <a:cs typeface="+mj-cs"/>
              </a:defRPr>
            </a:lvl1pPr>
          </a:lstStyle>
          <a:p>
            <a:pPr lvl="0"/>
            <a:r>
              <a:rPr lang="en-US"/>
              <a:t>00</a:t>
            </a:r>
          </a:p>
        </p:txBody>
      </p:sp>
    </p:spTree>
    <p:extLst>
      <p:ext uri="{BB962C8B-B14F-4D97-AF65-F5344CB8AC3E}">
        <p14:creationId xmlns:p14="http://schemas.microsoft.com/office/powerpoint/2010/main" val="2007340253"/>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userDrawn="1">
  <p:cSld name="Section break 2">
    <p:bg>
      <p:bgPr>
        <a:gradFill flip="none" rotWithShape="1">
          <a:gsLst>
            <a:gs pos="0">
              <a:schemeClr val="accent5"/>
            </a:gs>
            <a:gs pos="100000">
              <a:schemeClr val="accent1"/>
            </a:gs>
          </a:gsLst>
          <a:lin ang="0" scaled="0"/>
          <a:tileRect/>
        </a:gra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BAF31653-DA95-4567-9106-71E1E49BA627}"/>
              </a:ext>
            </a:extLst>
          </p:cNvPr>
          <p:cNvSpPr>
            <a:spLocks noChangeAspect="1"/>
          </p:cNvSpPr>
          <p:nvPr userDrawn="1"/>
        </p:nvSpPr>
        <p:spPr>
          <a:xfrm>
            <a:off x="998476" y="971550"/>
            <a:ext cx="7061787" cy="4943250"/>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60" name="Text Placeholder 3">
            <a:extLst>
              <a:ext uri="{FF2B5EF4-FFF2-40B4-BE49-F238E27FC236}">
                <a16:creationId xmlns:a16="http://schemas.microsoft.com/office/drawing/2014/main" id="{2925CE2F-8945-49DE-BCC2-8BCACF480E4F}"/>
              </a:ext>
            </a:extLst>
          </p:cNvPr>
          <p:cNvSpPr>
            <a:spLocks noGrp="1"/>
          </p:cNvSpPr>
          <p:nvPr>
            <p:ph type="body" sz="quarter" idx="13"/>
          </p:nvPr>
        </p:nvSpPr>
        <p:spPr>
          <a:xfrm>
            <a:off x="1289860" y="5308261"/>
            <a:ext cx="5252400" cy="246221"/>
          </a:xfrm>
        </p:spPr>
        <p:txBody>
          <a:bodyPr wrap="square" anchor="b">
            <a:spAutoFit/>
          </a:bodyPr>
          <a:lstStyle>
            <a:lvl1pPr>
              <a:defRPr sz="1600" b="1">
                <a:solidFill>
                  <a:schemeClr val="accent2"/>
                </a:solidFill>
              </a:defRPr>
            </a:lvl1pPr>
            <a:lvl2pPr>
              <a:defRPr sz="1600">
                <a:solidFill>
                  <a:schemeClr val="accent2"/>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
        <p:nvSpPr>
          <p:cNvPr id="61" name="Text Placeholder 3">
            <a:extLst>
              <a:ext uri="{FF2B5EF4-FFF2-40B4-BE49-F238E27FC236}">
                <a16:creationId xmlns:a16="http://schemas.microsoft.com/office/drawing/2014/main" id="{C346F2F1-AF73-4284-8702-745152AF5399}"/>
              </a:ext>
            </a:extLst>
          </p:cNvPr>
          <p:cNvSpPr>
            <a:spLocks noGrp="1"/>
          </p:cNvSpPr>
          <p:nvPr>
            <p:ph type="body" sz="quarter" idx="14" hasCustomPrompt="1"/>
          </p:nvPr>
        </p:nvSpPr>
        <p:spPr>
          <a:xfrm>
            <a:off x="1289860" y="1140069"/>
            <a:ext cx="1082675" cy="812530"/>
          </a:xfrm>
        </p:spPr>
        <p:txBody>
          <a:bodyPr>
            <a:spAutoFit/>
          </a:bodyPr>
          <a:lstStyle>
            <a:lvl1pPr>
              <a:lnSpc>
                <a:spcPct val="80000"/>
              </a:lnSpc>
              <a:defRPr lang="en-US" sz="6600" kern="1200" baseline="0" dirty="0" smtClean="0">
                <a:solidFill>
                  <a:schemeClr val="accent2"/>
                </a:solidFill>
                <a:latin typeface="+mj-lt"/>
                <a:ea typeface="+mj-ea"/>
                <a:cs typeface="+mj-cs"/>
              </a:defRPr>
            </a:lvl1pPr>
          </a:lstStyle>
          <a:p>
            <a:pPr lvl="0"/>
            <a:r>
              <a:rPr lang="en-US"/>
              <a:t>00</a:t>
            </a: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5252400" cy="2367199"/>
          </a:xfrm>
          <a:noFill/>
        </p:spPr>
        <p:txBody>
          <a:bodyPr lIns="0" tIns="0" rIns="0" bIns="0" anchor="t" anchorCtr="0"/>
          <a:lstStyle>
            <a:lvl1pPr algn="l">
              <a:defRPr sz="8000" baseline="0">
                <a:solidFill>
                  <a:schemeClr val="accent2"/>
                </a:solidFill>
              </a:defRPr>
            </a:lvl1pPr>
          </a:lstStyle>
          <a:p>
            <a:r>
              <a:rPr lang="en-US"/>
              <a:t>Click to edit Master title style</a:t>
            </a:r>
          </a:p>
        </p:txBody>
      </p:sp>
    </p:spTree>
    <p:extLst>
      <p:ext uri="{BB962C8B-B14F-4D97-AF65-F5344CB8AC3E}">
        <p14:creationId xmlns:p14="http://schemas.microsoft.com/office/powerpoint/2010/main" val="3754359651"/>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Section Break 3">
    <p:bg>
      <p:bgPr>
        <a:solidFill>
          <a:schemeClr val="accent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EA87A788-0BF5-4419-BCFC-809F6D2E93AA}"/>
              </a:ext>
            </a:extLst>
          </p:cNvPr>
          <p:cNvSpPr>
            <a:spLocks noChangeAspect="1"/>
          </p:cNvSpPr>
          <p:nvPr userDrawn="1"/>
        </p:nvSpPr>
        <p:spPr>
          <a:xfrm>
            <a:off x="998476" y="971550"/>
            <a:ext cx="7061787" cy="4943250"/>
          </a:xfrm>
          <a:prstGeom prst="rect">
            <a:avLst/>
          </a:prstGeom>
          <a:gradFill>
            <a:gsLst>
              <a:gs pos="0">
                <a:schemeClr val="accent4"/>
              </a:gs>
              <a:gs pos="100000">
                <a:srgbClr val="ACEAFF"/>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5252400" cy="2367199"/>
          </a:xfrm>
          <a:noFill/>
        </p:spPr>
        <p:txBody>
          <a:bodyPr lIns="0" tIns="0" rIns="0" bIns="0" anchor="t" anchorCtr="0"/>
          <a:lstStyle>
            <a:lvl1pPr algn="l">
              <a:defRPr sz="8000" baseline="0">
                <a:solidFill>
                  <a:schemeClr val="accent2"/>
                </a:solidFill>
              </a:defRPr>
            </a:lvl1pPr>
          </a:lstStyle>
          <a:p>
            <a:r>
              <a:rPr lang="en-US"/>
              <a:t>Click to edit Master title style</a:t>
            </a:r>
          </a:p>
        </p:txBody>
      </p:sp>
      <p:sp>
        <p:nvSpPr>
          <p:cNvPr id="60" name="Text Placeholder 3">
            <a:extLst>
              <a:ext uri="{FF2B5EF4-FFF2-40B4-BE49-F238E27FC236}">
                <a16:creationId xmlns:a16="http://schemas.microsoft.com/office/drawing/2014/main" id="{5F7723F4-8321-43A3-962F-3DEEE5C6DEAE}"/>
              </a:ext>
            </a:extLst>
          </p:cNvPr>
          <p:cNvSpPr>
            <a:spLocks noGrp="1"/>
          </p:cNvSpPr>
          <p:nvPr>
            <p:ph type="body" sz="quarter" idx="13"/>
          </p:nvPr>
        </p:nvSpPr>
        <p:spPr>
          <a:xfrm>
            <a:off x="1289860" y="5308261"/>
            <a:ext cx="5252400" cy="246221"/>
          </a:xfrm>
        </p:spPr>
        <p:txBody>
          <a:bodyPr wrap="square" anchor="b">
            <a:spAutoFit/>
          </a:bodyPr>
          <a:lstStyle>
            <a:lvl1pPr>
              <a:defRPr sz="1600" b="1">
                <a:solidFill>
                  <a:schemeClr val="accent2"/>
                </a:solidFill>
              </a:defRPr>
            </a:lvl1pPr>
            <a:lvl2pPr>
              <a:defRPr sz="1600">
                <a:solidFill>
                  <a:schemeClr val="accent2"/>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
        <p:nvSpPr>
          <p:cNvPr id="61" name="Text Placeholder 3">
            <a:extLst>
              <a:ext uri="{FF2B5EF4-FFF2-40B4-BE49-F238E27FC236}">
                <a16:creationId xmlns:a16="http://schemas.microsoft.com/office/drawing/2014/main" id="{17B18B8B-EB09-48D8-AC31-3A9DFAC0B74C}"/>
              </a:ext>
            </a:extLst>
          </p:cNvPr>
          <p:cNvSpPr>
            <a:spLocks noGrp="1"/>
          </p:cNvSpPr>
          <p:nvPr>
            <p:ph type="body" sz="quarter" idx="14" hasCustomPrompt="1"/>
          </p:nvPr>
        </p:nvSpPr>
        <p:spPr>
          <a:xfrm>
            <a:off x="1289860" y="1140069"/>
            <a:ext cx="1082675" cy="812530"/>
          </a:xfrm>
        </p:spPr>
        <p:txBody>
          <a:bodyPr>
            <a:spAutoFit/>
          </a:bodyPr>
          <a:lstStyle>
            <a:lvl1pPr>
              <a:lnSpc>
                <a:spcPct val="80000"/>
              </a:lnSpc>
              <a:defRPr lang="en-US" sz="6600" kern="1200" baseline="0" dirty="0" smtClean="0">
                <a:solidFill>
                  <a:schemeClr val="accent2"/>
                </a:solidFill>
                <a:latin typeface="+mj-lt"/>
                <a:ea typeface="+mj-ea"/>
                <a:cs typeface="+mj-cs"/>
              </a:defRPr>
            </a:lvl1pPr>
          </a:lstStyle>
          <a:p>
            <a:pPr lvl="0"/>
            <a:r>
              <a:rPr lang="en-US"/>
              <a:t>00</a:t>
            </a:r>
          </a:p>
        </p:txBody>
      </p:sp>
    </p:spTree>
    <p:extLst>
      <p:ext uri="{BB962C8B-B14F-4D97-AF65-F5344CB8AC3E}">
        <p14:creationId xmlns:p14="http://schemas.microsoft.com/office/powerpoint/2010/main" val="162014787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Closing layout">
    <p:spTree>
      <p:nvGrpSpPr>
        <p:cNvPr id="1" name=""/>
        <p:cNvGrpSpPr/>
        <p:nvPr/>
      </p:nvGrpSpPr>
      <p:grpSpPr>
        <a:xfrm>
          <a:off x="0" y="0"/>
          <a:ext cx="0" cy="0"/>
          <a:chOff x="0" y="0"/>
          <a:chExt cx="0" cy="0"/>
        </a:xfrm>
      </p:grpSpPr>
      <p:sp>
        <p:nvSpPr>
          <p:cNvPr id="14" name="Text Placeholder 2">
            <a:extLst>
              <a:ext uri="{FF2B5EF4-FFF2-40B4-BE49-F238E27FC236}">
                <a16:creationId xmlns:a16="http://schemas.microsoft.com/office/drawing/2014/main" id="{F36415CC-18EE-44C6-AA6A-0C70BEB38184}"/>
              </a:ext>
            </a:extLst>
          </p:cNvPr>
          <p:cNvSpPr>
            <a:spLocks noGrp="1"/>
          </p:cNvSpPr>
          <p:nvPr>
            <p:ph type="body" sz="quarter" idx="10"/>
          </p:nvPr>
        </p:nvSpPr>
        <p:spPr>
          <a:xfrm>
            <a:off x="741301" y="4240696"/>
            <a:ext cx="5748399" cy="1854200"/>
          </a:xfrm>
        </p:spPr>
        <p:txBody>
          <a:bodyPr anchor="b"/>
          <a:lstStyle>
            <a:lvl1pPr>
              <a:spcAft>
                <a:spcPts val="1000"/>
              </a:spcAft>
              <a:defRPr lang="en-US" sz="900" b="0" kern="1200" dirty="0" smtClean="0">
                <a:solidFill>
                  <a:schemeClr val="bg1">
                    <a:lumMod val="65000"/>
                  </a:schemeClr>
                </a:solidFill>
                <a:latin typeface="+mn-lt"/>
                <a:ea typeface="+mn-ea"/>
                <a:cs typeface="+mn-cs"/>
              </a:defRPr>
            </a:lvl1pPr>
            <a:lvl2pPr>
              <a:spcAft>
                <a:spcPts val="1000"/>
              </a:spcAft>
              <a:defRPr sz="900" b="0">
                <a:solidFill>
                  <a:schemeClr val="tx1"/>
                </a:solidFill>
              </a:defRPr>
            </a:lvl2pPr>
          </a:lstStyle>
          <a:p>
            <a:pPr marL="0" lvl="0" indent="0" algn="l" defTabSz="685766" rtl="0" eaLnBrk="1" latinLnBrk="0" hangingPunct="1">
              <a:lnSpc>
                <a:spcPct val="100000"/>
              </a:lnSpc>
              <a:spcBef>
                <a:spcPts val="0"/>
              </a:spcBef>
              <a:spcAft>
                <a:spcPts val="600"/>
              </a:spcAft>
              <a:buFontTx/>
              <a:buNone/>
            </a:pPr>
            <a:r>
              <a:rPr lang="en-US"/>
              <a:t>Click to edit Master text styles</a:t>
            </a:r>
          </a:p>
          <a:p>
            <a:pPr marL="0" lvl="1" indent="0" algn="l" defTabSz="685766" rtl="0" eaLnBrk="1" latinLnBrk="0" hangingPunct="1">
              <a:lnSpc>
                <a:spcPct val="100000"/>
              </a:lnSpc>
              <a:spcBef>
                <a:spcPts val="0"/>
              </a:spcBef>
              <a:spcAft>
                <a:spcPts val="600"/>
              </a:spcAft>
              <a:buFontTx/>
              <a:buNone/>
            </a:pPr>
            <a:r>
              <a:rPr lang="en-US"/>
              <a:t>Second level</a:t>
            </a:r>
          </a:p>
        </p:txBody>
      </p:sp>
      <p:pic>
        <p:nvPicPr>
          <p:cNvPr id="23" name="Graphic 22">
            <a:extLst>
              <a:ext uri="{FF2B5EF4-FFF2-40B4-BE49-F238E27FC236}">
                <a16:creationId xmlns:a16="http://schemas.microsoft.com/office/drawing/2014/main" id="{BB7DCF77-C63C-4BBE-88C9-6A8B122B820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
        <p:nvSpPr>
          <p:cNvPr id="3" name="TextBox 2">
            <a:extLst>
              <a:ext uri="{FF2B5EF4-FFF2-40B4-BE49-F238E27FC236}">
                <a16:creationId xmlns:a16="http://schemas.microsoft.com/office/drawing/2014/main" id="{4A81CA90-D592-C9D2-D312-E24E59BEEAD5}"/>
              </a:ext>
            </a:extLst>
          </p:cNvPr>
          <p:cNvSpPr txBox="1"/>
          <p:nvPr userDrawn="1"/>
        </p:nvSpPr>
        <p:spPr>
          <a:xfrm>
            <a:off x="741301" y="3824579"/>
            <a:ext cx="1112108" cy="161583"/>
          </a:xfrm>
          <a:prstGeom prst="rect">
            <a:avLst/>
          </a:prstGeom>
          <a:noFill/>
        </p:spPr>
        <p:txBody>
          <a:bodyPr wrap="square" lIns="0" tIns="0" rIns="0" bIns="0">
            <a:spAutoFit/>
          </a:bodyPr>
          <a:lstStyle/>
          <a:p>
            <a:pPr marR="0">
              <a:spcBef>
                <a:spcPts val="0"/>
              </a:spcBef>
              <a:spcAft>
                <a:spcPts val="0"/>
              </a:spcAft>
            </a:pPr>
            <a:r>
              <a:rPr lang="en-US" sz="1050" b="1">
                <a:solidFill>
                  <a:schemeClr val="tx2"/>
                </a:solidFill>
                <a:effectLst/>
                <a:ea typeface="Calibri" panose="020F0502020204030204" pitchFamily="34" charset="0"/>
              </a:rPr>
              <a:t>Learn about us:</a:t>
            </a:r>
          </a:p>
        </p:txBody>
      </p:sp>
      <p:sp>
        <p:nvSpPr>
          <p:cNvPr id="4" name="Freeform: Shape 3">
            <a:extLst>
              <a:ext uri="{FF2B5EF4-FFF2-40B4-BE49-F238E27FC236}">
                <a16:creationId xmlns:a16="http://schemas.microsoft.com/office/drawing/2014/main" id="{4A9FA3A8-95F7-342F-0770-F1DF6F57C670}"/>
              </a:ext>
            </a:extLst>
          </p:cNvPr>
          <p:cNvSpPr/>
          <p:nvPr userDrawn="1"/>
        </p:nvSpPr>
        <p:spPr>
          <a:xfrm>
            <a:off x="1914717" y="3715275"/>
            <a:ext cx="380190" cy="380190"/>
          </a:xfrm>
          <a:custGeom>
            <a:avLst/>
            <a:gdLst>
              <a:gd name="connsiteX0" fmla="*/ 192044 w 207146"/>
              <a:gd name="connsiteY0" fmla="*/ 0 h 207146"/>
              <a:gd name="connsiteX1" fmla="*/ 15251 w 207146"/>
              <a:gd name="connsiteY1" fmla="*/ 0 h 207146"/>
              <a:gd name="connsiteX2" fmla="*/ 0 w 207146"/>
              <a:gd name="connsiteY2" fmla="*/ 15251 h 207146"/>
              <a:gd name="connsiteX3" fmla="*/ 0 w 207146"/>
              <a:gd name="connsiteY3" fmla="*/ 191896 h 207146"/>
              <a:gd name="connsiteX4" fmla="*/ 15251 w 207146"/>
              <a:gd name="connsiteY4" fmla="*/ 207147 h 207146"/>
              <a:gd name="connsiteX5" fmla="*/ 191896 w 207146"/>
              <a:gd name="connsiteY5" fmla="*/ 207147 h 207146"/>
              <a:gd name="connsiteX6" fmla="*/ 207147 w 207146"/>
              <a:gd name="connsiteY6" fmla="*/ 191896 h 207146"/>
              <a:gd name="connsiteX7" fmla="*/ 207147 w 207146"/>
              <a:gd name="connsiteY7" fmla="*/ 15251 h 207146"/>
              <a:gd name="connsiteX8" fmla="*/ 191896 w 207146"/>
              <a:gd name="connsiteY8" fmla="*/ 0 h 207146"/>
              <a:gd name="connsiteX9" fmla="*/ 61892 w 207146"/>
              <a:gd name="connsiteY9" fmla="*/ 176645 h 207146"/>
              <a:gd name="connsiteX10" fmla="*/ 30798 w 207146"/>
              <a:gd name="connsiteY10" fmla="*/ 176645 h 207146"/>
              <a:gd name="connsiteX11" fmla="*/ 30798 w 207146"/>
              <a:gd name="connsiteY11" fmla="*/ 77587 h 207146"/>
              <a:gd name="connsiteX12" fmla="*/ 61892 w 207146"/>
              <a:gd name="connsiteY12" fmla="*/ 77587 h 207146"/>
              <a:gd name="connsiteX13" fmla="*/ 61892 w 207146"/>
              <a:gd name="connsiteY13" fmla="*/ 176645 h 207146"/>
              <a:gd name="connsiteX14" fmla="*/ 46345 w 207146"/>
              <a:gd name="connsiteY14" fmla="*/ 63965 h 207146"/>
              <a:gd name="connsiteX15" fmla="*/ 28429 w 207146"/>
              <a:gd name="connsiteY15" fmla="*/ 46049 h 207146"/>
              <a:gd name="connsiteX16" fmla="*/ 46345 w 207146"/>
              <a:gd name="connsiteY16" fmla="*/ 28133 h 207146"/>
              <a:gd name="connsiteX17" fmla="*/ 64261 w 207146"/>
              <a:gd name="connsiteY17" fmla="*/ 46049 h 207146"/>
              <a:gd name="connsiteX18" fmla="*/ 46345 w 207146"/>
              <a:gd name="connsiteY18" fmla="*/ 63965 h 207146"/>
              <a:gd name="connsiteX19" fmla="*/ 176793 w 207146"/>
              <a:gd name="connsiteY19" fmla="*/ 176793 h 207146"/>
              <a:gd name="connsiteX20" fmla="*/ 145699 w 207146"/>
              <a:gd name="connsiteY20" fmla="*/ 176793 h 207146"/>
              <a:gd name="connsiteX21" fmla="*/ 145699 w 207146"/>
              <a:gd name="connsiteY21" fmla="*/ 122748 h 207146"/>
              <a:gd name="connsiteX22" fmla="*/ 130152 w 207146"/>
              <a:gd name="connsiteY22" fmla="*/ 101871 h 207146"/>
              <a:gd name="connsiteX23" fmla="*/ 111791 w 207146"/>
              <a:gd name="connsiteY23" fmla="*/ 123192 h 207146"/>
              <a:gd name="connsiteX24" fmla="*/ 111791 w 207146"/>
              <a:gd name="connsiteY24" fmla="*/ 176941 h 207146"/>
              <a:gd name="connsiteX25" fmla="*/ 80697 w 207146"/>
              <a:gd name="connsiteY25" fmla="*/ 176941 h 207146"/>
              <a:gd name="connsiteX26" fmla="*/ 80697 w 207146"/>
              <a:gd name="connsiteY26" fmla="*/ 77884 h 207146"/>
              <a:gd name="connsiteX27" fmla="*/ 110607 w 207146"/>
              <a:gd name="connsiteY27" fmla="*/ 77884 h 207146"/>
              <a:gd name="connsiteX28" fmla="*/ 110607 w 207146"/>
              <a:gd name="connsiteY28" fmla="*/ 91654 h 207146"/>
              <a:gd name="connsiteX29" fmla="*/ 111051 w 207146"/>
              <a:gd name="connsiteY29" fmla="*/ 91654 h 207146"/>
              <a:gd name="connsiteX30" fmla="*/ 140664 w 207146"/>
              <a:gd name="connsiteY30" fmla="*/ 75218 h 207146"/>
              <a:gd name="connsiteX31" fmla="*/ 176793 w 207146"/>
              <a:gd name="connsiteY31" fmla="*/ 115789 h 207146"/>
              <a:gd name="connsiteX32" fmla="*/ 176793 w 207146"/>
              <a:gd name="connsiteY32" fmla="*/ 177089 h 207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07146" h="207146">
                <a:moveTo>
                  <a:pt x="192044" y="0"/>
                </a:moveTo>
                <a:lnTo>
                  <a:pt x="15251" y="0"/>
                </a:lnTo>
                <a:cubicBezTo>
                  <a:pt x="6811" y="0"/>
                  <a:pt x="0" y="6811"/>
                  <a:pt x="0" y="15251"/>
                </a:cubicBezTo>
                <a:lnTo>
                  <a:pt x="0" y="191896"/>
                </a:lnTo>
                <a:cubicBezTo>
                  <a:pt x="0" y="200336"/>
                  <a:pt x="6811" y="207147"/>
                  <a:pt x="15251" y="207147"/>
                </a:cubicBezTo>
                <a:lnTo>
                  <a:pt x="191896" y="207147"/>
                </a:lnTo>
                <a:cubicBezTo>
                  <a:pt x="200336" y="207147"/>
                  <a:pt x="207147" y="200336"/>
                  <a:pt x="207147" y="191896"/>
                </a:cubicBezTo>
                <a:lnTo>
                  <a:pt x="207147" y="15251"/>
                </a:lnTo>
                <a:cubicBezTo>
                  <a:pt x="207147" y="6811"/>
                  <a:pt x="200336" y="0"/>
                  <a:pt x="191896" y="0"/>
                </a:cubicBezTo>
                <a:close/>
                <a:moveTo>
                  <a:pt x="61892" y="176645"/>
                </a:moveTo>
                <a:lnTo>
                  <a:pt x="30798" y="176645"/>
                </a:lnTo>
                <a:lnTo>
                  <a:pt x="30798" y="77587"/>
                </a:lnTo>
                <a:lnTo>
                  <a:pt x="61892" y="77587"/>
                </a:lnTo>
                <a:lnTo>
                  <a:pt x="61892" y="176645"/>
                </a:lnTo>
                <a:close/>
                <a:moveTo>
                  <a:pt x="46345" y="63965"/>
                </a:moveTo>
                <a:cubicBezTo>
                  <a:pt x="36425" y="63965"/>
                  <a:pt x="28429" y="56414"/>
                  <a:pt x="28429" y="46049"/>
                </a:cubicBezTo>
                <a:cubicBezTo>
                  <a:pt x="28429" y="35684"/>
                  <a:pt x="36425" y="28133"/>
                  <a:pt x="46345" y="28133"/>
                </a:cubicBezTo>
                <a:cubicBezTo>
                  <a:pt x="56266" y="28133"/>
                  <a:pt x="64261" y="35684"/>
                  <a:pt x="64261" y="46049"/>
                </a:cubicBezTo>
                <a:cubicBezTo>
                  <a:pt x="64261" y="56414"/>
                  <a:pt x="56266" y="63965"/>
                  <a:pt x="46345" y="63965"/>
                </a:cubicBezTo>
                <a:close/>
                <a:moveTo>
                  <a:pt x="176793" y="176793"/>
                </a:moveTo>
                <a:lnTo>
                  <a:pt x="145699" y="176793"/>
                </a:lnTo>
                <a:lnTo>
                  <a:pt x="145699" y="122748"/>
                </a:lnTo>
                <a:cubicBezTo>
                  <a:pt x="145699" y="106757"/>
                  <a:pt x="138888" y="101871"/>
                  <a:pt x="130152" y="101871"/>
                </a:cubicBezTo>
                <a:cubicBezTo>
                  <a:pt x="120971" y="101871"/>
                  <a:pt x="111791" y="108830"/>
                  <a:pt x="111791" y="123192"/>
                </a:cubicBezTo>
                <a:lnTo>
                  <a:pt x="111791" y="176941"/>
                </a:lnTo>
                <a:lnTo>
                  <a:pt x="80697" y="176941"/>
                </a:lnTo>
                <a:lnTo>
                  <a:pt x="80697" y="77884"/>
                </a:lnTo>
                <a:lnTo>
                  <a:pt x="110607" y="77884"/>
                </a:lnTo>
                <a:lnTo>
                  <a:pt x="110607" y="91654"/>
                </a:lnTo>
                <a:lnTo>
                  <a:pt x="111051" y="91654"/>
                </a:lnTo>
                <a:cubicBezTo>
                  <a:pt x="114012" y="85583"/>
                  <a:pt x="124525" y="75218"/>
                  <a:pt x="140664" y="75218"/>
                </a:cubicBezTo>
                <a:cubicBezTo>
                  <a:pt x="157988" y="75218"/>
                  <a:pt x="176793" y="85583"/>
                  <a:pt x="176793" y="115789"/>
                </a:cubicBezTo>
                <a:lnTo>
                  <a:pt x="176793" y="177089"/>
                </a:lnTo>
                <a:close/>
              </a:path>
            </a:pathLst>
          </a:custGeom>
          <a:solidFill>
            <a:srgbClr val="0077B5"/>
          </a:solidFill>
          <a:ln w="14795" cap="flat">
            <a:noFill/>
            <a:prstDash val="solid"/>
            <a:miter/>
          </a:ln>
        </p:spPr>
        <p:txBody>
          <a:bodyPr rtlCol="0" anchor="ctr"/>
          <a:lstStyle/>
          <a:p>
            <a:endParaRPr lang="en-US"/>
          </a:p>
        </p:txBody>
      </p:sp>
      <p:cxnSp>
        <p:nvCxnSpPr>
          <p:cNvPr id="5" name="Straight Connector 4">
            <a:extLst>
              <a:ext uri="{FF2B5EF4-FFF2-40B4-BE49-F238E27FC236}">
                <a16:creationId xmlns:a16="http://schemas.microsoft.com/office/drawing/2014/main" id="{8744A530-441A-2937-9A20-D05EFF740899}"/>
              </a:ext>
            </a:extLst>
          </p:cNvPr>
          <p:cNvCxnSpPr>
            <a:cxnSpLocks/>
          </p:cNvCxnSpPr>
          <p:nvPr userDrawn="1"/>
        </p:nvCxnSpPr>
        <p:spPr>
          <a:xfrm>
            <a:off x="2469922" y="3631050"/>
            <a:ext cx="0" cy="548640"/>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7070DF8-AC8F-E0D1-6890-C6CE330EEC6F}"/>
              </a:ext>
            </a:extLst>
          </p:cNvPr>
          <p:cNvSpPr txBox="1"/>
          <p:nvPr userDrawn="1"/>
        </p:nvSpPr>
        <p:spPr>
          <a:xfrm>
            <a:off x="2644938" y="3824579"/>
            <a:ext cx="1112108" cy="161583"/>
          </a:xfrm>
          <a:prstGeom prst="rect">
            <a:avLst/>
          </a:prstGeom>
          <a:noFill/>
        </p:spPr>
        <p:txBody>
          <a:bodyPr wrap="square" lIns="0" tIns="0" rIns="0" bIns="0">
            <a:spAutoFit/>
          </a:bodyPr>
          <a:lstStyle/>
          <a:p>
            <a:pPr marR="0">
              <a:spcBef>
                <a:spcPts val="0"/>
              </a:spcBef>
              <a:spcAft>
                <a:spcPts val="0"/>
              </a:spcAft>
            </a:pPr>
            <a:r>
              <a:rPr lang="en-US" sz="1050" b="1">
                <a:solidFill>
                  <a:schemeClr val="tx2"/>
                </a:solidFill>
                <a:effectLst/>
                <a:ea typeface="Calibri" panose="020F0502020204030204" pitchFamily="34" charset="0"/>
              </a:rPr>
              <a:t>kpmg.com</a:t>
            </a:r>
          </a:p>
        </p:txBody>
      </p:sp>
    </p:spTree>
    <p:extLst>
      <p:ext uri="{BB962C8B-B14F-4D97-AF65-F5344CB8AC3E}">
        <p14:creationId xmlns:p14="http://schemas.microsoft.com/office/powerpoint/2010/main" val="2906807736"/>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Color palet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724-C137-47F3-B441-6C1B9714F578}"/>
              </a:ext>
            </a:extLst>
          </p:cNvPr>
          <p:cNvSpPr>
            <a:spLocks noGrp="1"/>
          </p:cNvSpPr>
          <p:nvPr>
            <p:ph type="title"/>
          </p:nvPr>
        </p:nvSpPr>
        <p:spPr>
          <a:solidFill>
            <a:schemeClr val="bg1"/>
          </a:solidFill>
        </p:spPr>
        <p:txBody>
          <a:bodyPr/>
          <a:lstStyle/>
          <a:p>
            <a:r>
              <a:rPr lang="en-US"/>
              <a:t>Click to edit Master title style</a:t>
            </a:r>
            <a:endParaRPr lang="en-GB"/>
          </a:p>
        </p:txBody>
      </p:sp>
      <p:sp>
        <p:nvSpPr>
          <p:cNvPr id="4" name="Rectangle 3">
            <a:extLst>
              <a:ext uri="{FF2B5EF4-FFF2-40B4-BE49-F238E27FC236}">
                <a16:creationId xmlns:a16="http://schemas.microsoft.com/office/drawing/2014/main" id="{1ACC0FFF-EDF5-49D0-8C1F-A5D5BA3335B9}"/>
              </a:ext>
            </a:extLst>
          </p:cNvPr>
          <p:cNvSpPr/>
          <p:nvPr userDrawn="1"/>
        </p:nvSpPr>
        <p:spPr>
          <a:xfrm>
            <a:off x="998351" y="2246533"/>
            <a:ext cx="839614" cy="411225"/>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30</a:t>
            </a:r>
          </a:p>
          <a:p>
            <a:pPr algn="ctr"/>
            <a:r>
              <a:rPr lang="en-GB" sz="800">
                <a:solidFill>
                  <a:schemeClr val="bg1"/>
                </a:solidFill>
              </a:rPr>
              <a:t>73</a:t>
            </a:r>
          </a:p>
          <a:p>
            <a:pPr algn="ctr"/>
            <a:r>
              <a:rPr lang="en-GB" sz="800">
                <a:solidFill>
                  <a:schemeClr val="bg1"/>
                </a:solidFill>
              </a:rPr>
              <a:t>226</a:t>
            </a:r>
          </a:p>
        </p:txBody>
      </p:sp>
      <p:sp>
        <p:nvSpPr>
          <p:cNvPr id="5" name="Rectangle 4">
            <a:extLst>
              <a:ext uri="{FF2B5EF4-FFF2-40B4-BE49-F238E27FC236}">
                <a16:creationId xmlns:a16="http://schemas.microsoft.com/office/drawing/2014/main" id="{081F4118-D01B-40DD-940F-068338DB15A5}"/>
              </a:ext>
            </a:extLst>
          </p:cNvPr>
          <p:cNvSpPr/>
          <p:nvPr userDrawn="1"/>
        </p:nvSpPr>
        <p:spPr>
          <a:xfrm>
            <a:off x="998351" y="1731971"/>
            <a:ext cx="839614" cy="411225"/>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51</a:t>
            </a:r>
          </a:p>
          <a:p>
            <a:pPr algn="ctr"/>
            <a:r>
              <a:rPr lang="en-GB" sz="800">
                <a:solidFill>
                  <a:schemeClr val="bg1"/>
                </a:solidFill>
              </a:rPr>
              <a:t>141</a:t>
            </a:r>
          </a:p>
        </p:txBody>
      </p:sp>
      <p:sp>
        <p:nvSpPr>
          <p:cNvPr id="6" name="Rectangle 5">
            <a:extLst>
              <a:ext uri="{FF2B5EF4-FFF2-40B4-BE49-F238E27FC236}">
                <a16:creationId xmlns:a16="http://schemas.microsoft.com/office/drawing/2014/main" id="{4A97C791-7BB0-4AC9-BDE9-68939F34221B}"/>
              </a:ext>
            </a:extLst>
          </p:cNvPr>
          <p:cNvSpPr/>
          <p:nvPr userDrawn="1"/>
        </p:nvSpPr>
        <p:spPr>
          <a:xfrm>
            <a:off x="998351" y="2761094"/>
            <a:ext cx="839614" cy="411225"/>
          </a:xfrm>
          <a:prstGeom prst="rect">
            <a:avLst/>
          </a:prstGeom>
          <a:solidFill>
            <a:srgbClr val="0C233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12</a:t>
            </a:r>
          </a:p>
          <a:p>
            <a:pPr algn="ctr"/>
            <a:r>
              <a:rPr lang="en-GB" sz="800">
                <a:solidFill>
                  <a:schemeClr val="bg1"/>
                </a:solidFill>
              </a:rPr>
              <a:t>35</a:t>
            </a:r>
          </a:p>
          <a:p>
            <a:pPr algn="ctr"/>
            <a:r>
              <a:rPr lang="en-GB" sz="800">
                <a:solidFill>
                  <a:schemeClr val="bg1"/>
                </a:solidFill>
              </a:rPr>
              <a:t>60</a:t>
            </a:r>
          </a:p>
        </p:txBody>
      </p:sp>
      <p:sp>
        <p:nvSpPr>
          <p:cNvPr id="7" name="Rectangle 6">
            <a:extLst>
              <a:ext uri="{FF2B5EF4-FFF2-40B4-BE49-F238E27FC236}">
                <a16:creationId xmlns:a16="http://schemas.microsoft.com/office/drawing/2014/main" id="{C8693543-F502-48B0-9E65-053408E60BF0}"/>
              </a:ext>
            </a:extLst>
          </p:cNvPr>
          <p:cNvSpPr/>
          <p:nvPr userDrawn="1"/>
        </p:nvSpPr>
        <p:spPr>
          <a:xfrm>
            <a:off x="998351" y="3275656"/>
            <a:ext cx="839614" cy="411225"/>
          </a:xfrm>
          <a:prstGeom prst="rect">
            <a:avLst/>
          </a:prstGeom>
          <a:solidFill>
            <a:srgbClr val="ACEA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172</a:t>
            </a:r>
          </a:p>
          <a:p>
            <a:pPr algn="ctr"/>
            <a:r>
              <a:rPr lang="en-GB" sz="800">
                <a:solidFill>
                  <a:sysClr val="windowText" lastClr="000000"/>
                </a:solidFill>
              </a:rPr>
              <a:t>234</a:t>
            </a:r>
          </a:p>
          <a:p>
            <a:pPr algn="ctr"/>
            <a:r>
              <a:rPr lang="en-GB" sz="800">
                <a:solidFill>
                  <a:sysClr val="windowText" lastClr="000000"/>
                </a:solidFill>
              </a:rPr>
              <a:t>255</a:t>
            </a:r>
          </a:p>
        </p:txBody>
      </p:sp>
      <p:sp>
        <p:nvSpPr>
          <p:cNvPr id="8" name="Rectangle 7">
            <a:extLst>
              <a:ext uri="{FF2B5EF4-FFF2-40B4-BE49-F238E27FC236}">
                <a16:creationId xmlns:a16="http://schemas.microsoft.com/office/drawing/2014/main" id="{A2309040-9C95-48FE-AA99-4757E8328519}"/>
              </a:ext>
            </a:extLst>
          </p:cNvPr>
          <p:cNvSpPr/>
          <p:nvPr userDrawn="1"/>
        </p:nvSpPr>
        <p:spPr>
          <a:xfrm>
            <a:off x="2992848" y="1732478"/>
            <a:ext cx="839614" cy="411225"/>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118</a:t>
            </a:r>
          </a:p>
          <a:p>
            <a:pPr algn="ctr"/>
            <a:r>
              <a:rPr lang="en-GB" sz="800">
                <a:solidFill>
                  <a:sysClr val="windowText" lastClr="000000"/>
                </a:solidFill>
              </a:rPr>
              <a:t>210</a:t>
            </a:r>
          </a:p>
          <a:p>
            <a:pPr algn="ctr"/>
            <a:r>
              <a:rPr lang="en-GB" sz="800">
                <a:solidFill>
                  <a:sysClr val="windowText" lastClr="000000"/>
                </a:solidFill>
              </a:rPr>
              <a:t>255</a:t>
            </a:r>
          </a:p>
        </p:txBody>
      </p:sp>
      <p:sp>
        <p:nvSpPr>
          <p:cNvPr id="11" name="TextBox 10">
            <a:extLst>
              <a:ext uri="{FF2B5EF4-FFF2-40B4-BE49-F238E27FC236}">
                <a16:creationId xmlns:a16="http://schemas.microsoft.com/office/drawing/2014/main" id="{A4897B22-3CA8-4621-8A3B-B9D2E3D07988}"/>
              </a:ext>
            </a:extLst>
          </p:cNvPr>
          <p:cNvSpPr txBox="1"/>
          <p:nvPr userDrawn="1"/>
        </p:nvSpPr>
        <p:spPr>
          <a:xfrm>
            <a:off x="983882" y="1330325"/>
            <a:ext cx="1364046" cy="153888"/>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Primary colors</a:t>
            </a:r>
          </a:p>
        </p:txBody>
      </p:sp>
      <p:sp>
        <p:nvSpPr>
          <p:cNvPr id="20" name="Rectangle 19">
            <a:extLst>
              <a:ext uri="{FF2B5EF4-FFF2-40B4-BE49-F238E27FC236}">
                <a16:creationId xmlns:a16="http://schemas.microsoft.com/office/drawing/2014/main" id="{6453D312-00EF-44B5-9D91-290BE0E19654}"/>
              </a:ext>
            </a:extLst>
          </p:cNvPr>
          <p:cNvSpPr/>
          <p:nvPr userDrawn="1"/>
        </p:nvSpPr>
        <p:spPr>
          <a:xfrm>
            <a:off x="998351" y="3786711"/>
            <a:ext cx="839614" cy="411225"/>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184</a:t>
            </a:r>
          </a:p>
          <a:p>
            <a:pPr algn="ctr"/>
            <a:r>
              <a:rPr lang="en-GB" sz="800">
                <a:solidFill>
                  <a:schemeClr val="bg1"/>
                </a:solidFill>
              </a:rPr>
              <a:t>245</a:t>
            </a:r>
          </a:p>
        </p:txBody>
      </p:sp>
      <p:sp>
        <p:nvSpPr>
          <p:cNvPr id="21" name="Rectangle 20">
            <a:extLst>
              <a:ext uri="{FF2B5EF4-FFF2-40B4-BE49-F238E27FC236}">
                <a16:creationId xmlns:a16="http://schemas.microsoft.com/office/drawing/2014/main" id="{58D98991-520C-4FD6-8B23-8732995E56B1}"/>
              </a:ext>
            </a:extLst>
          </p:cNvPr>
          <p:cNvSpPr/>
          <p:nvPr userDrawn="1"/>
        </p:nvSpPr>
        <p:spPr>
          <a:xfrm>
            <a:off x="998351" y="4301271"/>
            <a:ext cx="839614" cy="411225"/>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114</a:t>
            </a:r>
          </a:p>
          <a:p>
            <a:pPr algn="ctr"/>
            <a:r>
              <a:rPr lang="en-GB" sz="800">
                <a:solidFill>
                  <a:schemeClr val="bg1"/>
                </a:solidFill>
              </a:rPr>
              <a:t>19</a:t>
            </a:r>
          </a:p>
          <a:p>
            <a:pPr algn="ctr"/>
            <a:r>
              <a:rPr lang="en-GB" sz="800">
                <a:solidFill>
                  <a:schemeClr val="bg1"/>
                </a:solidFill>
              </a:rPr>
              <a:t>234</a:t>
            </a:r>
          </a:p>
        </p:txBody>
      </p:sp>
      <p:sp>
        <p:nvSpPr>
          <p:cNvPr id="22" name="Rectangle 21">
            <a:extLst>
              <a:ext uri="{FF2B5EF4-FFF2-40B4-BE49-F238E27FC236}">
                <a16:creationId xmlns:a16="http://schemas.microsoft.com/office/drawing/2014/main" id="{2FA38B4C-5B80-413E-B283-1F1ADBFD09CD}"/>
              </a:ext>
            </a:extLst>
          </p:cNvPr>
          <p:cNvSpPr/>
          <p:nvPr userDrawn="1"/>
        </p:nvSpPr>
        <p:spPr>
          <a:xfrm>
            <a:off x="998351" y="4809439"/>
            <a:ext cx="839614" cy="411225"/>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253</a:t>
            </a:r>
          </a:p>
          <a:p>
            <a:pPr algn="ctr"/>
            <a:r>
              <a:rPr lang="en-GB" sz="800">
                <a:solidFill>
                  <a:schemeClr val="bg1"/>
                </a:solidFill>
              </a:rPr>
              <a:t>52</a:t>
            </a:r>
          </a:p>
          <a:p>
            <a:pPr algn="ctr"/>
            <a:r>
              <a:rPr lang="en-GB" sz="800">
                <a:solidFill>
                  <a:schemeClr val="bg1"/>
                </a:solidFill>
              </a:rPr>
              <a:t>156</a:t>
            </a:r>
          </a:p>
        </p:txBody>
      </p:sp>
      <p:sp>
        <p:nvSpPr>
          <p:cNvPr id="25" name="TextBox 24">
            <a:extLst>
              <a:ext uri="{FF2B5EF4-FFF2-40B4-BE49-F238E27FC236}">
                <a16:creationId xmlns:a16="http://schemas.microsoft.com/office/drawing/2014/main" id="{6A07E492-5EF0-4085-AA14-90D280B1DF69}"/>
              </a:ext>
            </a:extLst>
          </p:cNvPr>
          <p:cNvSpPr txBox="1"/>
          <p:nvPr userDrawn="1"/>
        </p:nvSpPr>
        <p:spPr>
          <a:xfrm>
            <a:off x="1921682" y="2852903"/>
            <a:ext cx="1253995" cy="237066"/>
          </a:xfrm>
          <a:prstGeom prst="rect">
            <a:avLst/>
          </a:prstGeom>
          <a:noFill/>
        </p:spPr>
        <p:txBody>
          <a:bodyPr wrap="square" lIns="54610" tIns="54610" rIns="54610" bIns="54610" rtlCol="0" anchor="ctr">
            <a:noAutofit/>
          </a:bodyPr>
          <a:lstStyle/>
          <a:p>
            <a:pPr algn="l">
              <a:spcAft>
                <a:spcPts val="600"/>
              </a:spcAft>
            </a:pPr>
            <a:r>
              <a:rPr lang="en-GB" sz="1000"/>
              <a:t>Dark Blue</a:t>
            </a:r>
          </a:p>
        </p:txBody>
      </p:sp>
      <p:sp>
        <p:nvSpPr>
          <p:cNvPr id="30" name="TextBox 29">
            <a:extLst>
              <a:ext uri="{FF2B5EF4-FFF2-40B4-BE49-F238E27FC236}">
                <a16:creationId xmlns:a16="http://schemas.microsoft.com/office/drawing/2014/main" id="{B28A2D81-3A9C-47D3-8174-874F601607DC}"/>
              </a:ext>
            </a:extLst>
          </p:cNvPr>
          <p:cNvSpPr txBox="1"/>
          <p:nvPr userDrawn="1"/>
        </p:nvSpPr>
        <p:spPr>
          <a:xfrm>
            <a:off x="1921682" y="1830789"/>
            <a:ext cx="1253995" cy="237066"/>
          </a:xfrm>
          <a:prstGeom prst="rect">
            <a:avLst/>
          </a:prstGeom>
          <a:noFill/>
        </p:spPr>
        <p:txBody>
          <a:bodyPr wrap="square" lIns="54610" tIns="54610" rIns="54610" bIns="54610" rtlCol="0" anchor="ctr">
            <a:noAutofit/>
          </a:bodyPr>
          <a:lstStyle/>
          <a:p>
            <a:pPr algn="l">
              <a:spcAft>
                <a:spcPts val="600"/>
              </a:spcAft>
            </a:pPr>
            <a:r>
              <a:rPr lang="en-GB" sz="1000"/>
              <a:t>KPMG Blue</a:t>
            </a:r>
          </a:p>
        </p:txBody>
      </p:sp>
      <p:sp>
        <p:nvSpPr>
          <p:cNvPr id="33" name="TextBox 32">
            <a:extLst>
              <a:ext uri="{FF2B5EF4-FFF2-40B4-BE49-F238E27FC236}">
                <a16:creationId xmlns:a16="http://schemas.microsoft.com/office/drawing/2014/main" id="{2C791116-D184-4C43-9C1C-30181CDF0E84}"/>
              </a:ext>
            </a:extLst>
          </p:cNvPr>
          <p:cNvSpPr txBox="1"/>
          <p:nvPr userDrawn="1"/>
        </p:nvSpPr>
        <p:spPr>
          <a:xfrm>
            <a:off x="1921682" y="3363960"/>
            <a:ext cx="1253995" cy="237066"/>
          </a:xfrm>
          <a:prstGeom prst="rect">
            <a:avLst/>
          </a:prstGeom>
          <a:noFill/>
        </p:spPr>
        <p:txBody>
          <a:bodyPr wrap="square" lIns="54610" tIns="54610" rIns="54610" bIns="54610" rtlCol="0" anchor="ctr">
            <a:noAutofit/>
          </a:bodyPr>
          <a:lstStyle/>
          <a:p>
            <a:pPr algn="l">
              <a:spcAft>
                <a:spcPts val="600"/>
              </a:spcAft>
            </a:pPr>
            <a:r>
              <a:rPr lang="en-GB" sz="1000"/>
              <a:t>Light Blue</a:t>
            </a:r>
          </a:p>
        </p:txBody>
      </p:sp>
      <p:sp>
        <p:nvSpPr>
          <p:cNvPr id="36" name="TextBox 35">
            <a:extLst>
              <a:ext uri="{FF2B5EF4-FFF2-40B4-BE49-F238E27FC236}">
                <a16:creationId xmlns:a16="http://schemas.microsoft.com/office/drawing/2014/main" id="{0A430D78-5EDB-481E-BB6D-67D8689BCE11}"/>
              </a:ext>
            </a:extLst>
          </p:cNvPr>
          <p:cNvSpPr txBox="1"/>
          <p:nvPr userDrawn="1"/>
        </p:nvSpPr>
        <p:spPr>
          <a:xfrm>
            <a:off x="3971415" y="1817279"/>
            <a:ext cx="1253995" cy="237066"/>
          </a:xfrm>
          <a:prstGeom prst="rect">
            <a:avLst/>
          </a:prstGeom>
          <a:noFill/>
        </p:spPr>
        <p:txBody>
          <a:bodyPr wrap="square" lIns="54610" tIns="54610" rIns="54610" bIns="54610" rtlCol="0" anchor="ctr">
            <a:noAutofit/>
          </a:bodyPr>
          <a:lstStyle/>
          <a:p>
            <a:pPr algn="l">
              <a:spcAft>
                <a:spcPts val="600"/>
              </a:spcAft>
            </a:pPr>
            <a:r>
              <a:rPr lang="en-GB" sz="1000"/>
              <a:t>Blue</a:t>
            </a:r>
          </a:p>
        </p:txBody>
      </p:sp>
      <p:sp>
        <p:nvSpPr>
          <p:cNvPr id="39" name="TextBox 38">
            <a:extLst>
              <a:ext uri="{FF2B5EF4-FFF2-40B4-BE49-F238E27FC236}">
                <a16:creationId xmlns:a16="http://schemas.microsoft.com/office/drawing/2014/main" id="{E42EE987-0425-4CD8-B75D-E3E8F8C2096D}"/>
              </a:ext>
            </a:extLst>
          </p:cNvPr>
          <p:cNvSpPr txBox="1"/>
          <p:nvPr userDrawn="1"/>
        </p:nvSpPr>
        <p:spPr>
          <a:xfrm>
            <a:off x="1921682" y="2341846"/>
            <a:ext cx="1253995" cy="237066"/>
          </a:xfrm>
          <a:prstGeom prst="rect">
            <a:avLst/>
          </a:prstGeom>
          <a:noFill/>
        </p:spPr>
        <p:txBody>
          <a:bodyPr wrap="square" lIns="54610" tIns="54610" rIns="54610" bIns="54610" rtlCol="0" anchor="ctr">
            <a:noAutofit/>
          </a:bodyPr>
          <a:lstStyle/>
          <a:p>
            <a:pPr algn="l">
              <a:spcAft>
                <a:spcPts val="600"/>
              </a:spcAft>
            </a:pPr>
            <a:r>
              <a:rPr lang="en-GB" sz="1000"/>
              <a:t>Cobalt Blue</a:t>
            </a:r>
          </a:p>
        </p:txBody>
      </p:sp>
      <p:sp>
        <p:nvSpPr>
          <p:cNvPr id="45" name="TextBox 44">
            <a:extLst>
              <a:ext uri="{FF2B5EF4-FFF2-40B4-BE49-F238E27FC236}">
                <a16:creationId xmlns:a16="http://schemas.microsoft.com/office/drawing/2014/main" id="{1B01B4DF-404A-4544-B313-2720FCBDD0B4}"/>
              </a:ext>
            </a:extLst>
          </p:cNvPr>
          <p:cNvSpPr txBox="1"/>
          <p:nvPr userDrawn="1"/>
        </p:nvSpPr>
        <p:spPr>
          <a:xfrm>
            <a:off x="1921682" y="3874401"/>
            <a:ext cx="1253995" cy="237066"/>
          </a:xfrm>
          <a:prstGeom prst="rect">
            <a:avLst/>
          </a:prstGeom>
          <a:noFill/>
        </p:spPr>
        <p:txBody>
          <a:bodyPr wrap="square" lIns="54610" tIns="54610" rIns="54610" bIns="54610" rtlCol="0" anchor="ctr">
            <a:noAutofit/>
          </a:bodyPr>
          <a:lstStyle/>
          <a:p>
            <a:pPr algn="l">
              <a:spcAft>
                <a:spcPts val="600"/>
              </a:spcAft>
            </a:pPr>
            <a:r>
              <a:rPr lang="en-GB" sz="1000"/>
              <a:t>Pacific Blue</a:t>
            </a:r>
          </a:p>
        </p:txBody>
      </p:sp>
      <p:sp>
        <p:nvSpPr>
          <p:cNvPr id="48" name="TextBox 47">
            <a:extLst>
              <a:ext uri="{FF2B5EF4-FFF2-40B4-BE49-F238E27FC236}">
                <a16:creationId xmlns:a16="http://schemas.microsoft.com/office/drawing/2014/main" id="{96DFA940-4699-43CF-A21A-AE4227704697}"/>
              </a:ext>
            </a:extLst>
          </p:cNvPr>
          <p:cNvSpPr txBox="1"/>
          <p:nvPr userDrawn="1"/>
        </p:nvSpPr>
        <p:spPr>
          <a:xfrm>
            <a:off x="1921682" y="4385458"/>
            <a:ext cx="1253995" cy="237066"/>
          </a:xfrm>
          <a:prstGeom prst="rect">
            <a:avLst/>
          </a:prstGeom>
          <a:noFill/>
        </p:spPr>
        <p:txBody>
          <a:bodyPr wrap="square" lIns="54610" tIns="54610" rIns="54610" bIns="54610" rtlCol="0" anchor="ctr">
            <a:noAutofit/>
          </a:bodyPr>
          <a:lstStyle/>
          <a:p>
            <a:pPr algn="l">
              <a:spcAft>
                <a:spcPts val="600"/>
              </a:spcAft>
            </a:pPr>
            <a:r>
              <a:rPr lang="en-GB" sz="1000"/>
              <a:t>Purple</a:t>
            </a:r>
          </a:p>
        </p:txBody>
      </p:sp>
      <p:sp>
        <p:nvSpPr>
          <p:cNvPr id="51" name="TextBox 50">
            <a:extLst>
              <a:ext uri="{FF2B5EF4-FFF2-40B4-BE49-F238E27FC236}">
                <a16:creationId xmlns:a16="http://schemas.microsoft.com/office/drawing/2014/main" id="{49A40265-6498-4E16-877D-6BC9A8CE7DCA}"/>
              </a:ext>
            </a:extLst>
          </p:cNvPr>
          <p:cNvSpPr txBox="1"/>
          <p:nvPr userDrawn="1"/>
        </p:nvSpPr>
        <p:spPr>
          <a:xfrm>
            <a:off x="1921682" y="4896518"/>
            <a:ext cx="1253995" cy="237066"/>
          </a:xfrm>
          <a:prstGeom prst="rect">
            <a:avLst/>
          </a:prstGeom>
          <a:noFill/>
        </p:spPr>
        <p:txBody>
          <a:bodyPr wrap="square" lIns="54610" tIns="54610" rIns="54610" bIns="54610" rtlCol="0" anchor="ctr">
            <a:noAutofit/>
          </a:bodyPr>
          <a:lstStyle/>
          <a:p>
            <a:pPr algn="l">
              <a:spcAft>
                <a:spcPts val="600"/>
              </a:spcAft>
            </a:pPr>
            <a:r>
              <a:rPr lang="en-GB" sz="1000"/>
              <a:t>Pink</a:t>
            </a:r>
          </a:p>
        </p:txBody>
      </p:sp>
      <p:sp>
        <p:nvSpPr>
          <p:cNvPr id="9" name="Rectangle 8">
            <a:extLst>
              <a:ext uri="{FF2B5EF4-FFF2-40B4-BE49-F238E27FC236}">
                <a16:creationId xmlns:a16="http://schemas.microsoft.com/office/drawing/2014/main" id="{A4B6D9AD-8E94-4A62-B92C-C973F5486E37}"/>
              </a:ext>
            </a:extLst>
          </p:cNvPr>
          <p:cNvSpPr/>
          <p:nvPr userDrawn="1"/>
        </p:nvSpPr>
        <p:spPr>
          <a:xfrm>
            <a:off x="2999643" y="2243028"/>
            <a:ext cx="839614" cy="411225"/>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81</a:t>
            </a:r>
          </a:p>
          <a:p>
            <a:pPr algn="ctr"/>
            <a:r>
              <a:rPr lang="en-GB" sz="800">
                <a:solidFill>
                  <a:schemeClr val="bg1"/>
                </a:solidFill>
              </a:rPr>
              <a:t>13</a:t>
            </a:r>
          </a:p>
          <a:p>
            <a:pPr algn="ctr"/>
            <a:r>
              <a:rPr lang="en-GB" sz="800">
                <a:solidFill>
                  <a:schemeClr val="bg1"/>
                </a:solidFill>
              </a:rPr>
              <a:t>188</a:t>
            </a:r>
          </a:p>
        </p:txBody>
      </p:sp>
      <p:sp>
        <p:nvSpPr>
          <p:cNvPr id="10" name="Rectangle 9">
            <a:extLst>
              <a:ext uri="{FF2B5EF4-FFF2-40B4-BE49-F238E27FC236}">
                <a16:creationId xmlns:a16="http://schemas.microsoft.com/office/drawing/2014/main" id="{5D377AFC-4BDC-44AC-80A6-06A9503B868A}"/>
              </a:ext>
            </a:extLst>
          </p:cNvPr>
          <p:cNvSpPr/>
          <p:nvPr userDrawn="1"/>
        </p:nvSpPr>
        <p:spPr>
          <a:xfrm>
            <a:off x="2999643" y="2757590"/>
            <a:ext cx="839614" cy="411225"/>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180</a:t>
            </a:r>
          </a:p>
          <a:p>
            <a:pPr algn="ctr"/>
            <a:r>
              <a:rPr lang="en-GB" sz="800">
                <a:solidFill>
                  <a:schemeClr val="bg1"/>
                </a:solidFill>
              </a:rPr>
              <a:t>151</a:t>
            </a:r>
          </a:p>
          <a:p>
            <a:pPr algn="ctr"/>
            <a:r>
              <a:rPr lang="en-GB" sz="800">
                <a:solidFill>
                  <a:schemeClr val="bg1"/>
                </a:solidFill>
              </a:rPr>
              <a:t>255</a:t>
            </a:r>
          </a:p>
        </p:txBody>
      </p:sp>
      <p:sp>
        <p:nvSpPr>
          <p:cNvPr id="12" name="TextBox 11">
            <a:extLst>
              <a:ext uri="{FF2B5EF4-FFF2-40B4-BE49-F238E27FC236}">
                <a16:creationId xmlns:a16="http://schemas.microsoft.com/office/drawing/2014/main" id="{8B231EB6-12A0-47AA-88B0-D248845383EA}"/>
              </a:ext>
            </a:extLst>
          </p:cNvPr>
          <p:cNvSpPr txBox="1"/>
          <p:nvPr userDrawn="1"/>
        </p:nvSpPr>
        <p:spPr>
          <a:xfrm>
            <a:off x="2992848" y="1330325"/>
            <a:ext cx="1946348" cy="307777"/>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Accent colors for infographics and charts only</a:t>
            </a:r>
          </a:p>
        </p:txBody>
      </p:sp>
      <p:sp>
        <p:nvSpPr>
          <p:cNvPr id="59" name="Rectangle 58">
            <a:extLst>
              <a:ext uri="{FF2B5EF4-FFF2-40B4-BE49-F238E27FC236}">
                <a16:creationId xmlns:a16="http://schemas.microsoft.com/office/drawing/2014/main" id="{8B8F1FC7-CA8A-485A-9440-4EA69DF44F1B}"/>
              </a:ext>
            </a:extLst>
          </p:cNvPr>
          <p:cNvSpPr/>
          <p:nvPr userDrawn="1"/>
        </p:nvSpPr>
        <p:spPr>
          <a:xfrm>
            <a:off x="2999643" y="3272151"/>
            <a:ext cx="839614" cy="411225"/>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171</a:t>
            </a:r>
          </a:p>
          <a:p>
            <a:pPr algn="ctr"/>
            <a:r>
              <a:rPr lang="en-GB" sz="800">
                <a:solidFill>
                  <a:schemeClr val="bg1"/>
                </a:solidFill>
              </a:rPr>
              <a:t>13</a:t>
            </a:r>
          </a:p>
          <a:p>
            <a:pPr algn="ctr"/>
            <a:r>
              <a:rPr lang="en-GB" sz="800">
                <a:solidFill>
                  <a:schemeClr val="bg1"/>
                </a:solidFill>
              </a:rPr>
              <a:t>130</a:t>
            </a:r>
          </a:p>
        </p:txBody>
      </p:sp>
      <p:sp>
        <p:nvSpPr>
          <p:cNvPr id="60" name="Rectangle 59">
            <a:extLst>
              <a:ext uri="{FF2B5EF4-FFF2-40B4-BE49-F238E27FC236}">
                <a16:creationId xmlns:a16="http://schemas.microsoft.com/office/drawing/2014/main" id="{FF4DC1F0-F2DB-41DC-B843-C645575C978D}"/>
              </a:ext>
            </a:extLst>
          </p:cNvPr>
          <p:cNvSpPr/>
          <p:nvPr userDrawn="1"/>
        </p:nvSpPr>
        <p:spPr>
          <a:xfrm>
            <a:off x="2999643" y="3786713"/>
            <a:ext cx="839614" cy="411225"/>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255</a:t>
            </a:r>
          </a:p>
          <a:p>
            <a:pPr algn="ctr"/>
            <a:r>
              <a:rPr lang="en-GB" sz="800">
                <a:solidFill>
                  <a:sysClr val="windowText" lastClr="000000"/>
                </a:solidFill>
              </a:rPr>
              <a:t>163</a:t>
            </a:r>
          </a:p>
          <a:p>
            <a:pPr algn="ctr"/>
            <a:r>
              <a:rPr lang="en-GB" sz="800">
                <a:solidFill>
                  <a:sysClr val="windowText" lastClr="000000"/>
                </a:solidFill>
              </a:rPr>
              <a:t>218</a:t>
            </a:r>
          </a:p>
        </p:txBody>
      </p:sp>
      <p:sp>
        <p:nvSpPr>
          <p:cNvPr id="61" name="Rectangle 60">
            <a:extLst>
              <a:ext uri="{FF2B5EF4-FFF2-40B4-BE49-F238E27FC236}">
                <a16:creationId xmlns:a16="http://schemas.microsoft.com/office/drawing/2014/main" id="{1FDCCC15-7DDA-4C27-A66A-86FEF3CE0FDB}"/>
              </a:ext>
            </a:extLst>
          </p:cNvPr>
          <p:cNvSpPr/>
          <p:nvPr userDrawn="1"/>
        </p:nvSpPr>
        <p:spPr>
          <a:xfrm>
            <a:off x="2999643" y="4301273"/>
            <a:ext cx="839614" cy="411225"/>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9</a:t>
            </a:r>
          </a:p>
          <a:p>
            <a:pPr algn="ctr"/>
            <a:r>
              <a:rPr lang="en-GB" sz="800">
                <a:solidFill>
                  <a:schemeClr val="bg1"/>
                </a:solidFill>
              </a:rPr>
              <a:t>142</a:t>
            </a:r>
          </a:p>
          <a:p>
            <a:pPr algn="ctr"/>
            <a:r>
              <a:rPr lang="en-GB" sz="800">
                <a:solidFill>
                  <a:schemeClr val="bg1"/>
                </a:solidFill>
              </a:rPr>
              <a:t>126</a:t>
            </a:r>
          </a:p>
        </p:txBody>
      </p:sp>
      <p:sp>
        <p:nvSpPr>
          <p:cNvPr id="62" name="Rectangle 61">
            <a:extLst>
              <a:ext uri="{FF2B5EF4-FFF2-40B4-BE49-F238E27FC236}">
                <a16:creationId xmlns:a16="http://schemas.microsoft.com/office/drawing/2014/main" id="{E6A7B705-A81A-45EE-B7F8-A08C39775723}"/>
              </a:ext>
            </a:extLst>
          </p:cNvPr>
          <p:cNvSpPr/>
          <p:nvPr userDrawn="1"/>
        </p:nvSpPr>
        <p:spPr>
          <a:xfrm>
            <a:off x="2999643" y="4809441"/>
            <a:ext cx="839614" cy="411225"/>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192</a:t>
            </a:r>
          </a:p>
          <a:p>
            <a:pPr algn="ctr"/>
            <a:r>
              <a:rPr lang="en-GB" sz="800">
                <a:solidFill>
                  <a:schemeClr val="bg1"/>
                </a:solidFill>
              </a:rPr>
              <a:t>174</a:t>
            </a:r>
          </a:p>
        </p:txBody>
      </p:sp>
      <p:sp>
        <p:nvSpPr>
          <p:cNvPr id="63" name="Rectangle 62">
            <a:extLst>
              <a:ext uri="{FF2B5EF4-FFF2-40B4-BE49-F238E27FC236}">
                <a16:creationId xmlns:a16="http://schemas.microsoft.com/office/drawing/2014/main" id="{70C56EF7-AC83-449B-8CC3-F1D314081B92}"/>
              </a:ext>
            </a:extLst>
          </p:cNvPr>
          <p:cNvSpPr/>
          <p:nvPr userDrawn="1"/>
        </p:nvSpPr>
        <p:spPr>
          <a:xfrm>
            <a:off x="2999643" y="5324001"/>
            <a:ext cx="839614" cy="411225"/>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accent3"/>
                </a:solidFill>
              </a:rPr>
              <a:t>99</a:t>
            </a:r>
          </a:p>
          <a:p>
            <a:pPr algn="ctr"/>
            <a:r>
              <a:rPr lang="en-GB" sz="800">
                <a:solidFill>
                  <a:schemeClr val="accent3"/>
                </a:solidFill>
              </a:rPr>
              <a:t>235</a:t>
            </a:r>
          </a:p>
          <a:p>
            <a:pPr algn="ctr"/>
            <a:r>
              <a:rPr lang="en-GB" sz="800">
                <a:solidFill>
                  <a:schemeClr val="accent3"/>
                </a:solidFill>
              </a:rPr>
              <a:t>218</a:t>
            </a:r>
          </a:p>
        </p:txBody>
      </p:sp>
      <p:grpSp>
        <p:nvGrpSpPr>
          <p:cNvPr id="65" name="Group 64">
            <a:extLst>
              <a:ext uri="{FF2B5EF4-FFF2-40B4-BE49-F238E27FC236}">
                <a16:creationId xmlns:a16="http://schemas.microsoft.com/office/drawing/2014/main" id="{34556660-1591-47B1-B18E-F2FCE5FDCA50}"/>
              </a:ext>
            </a:extLst>
          </p:cNvPr>
          <p:cNvGrpSpPr/>
          <p:nvPr userDrawn="1"/>
        </p:nvGrpSpPr>
        <p:grpSpPr>
          <a:xfrm>
            <a:off x="3971416" y="2341846"/>
            <a:ext cx="1253995" cy="3303408"/>
            <a:chOff x="2169429" y="1756308"/>
            <a:chExt cx="2286000" cy="3303408"/>
          </a:xfrm>
        </p:grpSpPr>
        <p:sp>
          <p:nvSpPr>
            <p:cNvPr id="66" name="TextBox 65">
              <a:extLst>
                <a:ext uri="{FF2B5EF4-FFF2-40B4-BE49-F238E27FC236}">
                  <a16:creationId xmlns:a16="http://schemas.microsoft.com/office/drawing/2014/main" id="{C1242448-F6EA-445E-86F6-56F1F6B8DCA0}"/>
                </a:ext>
              </a:extLst>
            </p:cNvPr>
            <p:cNvSpPr txBox="1"/>
            <p:nvPr userDrawn="1"/>
          </p:nvSpPr>
          <p:spPr>
            <a:xfrm>
              <a:off x="2169429" y="2778422"/>
              <a:ext cx="2286000" cy="237066"/>
            </a:xfrm>
            <a:prstGeom prst="rect">
              <a:avLst/>
            </a:prstGeom>
            <a:noFill/>
          </p:spPr>
          <p:txBody>
            <a:bodyPr wrap="square" lIns="54610" tIns="54610" rIns="54610" bIns="54610" rtlCol="0" anchor="ctr">
              <a:noAutofit/>
            </a:bodyPr>
            <a:lstStyle/>
            <a:p>
              <a:pPr algn="l">
                <a:spcAft>
                  <a:spcPts val="600"/>
                </a:spcAft>
              </a:pPr>
              <a:r>
                <a:rPr lang="en-GB" sz="1000"/>
                <a:t>Dark Pink</a:t>
              </a:r>
            </a:p>
          </p:txBody>
        </p:sp>
        <p:sp>
          <p:nvSpPr>
            <p:cNvPr id="67" name="TextBox 66">
              <a:extLst>
                <a:ext uri="{FF2B5EF4-FFF2-40B4-BE49-F238E27FC236}">
                  <a16:creationId xmlns:a16="http://schemas.microsoft.com/office/drawing/2014/main" id="{F9F2D96E-0391-44D3-9D85-C49CD2682224}"/>
                </a:ext>
              </a:extLst>
            </p:cNvPr>
            <p:cNvSpPr txBox="1"/>
            <p:nvPr userDrawn="1"/>
          </p:nvSpPr>
          <p:spPr>
            <a:xfrm>
              <a:off x="2169429" y="1756308"/>
              <a:ext cx="2286000" cy="237066"/>
            </a:xfrm>
            <a:prstGeom prst="rect">
              <a:avLst/>
            </a:prstGeom>
            <a:noFill/>
          </p:spPr>
          <p:txBody>
            <a:bodyPr wrap="square" lIns="54610" tIns="54610" rIns="54610" bIns="54610" rtlCol="0" anchor="ctr">
              <a:noAutofit/>
            </a:bodyPr>
            <a:lstStyle/>
            <a:p>
              <a:pPr algn="l">
                <a:spcAft>
                  <a:spcPts val="600"/>
                </a:spcAft>
              </a:pPr>
              <a:r>
                <a:rPr lang="en-GB" sz="1000"/>
                <a:t>Dark Purple</a:t>
              </a:r>
            </a:p>
          </p:txBody>
        </p:sp>
        <p:sp>
          <p:nvSpPr>
            <p:cNvPr id="68" name="TextBox 67">
              <a:extLst>
                <a:ext uri="{FF2B5EF4-FFF2-40B4-BE49-F238E27FC236}">
                  <a16:creationId xmlns:a16="http://schemas.microsoft.com/office/drawing/2014/main" id="{712A9094-C141-4137-91C8-07CDF0270449}"/>
                </a:ext>
              </a:extLst>
            </p:cNvPr>
            <p:cNvSpPr txBox="1"/>
            <p:nvPr userDrawn="1"/>
          </p:nvSpPr>
          <p:spPr>
            <a:xfrm>
              <a:off x="2169429" y="3289479"/>
              <a:ext cx="2286000" cy="237066"/>
            </a:xfrm>
            <a:prstGeom prst="rect">
              <a:avLst/>
            </a:prstGeom>
            <a:noFill/>
          </p:spPr>
          <p:txBody>
            <a:bodyPr wrap="square" lIns="54610" tIns="54610" rIns="54610" bIns="54610" rtlCol="0" anchor="ctr">
              <a:noAutofit/>
            </a:bodyPr>
            <a:lstStyle/>
            <a:p>
              <a:pPr algn="l">
                <a:spcAft>
                  <a:spcPts val="600"/>
                </a:spcAft>
              </a:pPr>
              <a:r>
                <a:rPr lang="en-GB" sz="1000"/>
                <a:t>Light Pink</a:t>
              </a:r>
            </a:p>
          </p:txBody>
        </p:sp>
        <p:sp>
          <p:nvSpPr>
            <p:cNvPr id="69" name="TextBox 68">
              <a:extLst>
                <a:ext uri="{FF2B5EF4-FFF2-40B4-BE49-F238E27FC236}">
                  <a16:creationId xmlns:a16="http://schemas.microsoft.com/office/drawing/2014/main" id="{A455B7B5-73DE-46AF-B400-88997B50AD80}"/>
                </a:ext>
              </a:extLst>
            </p:cNvPr>
            <p:cNvSpPr txBox="1"/>
            <p:nvPr userDrawn="1"/>
          </p:nvSpPr>
          <p:spPr>
            <a:xfrm>
              <a:off x="2169429" y="3800536"/>
              <a:ext cx="2286000" cy="237066"/>
            </a:xfrm>
            <a:prstGeom prst="rect">
              <a:avLst/>
            </a:prstGeom>
            <a:noFill/>
          </p:spPr>
          <p:txBody>
            <a:bodyPr wrap="square" lIns="54610" tIns="54610" rIns="54610" bIns="54610" rtlCol="0" anchor="ctr">
              <a:noAutofit/>
            </a:bodyPr>
            <a:lstStyle/>
            <a:p>
              <a:pPr algn="l">
                <a:spcAft>
                  <a:spcPts val="600"/>
                </a:spcAft>
              </a:pPr>
              <a:r>
                <a:rPr lang="en-GB" sz="1000"/>
                <a:t>Dark Green</a:t>
              </a:r>
            </a:p>
          </p:txBody>
        </p:sp>
        <p:sp>
          <p:nvSpPr>
            <p:cNvPr id="70" name="TextBox 69">
              <a:extLst>
                <a:ext uri="{FF2B5EF4-FFF2-40B4-BE49-F238E27FC236}">
                  <a16:creationId xmlns:a16="http://schemas.microsoft.com/office/drawing/2014/main" id="{2B4C4881-6213-41A5-AC03-CCE78498A9AE}"/>
                </a:ext>
              </a:extLst>
            </p:cNvPr>
            <p:cNvSpPr txBox="1"/>
            <p:nvPr userDrawn="1"/>
          </p:nvSpPr>
          <p:spPr>
            <a:xfrm>
              <a:off x="2169429" y="2267365"/>
              <a:ext cx="2286000" cy="237066"/>
            </a:xfrm>
            <a:prstGeom prst="rect">
              <a:avLst/>
            </a:prstGeom>
            <a:noFill/>
          </p:spPr>
          <p:txBody>
            <a:bodyPr wrap="square" lIns="54610" tIns="54610" rIns="54610" bIns="54610" rtlCol="0" anchor="ctr">
              <a:noAutofit/>
            </a:bodyPr>
            <a:lstStyle/>
            <a:p>
              <a:pPr algn="l">
                <a:spcAft>
                  <a:spcPts val="600"/>
                </a:spcAft>
              </a:pPr>
              <a:r>
                <a:rPr lang="en-GB" sz="1000"/>
                <a:t>Light Purple</a:t>
              </a:r>
            </a:p>
          </p:txBody>
        </p:sp>
        <p:sp>
          <p:nvSpPr>
            <p:cNvPr id="71" name="TextBox 70">
              <a:extLst>
                <a:ext uri="{FF2B5EF4-FFF2-40B4-BE49-F238E27FC236}">
                  <a16:creationId xmlns:a16="http://schemas.microsoft.com/office/drawing/2014/main" id="{940387EA-5FDE-4F6F-BAF2-604549CCD0F0}"/>
                </a:ext>
              </a:extLst>
            </p:cNvPr>
            <p:cNvSpPr txBox="1"/>
            <p:nvPr userDrawn="1"/>
          </p:nvSpPr>
          <p:spPr>
            <a:xfrm>
              <a:off x="2169429" y="4311593"/>
              <a:ext cx="2286000" cy="237066"/>
            </a:xfrm>
            <a:prstGeom prst="rect">
              <a:avLst/>
            </a:prstGeom>
            <a:noFill/>
          </p:spPr>
          <p:txBody>
            <a:bodyPr wrap="square" lIns="54610" tIns="54610" rIns="54610" bIns="54610" rtlCol="0" anchor="ctr">
              <a:noAutofit/>
            </a:bodyPr>
            <a:lstStyle/>
            <a:p>
              <a:pPr algn="l">
                <a:spcAft>
                  <a:spcPts val="600"/>
                </a:spcAft>
              </a:pPr>
              <a:r>
                <a:rPr lang="en-GB" sz="1000"/>
                <a:t>Green</a:t>
              </a:r>
            </a:p>
          </p:txBody>
        </p:sp>
        <p:sp>
          <p:nvSpPr>
            <p:cNvPr id="72" name="TextBox 71">
              <a:extLst>
                <a:ext uri="{FF2B5EF4-FFF2-40B4-BE49-F238E27FC236}">
                  <a16:creationId xmlns:a16="http://schemas.microsoft.com/office/drawing/2014/main" id="{A92671DE-F6BD-48CB-B11C-208DD1F1CCB3}"/>
                </a:ext>
              </a:extLst>
            </p:cNvPr>
            <p:cNvSpPr txBox="1"/>
            <p:nvPr userDrawn="1"/>
          </p:nvSpPr>
          <p:spPr>
            <a:xfrm>
              <a:off x="2169429" y="4822650"/>
              <a:ext cx="2286000" cy="237066"/>
            </a:xfrm>
            <a:prstGeom prst="rect">
              <a:avLst/>
            </a:prstGeom>
            <a:noFill/>
          </p:spPr>
          <p:txBody>
            <a:bodyPr wrap="square" lIns="54610" tIns="54610" rIns="54610" bIns="54610" rtlCol="0" anchor="ctr">
              <a:noAutofit/>
            </a:bodyPr>
            <a:lstStyle/>
            <a:p>
              <a:pPr algn="l">
                <a:spcAft>
                  <a:spcPts val="600"/>
                </a:spcAft>
              </a:pPr>
              <a:r>
                <a:rPr lang="en-GB" sz="1000"/>
                <a:t>Light Green</a:t>
              </a:r>
            </a:p>
          </p:txBody>
        </p:sp>
      </p:grpSp>
      <p:sp>
        <p:nvSpPr>
          <p:cNvPr id="74" name="Rectangle 73">
            <a:extLst>
              <a:ext uri="{FF2B5EF4-FFF2-40B4-BE49-F238E27FC236}">
                <a16:creationId xmlns:a16="http://schemas.microsoft.com/office/drawing/2014/main" id="{35C7B945-9627-4D94-B008-C987FEA96972}"/>
              </a:ext>
            </a:extLst>
          </p:cNvPr>
          <p:cNvSpPr/>
          <p:nvPr userDrawn="1"/>
        </p:nvSpPr>
        <p:spPr>
          <a:xfrm>
            <a:off x="5232206" y="1731971"/>
            <a:ext cx="839614" cy="411225"/>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51</a:t>
            </a:r>
          </a:p>
          <a:p>
            <a:pPr algn="ctr"/>
            <a:r>
              <a:rPr lang="en-GB" sz="800">
                <a:solidFill>
                  <a:schemeClr val="bg1"/>
                </a:solidFill>
              </a:rPr>
              <a:t>51</a:t>
            </a:r>
          </a:p>
          <a:p>
            <a:pPr algn="ctr"/>
            <a:r>
              <a:rPr lang="en-GB" sz="800">
                <a:solidFill>
                  <a:schemeClr val="bg1"/>
                </a:solidFill>
              </a:rPr>
              <a:t>51</a:t>
            </a:r>
          </a:p>
        </p:txBody>
      </p:sp>
      <p:sp>
        <p:nvSpPr>
          <p:cNvPr id="75" name="Rectangle 74">
            <a:extLst>
              <a:ext uri="{FF2B5EF4-FFF2-40B4-BE49-F238E27FC236}">
                <a16:creationId xmlns:a16="http://schemas.microsoft.com/office/drawing/2014/main" id="{AEB1F170-4966-4AAF-ABAA-3D2A0369F7FA}"/>
              </a:ext>
            </a:extLst>
          </p:cNvPr>
          <p:cNvSpPr/>
          <p:nvPr userDrawn="1"/>
        </p:nvSpPr>
        <p:spPr>
          <a:xfrm>
            <a:off x="5232206" y="2246533"/>
            <a:ext cx="839614" cy="411225"/>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a:p>
            <a:pPr algn="ctr"/>
            <a:endParaRPr lang="en-GB" sz="800">
              <a:solidFill>
                <a:schemeClr val="bg1"/>
              </a:solidFill>
            </a:endParaRPr>
          </a:p>
        </p:txBody>
      </p:sp>
      <p:sp>
        <p:nvSpPr>
          <p:cNvPr id="76" name="TextBox 75">
            <a:extLst>
              <a:ext uri="{FF2B5EF4-FFF2-40B4-BE49-F238E27FC236}">
                <a16:creationId xmlns:a16="http://schemas.microsoft.com/office/drawing/2014/main" id="{7033C2B2-E4D1-4420-8509-EC1E2C80321F}"/>
              </a:ext>
            </a:extLst>
          </p:cNvPr>
          <p:cNvSpPr txBox="1"/>
          <p:nvPr userDrawn="1"/>
        </p:nvSpPr>
        <p:spPr>
          <a:xfrm>
            <a:off x="5225411" y="1330325"/>
            <a:ext cx="1545229" cy="307777"/>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Neutrals for infographics and charts only </a:t>
            </a:r>
          </a:p>
        </p:txBody>
      </p:sp>
      <p:sp>
        <p:nvSpPr>
          <p:cNvPr id="77" name="Rectangle 76">
            <a:extLst>
              <a:ext uri="{FF2B5EF4-FFF2-40B4-BE49-F238E27FC236}">
                <a16:creationId xmlns:a16="http://schemas.microsoft.com/office/drawing/2014/main" id="{9BFC6FF0-9D30-4829-A667-26B9E6467077}"/>
              </a:ext>
            </a:extLst>
          </p:cNvPr>
          <p:cNvSpPr/>
          <p:nvPr userDrawn="1"/>
        </p:nvSpPr>
        <p:spPr>
          <a:xfrm>
            <a:off x="5232206" y="2761094"/>
            <a:ext cx="839614" cy="411225"/>
          </a:xfrm>
          <a:prstGeom prst="rect">
            <a:avLst/>
          </a:prstGeom>
          <a:solidFill>
            <a:srgbClr val="989898"/>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152</a:t>
            </a:r>
          </a:p>
          <a:p>
            <a:pPr algn="ctr"/>
            <a:r>
              <a:rPr lang="en-GB" sz="800">
                <a:solidFill>
                  <a:schemeClr val="bg1"/>
                </a:solidFill>
              </a:rPr>
              <a:t>152</a:t>
            </a:r>
          </a:p>
          <a:p>
            <a:pPr algn="ctr"/>
            <a:r>
              <a:rPr lang="en-GB" sz="800">
                <a:solidFill>
                  <a:schemeClr val="bg1"/>
                </a:solidFill>
              </a:rPr>
              <a:t>152</a:t>
            </a:r>
          </a:p>
        </p:txBody>
      </p:sp>
      <p:sp>
        <p:nvSpPr>
          <p:cNvPr id="78" name="Rectangle 77">
            <a:extLst>
              <a:ext uri="{FF2B5EF4-FFF2-40B4-BE49-F238E27FC236}">
                <a16:creationId xmlns:a16="http://schemas.microsoft.com/office/drawing/2014/main" id="{AF40F7A4-A491-46D0-AC78-F38FB368D987}"/>
              </a:ext>
            </a:extLst>
          </p:cNvPr>
          <p:cNvSpPr/>
          <p:nvPr userDrawn="1"/>
        </p:nvSpPr>
        <p:spPr>
          <a:xfrm>
            <a:off x="5232206" y="3275656"/>
            <a:ext cx="839614" cy="411225"/>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178</a:t>
            </a:r>
          </a:p>
          <a:p>
            <a:pPr algn="ctr"/>
            <a:r>
              <a:rPr lang="en-GB" sz="800">
                <a:solidFill>
                  <a:sysClr val="windowText" lastClr="000000"/>
                </a:solidFill>
              </a:rPr>
              <a:t>178</a:t>
            </a:r>
          </a:p>
          <a:p>
            <a:pPr algn="ctr"/>
            <a:r>
              <a:rPr lang="en-GB" sz="800">
                <a:solidFill>
                  <a:sysClr val="windowText" lastClr="000000"/>
                </a:solidFill>
              </a:rPr>
              <a:t>178</a:t>
            </a:r>
          </a:p>
        </p:txBody>
      </p:sp>
      <p:sp>
        <p:nvSpPr>
          <p:cNvPr id="79" name="Rectangle 78">
            <a:extLst>
              <a:ext uri="{FF2B5EF4-FFF2-40B4-BE49-F238E27FC236}">
                <a16:creationId xmlns:a16="http://schemas.microsoft.com/office/drawing/2014/main" id="{E22CE48C-CD62-438B-AF1B-E80398CE41CF}"/>
              </a:ext>
            </a:extLst>
          </p:cNvPr>
          <p:cNvSpPr/>
          <p:nvPr userDrawn="1"/>
        </p:nvSpPr>
        <p:spPr>
          <a:xfrm>
            <a:off x="5232206" y="3790216"/>
            <a:ext cx="839614" cy="411225"/>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tx1"/>
                </a:solidFill>
              </a:rPr>
              <a:t>229</a:t>
            </a:r>
          </a:p>
          <a:p>
            <a:pPr algn="ctr"/>
            <a:r>
              <a:rPr lang="en-GB" sz="800">
                <a:solidFill>
                  <a:schemeClr val="tx1"/>
                </a:solidFill>
              </a:rPr>
              <a:t>229</a:t>
            </a:r>
          </a:p>
          <a:p>
            <a:pPr algn="ctr"/>
            <a:r>
              <a:rPr lang="en-GB" sz="800">
                <a:solidFill>
                  <a:schemeClr val="tx1"/>
                </a:solidFill>
              </a:rPr>
              <a:t>229</a:t>
            </a:r>
          </a:p>
        </p:txBody>
      </p:sp>
      <p:sp>
        <p:nvSpPr>
          <p:cNvPr id="83" name="TextBox 82">
            <a:extLst>
              <a:ext uri="{FF2B5EF4-FFF2-40B4-BE49-F238E27FC236}">
                <a16:creationId xmlns:a16="http://schemas.microsoft.com/office/drawing/2014/main" id="{BFA814C9-BD96-4348-B664-2AD4A5DAAB12}"/>
              </a:ext>
            </a:extLst>
          </p:cNvPr>
          <p:cNvSpPr txBox="1"/>
          <p:nvPr userDrawn="1"/>
        </p:nvSpPr>
        <p:spPr>
          <a:xfrm>
            <a:off x="6203979" y="2852903"/>
            <a:ext cx="1253995" cy="237066"/>
          </a:xfrm>
          <a:prstGeom prst="rect">
            <a:avLst/>
          </a:prstGeom>
          <a:noFill/>
        </p:spPr>
        <p:txBody>
          <a:bodyPr wrap="square" lIns="54610" tIns="54610" rIns="54610" bIns="54610" rtlCol="0" anchor="ctr">
            <a:noAutofit/>
          </a:bodyPr>
          <a:lstStyle/>
          <a:p>
            <a:pPr algn="l">
              <a:spcAft>
                <a:spcPts val="600"/>
              </a:spcAft>
            </a:pPr>
            <a:r>
              <a:rPr lang="en-GB" sz="1000"/>
              <a:t>Grey 3</a:t>
            </a:r>
          </a:p>
        </p:txBody>
      </p:sp>
      <p:sp>
        <p:nvSpPr>
          <p:cNvPr id="84" name="TextBox 83">
            <a:extLst>
              <a:ext uri="{FF2B5EF4-FFF2-40B4-BE49-F238E27FC236}">
                <a16:creationId xmlns:a16="http://schemas.microsoft.com/office/drawing/2014/main" id="{B38E8C09-0782-4E70-887B-080A8FC240A9}"/>
              </a:ext>
            </a:extLst>
          </p:cNvPr>
          <p:cNvSpPr txBox="1"/>
          <p:nvPr userDrawn="1"/>
        </p:nvSpPr>
        <p:spPr>
          <a:xfrm>
            <a:off x="6203979" y="1830789"/>
            <a:ext cx="1253995" cy="237066"/>
          </a:xfrm>
          <a:prstGeom prst="rect">
            <a:avLst/>
          </a:prstGeom>
          <a:noFill/>
        </p:spPr>
        <p:txBody>
          <a:bodyPr wrap="square" lIns="54610" tIns="54610" rIns="54610" bIns="54610" rtlCol="0" anchor="ctr">
            <a:noAutofit/>
          </a:bodyPr>
          <a:lstStyle/>
          <a:p>
            <a:pPr algn="l">
              <a:spcAft>
                <a:spcPts val="600"/>
              </a:spcAft>
            </a:pPr>
            <a:r>
              <a:rPr lang="en-GB" sz="1000"/>
              <a:t>Grey 1</a:t>
            </a:r>
          </a:p>
        </p:txBody>
      </p:sp>
      <p:sp>
        <p:nvSpPr>
          <p:cNvPr id="85" name="TextBox 84">
            <a:extLst>
              <a:ext uri="{FF2B5EF4-FFF2-40B4-BE49-F238E27FC236}">
                <a16:creationId xmlns:a16="http://schemas.microsoft.com/office/drawing/2014/main" id="{7C3E17E9-EAB5-401D-99B5-E01BBCBAAE59}"/>
              </a:ext>
            </a:extLst>
          </p:cNvPr>
          <p:cNvSpPr txBox="1"/>
          <p:nvPr userDrawn="1"/>
        </p:nvSpPr>
        <p:spPr>
          <a:xfrm>
            <a:off x="6203979" y="3363960"/>
            <a:ext cx="1253995" cy="237066"/>
          </a:xfrm>
          <a:prstGeom prst="rect">
            <a:avLst/>
          </a:prstGeom>
          <a:noFill/>
        </p:spPr>
        <p:txBody>
          <a:bodyPr wrap="square" lIns="54610" tIns="54610" rIns="54610" bIns="54610" rtlCol="0" anchor="ctr">
            <a:noAutofit/>
          </a:bodyPr>
          <a:lstStyle/>
          <a:p>
            <a:pPr algn="l">
              <a:spcAft>
                <a:spcPts val="600"/>
              </a:spcAft>
            </a:pPr>
            <a:r>
              <a:rPr lang="en-GB" sz="1000"/>
              <a:t>Grey 4</a:t>
            </a:r>
          </a:p>
        </p:txBody>
      </p:sp>
      <p:sp>
        <p:nvSpPr>
          <p:cNvPr id="86" name="TextBox 85">
            <a:extLst>
              <a:ext uri="{FF2B5EF4-FFF2-40B4-BE49-F238E27FC236}">
                <a16:creationId xmlns:a16="http://schemas.microsoft.com/office/drawing/2014/main" id="{DA95C41B-9591-4042-8AC0-03DBDA91FD18}"/>
              </a:ext>
            </a:extLst>
          </p:cNvPr>
          <p:cNvSpPr txBox="1"/>
          <p:nvPr userDrawn="1"/>
        </p:nvSpPr>
        <p:spPr>
          <a:xfrm>
            <a:off x="6203979" y="3875017"/>
            <a:ext cx="1253995" cy="237066"/>
          </a:xfrm>
          <a:prstGeom prst="rect">
            <a:avLst/>
          </a:prstGeom>
          <a:noFill/>
        </p:spPr>
        <p:txBody>
          <a:bodyPr wrap="square" lIns="54610" tIns="54610" rIns="54610" bIns="54610" rtlCol="0" anchor="ctr">
            <a:noAutofit/>
          </a:bodyPr>
          <a:lstStyle/>
          <a:p>
            <a:pPr algn="l">
              <a:spcAft>
                <a:spcPts val="600"/>
              </a:spcAft>
            </a:pPr>
            <a:r>
              <a:rPr lang="en-GB" sz="1000"/>
              <a:t>Grey 5</a:t>
            </a:r>
          </a:p>
        </p:txBody>
      </p:sp>
      <p:sp>
        <p:nvSpPr>
          <p:cNvPr id="87" name="TextBox 86">
            <a:extLst>
              <a:ext uri="{FF2B5EF4-FFF2-40B4-BE49-F238E27FC236}">
                <a16:creationId xmlns:a16="http://schemas.microsoft.com/office/drawing/2014/main" id="{C924189F-5F86-46B9-810F-1AF60243011B}"/>
              </a:ext>
            </a:extLst>
          </p:cNvPr>
          <p:cNvSpPr txBox="1"/>
          <p:nvPr userDrawn="1"/>
        </p:nvSpPr>
        <p:spPr>
          <a:xfrm>
            <a:off x="6203979" y="2341846"/>
            <a:ext cx="1253995" cy="237066"/>
          </a:xfrm>
          <a:prstGeom prst="rect">
            <a:avLst/>
          </a:prstGeom>
          <a:noFill/>
        </p:spPr>
        <p:txBody>
          <a:bodyPr wrap="square" lIns="54610" tIns="54610" rIns="54610" bIns="54610" rtlCol="0" anchor="ctr">
            <a:noAutofit/>
          </a:bodyPr>
          <a:lstStyle/>
          <a:p>
            <a:pPr algn="l">
              <a:spcAft>
                <a:spcPts val="600"/>
              </a:spcAft>
            </a:pPr>
            <a:r>
              <a:rPr lang="en-GB" sz="1000"/>
              <a:t>Grey 2</a:t>
            </a:r>
          </a:p>
        </p:txBody>
      </p:sp>
      <p:sp>
        <p:nvSpPr>
          <p:cNvPr id="52" name="Rectangle 51">
            <a:extLst>
              <a:ext uri="{FF2B5EF4-FFF2-40B4-BE49-F238E27FC236}">
                <a16:creationId xmlns:a16="http://schemas.microsoft.com/office/drawing/2014/main" id="{4ACB48A6-B340-401D-8994-A0E53291AC9B}"/>
              </a:ext>
            </a:extLst>
          </p:cNvPr>
          <p:cNvSpPr/>
          <p:nvPr userDrawn="1"/>
        </p:nvSpPr>
        <p:spPr>
          <a:xfrm>
            <a:off x="7170486" y="2656172"/>
            <a:ext cx="839614" cy="411225"/>
          </a:xfrm>
          <a:prstGeom prst="rect">
            <a:avLst/>
          </a:prstGeom>
          <a:gradFill>
            <a:gsLst>
              <a:gs pos="100000">
                <a:schemeClr val="accent1"/>
              </a:gs>
              <a:gs pos="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800">
              <a:solidFill>
                <a:schemeClr val="bg1"/>
              </a:solidFill>
            </a:endParaRPr>
          </a:p>
        </p:txBody>
      </p:sp>
      <p:sp>
        <p:nvSpPr>
          <p:cNvPr id="53" name="Rectangle 52">
            <a:extLst>
              <a:ext uri="{FF2B5EF4-FFF2-40B4-BE49-F238E27FC236}">
                <a16:creationId xmlns:a16="http://schemas.microsoft.com/office/drawing/2014/main" id="{26F71474-A782-4BB1-8B9F-8DCCEAF88E0C}"/>
              </a:ext>
            </a:extLst>
          </p:cNvPr>
          <p:cNvSpPr/>
          <p:nvPr userDrawn="1"/>
        </p:nvSpPr>
        <p:spPr>
          <a:xfrm>
            <a:off x="9170077" y="2656172"/>
            <a:ext cx="839614" cy="411225"/>
          </a:xfrm>
          <a:prstGeom prst="rect">
            <a:avLst/>
          </a:prstGeom>
          <a:gradFill>
            <a:gsLst>
              <a:gs pos="100000">
                <a:srgbClr val="ACEAFF"/>
              </a:gs>
              <a:gs pos="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800">
              <a:solidFill>
                <a:schemeClr val="bg1"/>
              </a:solidFill>
            </a:endParaRPr>
          </a:p>
        </p:txBody>
      </p:sp>
      <p:sp>
        <p:nvSpPr>
          <p:cNvPr id="54" name="TextBox 53">
            <a:extLst>
              <a:ext uri="{FF2B5EF4-FFF2-40B4-BE49-F238E27FC236}">
                <a16:creationId xmlns:a16="http://schemas.microsoft.com/office/drawing/2014/main" id="{2102BFCC-8EF9-4273-ADB0-A655CD827F66}"/>
              </a:ext>
            </a:extLst>
          </p:cNvPr>
          <p:cNvSpPr txBox="1"/>
          <p:nvPr userDrawn="1"/>
        </p:nvSpPr>
        <p:spPr>
          <a:xfrm>
            <a:off x="8028290" y="2743862"/>
            <a:ext cx="1568421" cy="237066"/>
          </a:xfrm>
          <a:prstGeom prst="rect">
            <a:avLst/>
          </a:prstGeom>
          <a:noFill/>
        </p:spPr>
        <p:txBody>
          <a:bodyPr wrap="square" lIns="54610" tIns="54610" rIns="54610" bIns="54610" rtlCol="0" anchor="ctr">
            <a:noAutofit/>
          </a:bodyPr>
          <a:lstStyle/>
          <a:p>
            <a:pPr algn="l">
              <a:spcAft>
                <a:spcPts val="600"/>
              </a:spcAft>
            </a:pPr>
            <a:r>
              <a:rPr lang="en-GB" sz="1000"/>
              <a:t>Purple/</a:t>
            </a:r>
            <a:br>
              <a:rPr lang="en-GB" sz="1000"/>
            </a:br>
            <a:r>
              <a:rPr lang="en-GB" sz="1000"/>
              <a:t>Cobalt gradient</a:t>
            </a:r>
          </a:p>
        </p:txBody>
      </p:sp>
      <p:sp>
        <p:nvSpPr>
          <p:cNvPr id="55" name="TextBox 54">
            <a:extLst>
              <a:ext uri="{FF2B5EF4-FFF2-40B4-BE49-F238E27FC236}">
                <a16:creationId xmlns:a16="http://schemas.microsoft.com/office/drawing/2014/main" id="{02D8D802-07C6-434C-B36C-582D2F2FAF7C}"/>
              </a:ext>
            </a:extLst>
          </p:cNvPr>
          <p:cNvSpPr txBox="1"/>
          <p:nvPr userDrawn="1"/>
        </p:nvSpPr>
        <p:spPr>
          <a:xfrm>
            <a:off x="10053992" y="2743862"/>
            <a:ext cx="1709098" cy="237066"/>
          </a:xfrm>
          <a:prstGeom prst="rect">
            <a:avLst/>
          </a:prstGeom>
          <a:noFill/>
        </p:spPr>
        <p:txBody>
          <a:bodyPr wrap="square" lIns="54610" tIns="54610" rIns="54610" bIns="54610" rtlCol="0" anchor="ctr">
            <a:noAutofit/>
          </a:bodyPr>
          <a:lstStyle/>
          <a:p>
            <a:pPr algn="l">
              <a:spcAft>
                <a:spcPts val="600"/>
              </a:spcAft>
            </a:pPr>
            <a:r>
              <a:rPr lang="en-GB" sz="1000"/>
              <a:t>Pacific/</a:t>
            </a:r>
            <a:br>
              <a:rPr lang="en-GB" sz="1000"/>
            </a:br>
            <a:r>
              <a:rPr lang="en-GB" sz="1000"/>
              <a:t>Light Blue gradient</a:t>
            </a:r>
          </a:p>
        </p:txBody>
      </p:sp>
      <p:sp>
        <p:nvSpPr>
          <p:cNvPr id="56" name="TextBox 55">
            <a:extLst>
              <a:ext uri="{FF2B5EF4-FFF2-40B4-BE49-F238E27FC236}">
                <a16:creationId xmlns:a16="http://schemas.microsoft.com/office/drawing/2014/main" id="{F56630A0-1CC3-4558-99F3-72A9846C3FA4}"/>
              </a:ext>
            </a:extLst>
          </p:cNvPr>
          <p:cNvSpPr txBox="1"/>
          <p:nvPr userDrawn="1"/>
        </p:nvSpPr>
        <p:spPr>
          <a:xfrm>
            <a:off x="7146554" y="1298952"/>
            <a:ext cx="4047046" cy="1269578"/>
          </a:xfrm>
          <a:prstGeom prst="rect">
            <a:avLst/>
          </a:prstGeom>
          <a:noFill/>
        </p:spPr>
        <p:txBody>
          <a:bodyPr wrap="square" lIns="0" tIns="0" rIns="0" bIns="0" rtlCol="0">
            <a:spAutoFit/>
          </a:bodyPr>
          <a:lstStyle/>
          <a:p>
            <a:pPr algn="l">
              <a:spcAft>
                <a:spcPts val="300"/>
              </a:spcAft>
            </a:pPr>
            <a:r>
              <a:rPr lang="en-US" sz="1000" b="1">
                <a:solidFill>
                  <a:sysClr val="windowText" lastClr="000000"/>
                </a:solidFill>
              </a:rPr>
              <a:t>Gradients</a:t>
            </a:r>
          </a:p>
          <a:p>
            <a:pPr marL="171450" indent="-171450" algn="l">
              <a:spcAft>
                <a:spcPts val="300"/>
              </a:spcAft>
              <a:buFont typeface="Arial" panose="020B0604020202020204" pitchFamily="34" charset="0"/>
              <a:buChar char="•"/>
            </a:pPr>
            <a:r>
              <a:rPr lang="en-GB" sz="1000" b="0">
                <a:solidFill>
                  <a:sysClr val="windowText" lastClr="000000"/>
                </a:solidFill>
              </a:rPr>
              <a:t>The </a:t>
            </a:r>
            <a:r>
              <a:rPr lang="en-US" sz="1000" b="0" noProof="0">
                <a:solidFill>
                  <a:sysClr val="windowText" lastClr="000000"/>
                </a:solidFill>
              </a:rPr>
              <a:t>colors</a:t>
            </a:r>
            <a:r>
              <a:rPr lang="en-GB" sz="1000" b="0">
                <a:solidFill>
                  <a:sysClr val="windowText" lastClr="000000"/>
                </a:solidFill>
              </a:rPr>
              <a:t> are applied at both ends of the gradient, at 0% and 100% locations</a:t>
            </a:r>
          </a:p>
          <a:p>
            <a:pPr marL="171450" indent="-171450" algn="l">
              <a:spcAft>
                <a:spcPts val="300"/>
              </a:spcAft>
              <a:buFont typeface="Arial" panose="020B0604020202020204" pitchFamily="34" charset="0"/>
              <a:buChar char="•"/>
            </a:pPr>
            <a:r>
              <a:rPr lang="en-GB" sz="1000" b="0">
                <a:solidFill>
                  <a:sysClr val="windowText" lastClr="000000"/>
                </a:solidFill>
              </a:rPr>
              <a:t>The midpoint is at 50%</a:t>
            </a:r>
          </a:p>
          <a:p>
            <a:pPr marL="171450" indent="-171450" algn="l">
              <a:spcAft>
                <a:spcPts val="300"/>
              </a:spcAft>
              <a:buFont typeface="Arial" panose="020B0604020202020204" pitchFamily="34" charset="0"/>
              <a:buChar char="•"/>
            </a:pPr>
            <a:r>
              <a:rPr lang="en-GB" sz="1000" b="0">
                <a:solidFill>
                  <a:sysClr val="windowText" lastClr="000000"/>
                </a:solidFill>
              </a:rPr>
              <a:t>The gradients are used at a 0º angle</a:t>
            </a:r>
          </a:p>
          <a:p>
            <a:pPr marL="171450" indent="-171450" algn="l">
              <a:spcAft>
                <a:spcPts val="300"/>
              </a:spcAft>
              <a:buFont typeface="Arial" panose="020B0604020202020204" pitchFamily="34" charset="0"/>
              <a:buChar char="•"/>
            </a:pPr>
            <a:r>
              <a:rPr lang="en-GB" sz="1000" b="0">
                <a:solidFill>
                  <a:sysClr val="windowText" lastClr="000000"/>
                </a:solidFill>
              </a:rPr>
              <a:t>Use the linear gradient, never radial</a:t>
            </a:r>
          </a:p>
          <a:p>
            <a:pPr marL="171450" indent="-171450" algn="l">
              <a:spcAft>
                <a:spcPts val="300"/>
              </a:spcAft>
              <a:buFont typeface="Arial" panose="020B0604020202020204" pitchFamily="34" charset="0"/>
              <a:buChar char="•"/>
            </a:pPr>
            <a:r>
              <a:rPr lang="en-GB" sz="1000" b="0">
                <a:solidFill>
                  <a:sysClr val="windowText" lastClr="000000"/>
                </a:solidFill>
              </a:rPr>
              <a:t>Do not create new gradients; use only the gradients shown here</a:t>
            </a:r>
            <a:endParaRPr lang="en-US" sz="1000" b="0">
              <a:solidFill>
                <a:sysClr val="windowText" lastClr="000000"/>
              </a:solidFill>
            </a:endParaRPr>
          </a:p>
        </p:txBody>
      </p:sp>
      <p:sp>
        <p:nvSpPr>
          <p:cNvPr id="57" name="Rectangle 56">
            <a:extLst>
              <a:ext uri="{FF2B5EF4-FFF2-40B4-BE49-F238E27FC236}">
                <a16:creationId xmlns:a16="http://schemas.microsoft.com/office/drawing/2014/main" id="{9D5AAA1F-BD76-48F7-8C50-6E5979B9537B}"/>
              </a:ext>
            </a:extLst>
          </p:cNvPr>
          <p:cNvSpPr/>
          <p:nvPr userDrawn="1"/>
        </p:nvSpPr>
        <p:spPr>
          <a:xfrm>
            <a:off x="5225411" y="4304594"/>
            <a:ext cx="839614" cy="411225"/>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tx1"/>
                </a:solidFill>
              </a:rPr>
              <a:t>255</a:t>
            </a:r>
          </a:p>
          <a:p>
            <a:pPr algn="ctr"/>
            <a:r>
              <a:rPr lang="en-GB" sz="800">
                <a:solidFill>
                  <a:schemeClr val="tx1"/>
                </a:solidFill>
              </a:rPr>
              <a:t>255</a:t>
            </a:r>
          </a:p>
          <a:p>
            <a:pPr algn="ctr"/>
            <a:r>
              <a:rPr lang="en-GB" sz="800">
                <a:solidFill>
                  <a:schemeClr val="tx1"/>
                </a:solidFill>
              </a:rPr>
              <a:t>255</a:t>
            </a:r>
          </a:p>
        </p:txBody>
      </p:sp>
      <p:sp>
        <p:nvSpPr>
          <p:cNvPr id="58" name="TextBox 57">
            <a:extLst>
              <a:ext uri="{FF2B5EF4-FFF2-40B4-BE49-F238E27FC236}">
                <a16:creationId xmlns:a16="http://schemas.microsoft.com/office/drawing/2014/main" id="{3485E89C-C25F-4DDF-BA6F-8600323267FE}"/>
              </a:ext>
            </a:extLst>
          </p:cNvPr>
          <p:cNvSpPr txBox="1"/>
          <p:nvPr userDrawn="1"/>
        </p:nvSpPr>
        <p:spPr>
          <a:xfrm>
            <a:off x="6197184" y="4389395"/>
            <a:ext cx="1253995" cy="237066"/>
          </a:xfrm>
          <a:prstGeom prst="rect">
            <a:avLst/>
          </a:prstGeom>
          <a:noFill/>
        </p:spPr>
        <p:txBody>
          <a:bodyPr wrap="square" lIns="54610" tIns="54610" rIns="54610" bIns="54610" rtlCol="0" anchor="ctr">
            <a:noAutofit/>
          </a:bodyPr>
          <a:lstStyle/>
          <a:p>
            <a:pPr algn="l">
              <a:spcAft>
                <a:spcPts val="600"/>
              </a:spcAft>
            </a:pPr>
            <a:r>
              <a:rPr lang="en-GB" sz="1000"/>
              <a:t>White</a:t>
            </a:r>
          </a:p>
        </p:txBody>
      </p:sp>
      <p:sp>
        <p:nvSpPr>
          <p:cNvPr id="73" name="TextBox 72">
            <a:extLst>
              <a:ext uri="{FF2B5EF4-FFF2-40B4-BE49-F238E27FC236}">
                <a16:creationId xmlns:a16="http://schemas.microsoft.com/office/drawing/2014/main" id="{66117D9B-6EF8-4B36-A112-FD6D19D0AE23}"/>
              </a:ext>
            </a:extLst>
          </p:cNvPr>
          <p:cNvSpPr txBox="1"/>
          <p:nvPr userDrawn="1"/>
        </p:nvSpPr>
        <p:spPr>
          <a:xfrm>
            <a:off x="7146554" y="3336981"/>
            <a:ext cx="1194238" cy="153888"/>
          </a:xfrm>
          <a:prstGeom prst="rect">
            <a:avLst/>
          </a:prstGeom>
          <a:noFill/>
        </p:spPr>
        <p:txBody>
          <a:bodyPr wrap="none" lIns="0" tIns="0" rIns="0" bIns="0" rtlCol="0">
            <a:noAutofit/>
          </a:bodyPr>
          <a:lstStyle/>
          <a:p>
            <a:pPr algn="l">
              <a:spcAft>
                <a:spcPts val="600"/>
              </a:spcAft>
            </a:pPr>
            <a:r>
              <a:rPr lang="en-US" sz="1000" b="1">
                <a:solidFill>
                  <a:sysClr val="windowText" lastClr="000000"/>
                </a:solidFill>
              </a:rPr>
              <a:t>Traffic Light palette</a:t>
            </a:r>
            <a:endParaRPr lang="en-US" sz="1000" b="0">
              <a:solidFill>
                <a:sysClr val="windowText" lastClr="000000"/>
              </a:solidFill>
            </a:endParaRPr>
          </a:p>
        </p:txBody>
      </p:sp>
      <p:sp>
        <p:nvSpPr>
          <p:cNvPr id="101" name="Rectangle 100">
            <a:extLst>
              <a:ext uri="{FF2B5EF4-FFF2-40B4-BE49-F238E27FC236}">
                <a16:creationId xmlns:a16="http://schemas.microsoft.com/office/drawing/2014/main" id="{8629CA1F-9C19-4EBE-AACF-DD30D2A7CB9D}"/>
              </a:ext>
            </a:extLst>
          </p:cNvPr>
          <p:cNvSpPr>
            <a:spLocks/>
          </p:cNvSpPr>
          <p:nvPr userDrawn="1"/>
        </p:nvSpPr>
        <p:spPr>
          <a:xfrm>
            <a:off x="9353776" y="3589581"/>
            <a:ext cx="839614" cy="411225"/>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38</a:t>
            </a:r>
          </a:p>
          <a:p>
            <a:pPr algn="ctr"/>
            <a:r>
              <a:rPr lang="en-GB" sz="800">
                <a:solidFill>
                  <a:schemeClr val="bg1"/>
                </a:solidFill>
              </a:rPr>
              <a:t>153</a:t>
            </a:r>
          </a:p>
          <a:p>
            <a:pPr algn="ctr"/>
            <a:r>
              <a:rPr lang="en-GB" sz="800">
                <a:solidFill>
                  <a:schemeClr val="bg1"/>
                </a:solidFill>
              </a:rPr>
              <a:t>36</a:t>
            </a:r>
          </a:p>
        </p:txBody>
      </p:sp>
      <p:sp>
        <p:nvSpPr>
          <p:cNvPr id="102" name="Rectangle 101">
            <a:extLst>
              <a:ext uri="{FF2B5EF4-FFF2-40B4-BE49-F238E27FC236}">
                <a16:creationId xmlns:a16="http://schemas.microsoft.com/office/drawing/2014/main" id="{38F50825-9522-489D-AFE6-03DCC983AE45}"/>
              </a:ext>
            </a:extLst>
          </p:cNvPr>
          <p:cNvSpPr>
            <a:spLocks/>
          </p:cNvSpPr>
          <p:nvPr userDrawn="1"/>
        </p:nvSpPr>
        <p:spPr>
          <a:xfrm>
            <a:off x="8262131" y="3589581"/>
            <a:ext cx="839614" cy="411225"/>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241</a:t>
            </a:r>
          </a:p>
          <a:p>
            <a:pPr algn="ctr"/>
            <a:r>
              <a:rPr lang="en-GB" sz="800">
                <a:solidFill>
                  <a:schemeClr val="bg1"/>
                </a:solidFill>
              </a:rPr>
              <a:t>196</a:t>
            </a:r>
          </a:p>
          <a:p>
            <a:pPr algn="ctr"/>
            <a:r>
              <a:rPr lang="en-GB" sz="800">
                <a:solidFill>
                  <a:schemeClr val="bg1"/>
                </a:solidFill>
              </a:rPr>
              <a:t>77</a:t>
            </a:r>
          </a:p>
        </p:txBody>
      </p:sp>
      <p:sp>
        <p:nvSpPr>
          <p:cNvPr id="103" name="Rectangle 102">
            <a:extLst>
              <a:ext uri="{FF2B5EF4-FFF2-40B4-BE49-F238E27FC236}">
                <a16:creationId xmlns:a16="http://schemas.microsoft.com/office/drawing/2014/main" id="{920DF8B8-BB57-4FAB-8303-1EA0BDA6B7F5}"/>
              </a:ext>
            </a:extLst>
          </p:cNvPr>
          <p:cNvSpPr>
            <a:spLocks/>
          </p:cNvSpPr>
          <p:nvPr userDrawn="1"/>
        </p:nvSpPr>
        <p:spPr>
          <a:xfrm>
            <a:off x="7170486" y="3589581"/>
            <a:ext cx="839614" cy="411225"/>
          </a:xfrm>
          <a:prstGeom prst="rect">
            <a:avLst/>
          </a:prstGeom>
          <a:solidFill>
            <a:srgbClr val="ED21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237</a:t>
            </a:r>
          </a:p>
          <a:p>
            <a:pPr algn="ctr"/>
            <a:r>
              <a:rPr lang="en-GB" sz="800">
                <a:solidFill>
                  <a:schemeClr val="bg1"/>
                </a:solidFill>
              </a:rPr>
              <a:t>33</a:t>
            </a:r>
          </a:p>
          <a:p>
            <a:pPr algn="ctr"/>
            <a:r>
              <a:rPr lang="en-GB" sz="800">
                <a:solidFill>
                  <a:schemeClr val="bg1"/>
                </a:solidFill>
              </a:rPr>
              <a:t>36</a:t>
            </a:r>
          </a:p>
        </p:txBody>
      </p:sp>
      <p:sp>
        <p:nvSpPr>
          <p:cNvPr id="104" name="TextBox 103">
            <a:extLst>
              <a:ext uri="{FF2B5EF4-FFF2-40B4-BE49-F238E27FC236}">
                <a16:creationId xmlns:a16="http://schemas.microsoft.com/office/drawing/2014/main" id="{0E284CC6-D89E-4E2E-9C1A-D2D015D4CCE1}"/>
              </a:ext>
            </a:extLst>
          </p:cNvPr>
          <p:cNvSpPr txBox="1"/>
          <p:nvPr userDrawn="1"/>
        </p:nvSpPr>
        <p:spPr>
          <a:xfrm>
            <a:off x="7146553" y="4285684"/>
            <a:ext cx="4159622" cy="626317"/>
          </a:xfrm>
          <a:prstGeom prst="rect">
            <a:avLst/>
          </a:prstGeom>
          <a:noFill/>
        </p:spPr>
        <p:txBody>
          <a:bodyPr wrap="square" lIns="0" tIns="0" rIns="0" bIns="0" rtlCol="0">
            <a:noAutofit/>
          </a:bodyPr>
          <a:lstStyle/>
          <a:p>
            <a:pPr algn="l">
              <a:spcAft>
                <a:spcPts val="600"/>
              </a:spcAft>
            </a:pPr>
            <a:r>
              <a:rPr lang="en-US" sz="1000" b="1">
                <a:solidFill>
                  <a:sysClr val="windowText" lastClr="000000"/>
                </a:solidFill>
              </a:rPr>
              <a:t>Potential chart color order</a:t>
            </a:r>
          </a:p>
          <a:p>
            <a:pPr marL="171450" indent="-171450" algn="l">
              <a:spcAft>
                <a:spcPts val="300"/>
              </a:spcAft>
              <a:buFont typeface="Arial" panose="020B0604020202020204" pitchFamily="34" charset="0"/>
              <a:buChar char="•"/>
            </a:pPr>
            <a:r>
              <a:rPr lang="en-US" sz="1000" b="0">
                <a:solidFill>
                  <a:sysClr val="windowText" lastClr="000000"/>
                </a:solidFill>
              </a:rPr>
              <a:t>Prioritize our blues, but they don’t have to be used all at once</a:t>
            </a:r>
          </a:p>
          <a:p>
            <a:pPr marL="171450" indent="-171450" algn="l">
              <a:spcAft>
                <a:spcPts val="300"/>
              </a:spcAft>
              <a:buFont typeface="Arial" panose="020B0604020202020204" pitchFamily="34" charset="0"/>
              <a:buChar char="•"/>
            </a:pPr>
            <a:r>
              <a:rPr lang="en-US" sz="1000" b="0">
                <a:solidFill>
                  <a:sysClr val="windowText" lastClr="000000"/>
                </a:solidFill>
              </a:rPr>
              <a:t>Mix light, mid, and dark tones within data sets</a:t>
            </a:r>
          </a:p>
        </p:txBody>
      </p:sp>
      <p:cxnSp>
        <p:nvCxnSpPr>
          <p:cNvPr id="105" name="Straight Connector 104">
            <a:extLst>
              <a:ext uri="{FF2B5EF4-FFF2-40B4-BE49-F238E27FC236}">
                <a16:creationId xmlns:a16="http://schemas.microsoft.com/office/drawing/2014/main" id="{32E93FD9-5621-45B8-BDA7-4C88B41DB4D9}"/>
              </a:ext>
            </a:extLst>
          </p:cNvPr>
          <p:cNvCxnSpPr/>
          <p:nvPr userDrawn="1"/>
        </p:nvCxnSpPr>
        <p:spPr>
          <a:xfrm>
            <a:off x="7170486" y="3242602"/>
            <a:ext cx="4023114"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98F7303C-5EE8-4FA6-A437-87F2BF61E6C8}"/>
              </a:ext>
            </a:extLst>
          </p:cNvPr>
          <p:cNvCxnSpPr/>
          <p:nvPr userDrawn="1"/>
        </p:nvCxnSpPr>
        <p:spPr>
          <a:xfrm>
            <a:off x="7170486" y="4176642"/>
            <a:ext cx="4023114"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07" name="Group 106">
            <a:extLst>
              <a:ext uri="{FF2B5EF4-FFF2-40B4-BE49-F238E27FC236}">
                <a16:creationId xmlns:a16="http://schemas.microsoft.com/office/drawing/2014/main" id="{39C72177-73C5-408A-8C21-86379F35DFDA}"/>
              </a:ext>
            </a:extLst>
          </p:cNvPr>
          <p:cNvGrpSpPr/>
          <p:nvPr userDrawn="1"/>
        </p:nvGrpSpPr>
        <p:grpSpPr>
          <a:xfrm>
            <a:off x="7170486" y="5015319"/>
            <a:ext cx="4023114" cy="868052"/>
            <a:chOff x="6942744" y="5227726"/>
            <a:chExt cx="6397168" cy="1380293"/>
          </a:xfrm>
        </p:grpSpPr>
        <p:sp>
          <p:nvSpPr>
            <p:cNvPr id="108" name="Rectangle 107">
              <a:extLst>
                <a:ext uri="{FF2B5EF4-FFF2-40B4-BE49-F238E27FC236}">
                  <a16:creationId xmlns:a16="http://schemas.microsoft.com/office/drawing/2014/main" id="{09C4E567-3FDF-4915-8D1F-4D3869F8570F}"/>
                </a:ext>
              </a:extLst>
            </p:cNvPr>
            <p:cNvSpPr/>
            <p:nvPr userDrawn="1"/>
          </p:nvSpPr>
          <p:spPr>
            <a:xfrm>
              <a:off x="8821942" y="5227726"/>
              <a:ext cx="759576" cy="592341"/>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30</a:t>
              </a:r>
            </a:p>
            <a:p>
              <a:pPr algn="ctr"/>
              <a:r>
                <a:rPr lang="en-GB" sz="800">
                  <a:solidFill>
                    <a:schemeClr val="bg1"/>
                  </a:solidFill>
                </a:rPr>
                <a:t>73</a:t>
              </a:r>
            </a:p>
            <a:p>
              <a:pPr algn="ctr"/>
              <a:r>
                <a:rPr lang="en-GB" sz="800">
                  <a:solidFill>
                    <a:schemeClr val="bg1"/>
                  </a:solidFill>
                </a:rPr>
                <a:t>226</a:t>
              </a:r>
            </a:p>
          </p:txBody>
        </p:sp>
        <p:sp>
          <p:nvSpPr>
            <p:cNvPr id="109" name="Rectangle 108">
              <a:extLst>
                <a:ext uri="{FF2B5EF4-FFF2-40B4-BE49-F238E27FC236}">
                  <a16:creationId xmlns:a16="http://schemas.microsoft.com/office/drawing/2014/main" id="{2DA33985-45D0-4046-B44C-8DCBCFFD86AC}"/>
                </a:ext>
              </a:extLst>
            </p:cNvPr>
            <p:cNvSpPr/>
            <p:nvPr userDrawn="1"/>
          </p:nvSpPr>
          <p:spPr>
            <a:xfrm>
              <a:off x="6942744" y="5227726"/>
              <a:ext cx="759576" cy="592341"/>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51</a:t>
              </a:r>
            </a:p>
            <a:p>
              <a:pPr algn="ctr"/>
              <a:r>
                <a:rPr lang="en-GB" sz="800">
                  <a:solidFill>
                    <a:schemeClr val="bg1"/>
                  </a:solidFill>
                </a:rPr>
                <a:t>141</a:t>
              </a:r>
            </a:p>
          </p:txBody>
        </p:sp>
        <p:sp>
          <p:nvSpPr>
            <p:cNvPr id="110" name="Rectangle 109">
              <a:extLst>
                <a:ext uri="{FF2B5EF4-FFF2-40B4-BE49-F238E27FC236}">
                  <a16:creationId xmlns:a16="http://schemas.microsoft.com/office/drawing/2014/main" id="{60024D76-5422-4C07-A547-F2C593130265}"/>
                </a:ext>
              </a:extLst>
            </p:cNvPr>
            <p:cNvSpPr/>
            <p:nvPr userDrawn="1"/>
          </p:nvSpPr>
          <p:spPr>
            <a:xfrm>
              <a:off x="9761541" y="5227726"/>
              <a:ext cx="759576" cy="592341"/>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118</a:t>
              </a:r>
            </a:p>
            <a:p>
              <a:pPr algn="ctr"/>
              <a:r>
                <a:rPr lang="en-GB" sz="800">
                  <a:solidFill>
                    <a:sysClr val="windowText" lastClr="000000"/>
                  </a:solidFill>
                </a:rPr>
                <a:t>210</a:t>
              </a:r>
            </a:p>
            <a:p>
              <a:pPr algn="ctr"/>
              <a:r>
                <a:rPr lang="en-GB" sz="800">
                  <a:solidFill>
                    <a:sysClr val="windowText" lastClr="000000"/>
                  </a:solidFill>
                </a:rPr>
                <a:t>255</a:t>
              </a:r>
            </a:p>
          </p:txBody>
        </p:sp>
        <p:sp>
          <p:nvSpPr>
            <p:cNvPr id="111" name="Rectangle 110">
              <a:extLst>
                <a:ext uri="{FF2B5EF4-FFF2-40B4-BE49-F238E27FC236}">
                  <a16:creationId xmlns:a16="http://schemas.microsoft.com/office/drawing/2014/main" id="{06E42AD4-4E53-43DB-966B-14EA0ED3E458}"/>
                </a:ext>
              </a:extLst>
            </p:cNvPr>
            <p:cNvSpPr/>
            <p:nvPr userDrawn="1"/>
          </p:nvSpPr>
          <p:spPr>
            <a:xfrm>
              <a:off x="11640737" y="5227726"/>
              <a:ext cx="759576" cy="592341"/>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180</a:t>
              </a:r>
            </a:p>
            <a:p>
              <a:pPr algn="ctr"/>
              <a:r>
                <a:rPr lang="en-GB" sz="800">
                  <a:solidFill>
                    <a:schemeClr val="bg1"/>
                  </a:solidFill>
                </a:rPr>
                <a:t>151</a:t>
              </a:r>
            </a:p>
            <a:p>
              <a:pPr algn="ctr"/>
              <a:r>
                <a:rPr lang="en-GB" sz="800">
                  <a:solidFill>
                    <a:schemeClr val="bg1"/>
                  </a:solidFill>
                </a:rPr>
                <a:t>255</a:t>
              </a:r>
            </a:p>
          </p:txBody>
        </p:sp>
        <p:sp>
          <p:nvSpPr>
            <p:cNvPr id="112" name="Rectangle 111">
              <a:extLst>
                <a:ext uri="{FF2B5EF4-FFF2-40B4-BE49-F238E27FC236}">
                  <a16:creationId xmlns:a16="http://schemas.microsoft.com/office/drawing/2014/main" id="{3123BFF0-C9BC-4A9F-8C1A-6677CDC1F631}"/>
                </a:ext>
              </a:extLst>
            </p:cNvPr>
            <p:cNvSpPr/>
            <p:nvPr userDrawn="1"/>
          </p:nvSpPr>
          <p:spPr>
            <a:xfrm>
              <a:off x="8821942" y="6015678"/>
              <a:ext cx="759576" cy="592341"/>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253</a:t>
              </a:r>
            </a:p>
            <a:p>
              <a:pPr algn="ctr"/>
              <a:r>
                <a:rPr lang="en-GB" sz="800">
                  <a:solidFill>
                    <a:schemeClr val="bg1"/>
                  </a:solidFill>
                </a:rPr>
                <a:t>52</a:t>
              </a:r>
            </a:p>
            <a:p>
              <a:pPr algn="ctr"/>
              <a:r>
                <a:rPr lang="en-GB" sz="800">
                  <a:solidFill>
                    <a:schemeClr val="bg1"/>
                  </a:solidFill>
                </a:rPr>
                <a:t>156</a:t>
              </a:r>
            </a:p>
          </p:txBody>
        </p:sp>
        <p:sp>
          <p:nvSpPr>
            <p:cNvPr id="113" name="Rectangle 112">
              <a:extLst>
                <a:ext uri="{FF2B5EF4-FFF2-40B4-BE49-F238E27FC236}">
                  <a16:creationId xmlns:a16="http://schemas.microsoft.com/office/drawing/2014/main" id="{2B91896C-FA19-4C29-A6A4-8285D7F3418C}"/>
                </a:ext>
              </a:extLst>
            </p:cNvPr>
            <p:cNvSpPr/>
            <p:nvPr userDrawn="1"/>
          </p:nvSpPr>
          <p:spPr>
            <a:xfrm>
              <a:off x="10701139" y="5227726"/>
              <a:ext cx="759576" cy="592341"/>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114</a:t>
              </a:r>
            </a:p>
            <a:p>
              <a:pPr algn="ctr"/>
              <a:r>
                <a:rPr lang="en-GB" sz="800">
                  <a:solidFill>
                    <a:schemeClr val="bg1"/>
                  </a:solidFill>
                </a:rPr>
                <a:t>19</a:t>
              </a:r>
            </a:p>
            <a:p>
              <a:pPr algn="ctr"/>
              <a:r>
                <a:rPr lang="en-GB" sz="800">
                  <a:solidFill>
                    <a:schemeClr val="bg1"/>
                  </a:solidFill>
                </a:rPr>
                <a:t>234</a:t>
              </a:r>
            </a:p>
          </p:txBody>
        </p:sp>
        <p:sp>
          <p:nvSpPr>
            <p:cNvPr id="114" name="Rectangle 113">
              <a:extLst>
                <a:ext uri="{FF2B5EF4-FFF2-40B4-BE49-F238E27FC236}">
                  <a16:creationId xmlns:a16="http://schemas.microsoft.com/office/drawing/2014/main" id="{48E4376B-58CB-4B0E-AB7F-3AF61E7659F9}"/>
                </a:ext>
              </a:extLst>
            </p:cNvPr>
            <p:cNvSpPr/>
            <p:nvPr userDrawn="1"/>
          </p:nvSpPr>
          <p:spPr>
            <a:xfrm>
              <a:off x="9761541" y="6015678"/>
              <a:ext cx="759576" cy="592341"/>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255</a:t>
              </a:r>
            </a:p>
            <a:p>
              <a:pPr algn="ctr"/>
              <a:r>
                <a:rPr lang="en-GB" sz="800">
                  <a:solidFill>
                    <a:schemeClr val="bg1"/>
                  </a:solidFill>
                </a:rPr>
                <a:t>163</a:t>
              </a:r>
            </a:p>
            <a:p>
              <a:pPr algn="ctr"/>
              <a:r>
                <a:rPr lang="en-GB" sz="800">
                  <a:solidFill>
                    <a:schemeClr val="bg1"/>
                  </a:solidFill>
                </a:rPr>
                <a:t>218</a:t>
              </a:r>
            </a:p>
          </p:txBody>
        </p:sp>
        <p:sp>
          <p:nvSpPr>
            <p:cNvPr id="115" name="Rectangle 114">
              <a:extLst>
                <a:ext uri="{FF2B5EF4-FFF2-40B4-BE49-F238E27FC236}">
                  <a16:creationId xmlns:a16="http://schemas.microsoft.com/office/drawing/2014/main" id="{6CCBC42E-797C-4CB6-8C59-2D6FCDDB1F33}"/>
                </a:ext>
              </a:extLst>
            </p:cNvPr>
            <p:cNvSpPr/>
            <p:nvPr userDrawn="1"/>
          </p:nvSpPr>
          <p:spPr>
            <a:xfrm>
              <a:off x="6942744" y="6015678"/>
              <a:ext cx="759576" cy="592341"/>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192</a:t>
              </a:r>
            </a:p>
            <a:p>
              <a:pPr algn="ctr"/>
              <a:r>
                <a:rPr lang="en-GB" sz="800">
                  <a:solidFill>
                    <a:schemeClr val="bg1"/>
                  </a:solidFill>
                </a:rPr>
                <a:t>174</a:t>
              </a:r>
            </a:p>
          </p:txBody>
        </p:sp>
        <p:sp>
          <p:nvSpPr>
            <p:cNvPr id="116" name="Rectangle 115">
              <a:extLst>
                <a:ext uri="{FF2B5EF4-FFF2-40B4-BE49-F238E27FC236}">
                  <a16:creationId xmlns:a16="http://schemas.microsoft.com/office/drawing/2014/main" id="{691DA2AF-1629-48DB-9571-C0A4059F3B38}"/>
                </a:ext>
              </a:extLst>
            </p:cNvPr>
            <p:cNvSpPr/>
            <p:nvPr userDrawn="1"/>
          </p:nvSpPr>
          <p:spPr>
            <a:xfrm>
              <a:off x="12580336" y="6015678"/>
              <a:ext cx="759576" cy="592341"/>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99</a:t>
              </a:r>
            </a:p>
            <a:p>
              <a:pPr algn="ctr"/>
              <a:r>
                <a:rPr lang="en-GB" sz="800">
                  <a:solidFill>
                    <a:sysClr val="windowText" lastClr="000000"/>
                  </a:solidFill>
                </a:rPr>
                <a:t>235</a:t>
              </a:r>
            </a:p>
            <a:p>
              <a:pPr algn="ctr"/>
              <a:r>
                <a:rPr lang="en-GB" sz="800">
                  <a:solidFill>
                    <a:sysClr val="windowText" lastClr="000000"/>
                  </a:solidFill>
                </a:rPr>
                <a:t>218</a:t>
              </a:r>
            </a:p>
          </p:txBody>
        </p:sp>
        <p:sp>
          <p:nvSpPr>
            <p:cNvPr id="117" name="Rectangle 116">
              <a:extLst>
                <a:ext uri="{FF2B5EF4-FFF2-40B4-BE49-F238E27FC236}">
                  <a16:creationId xmlns:a16="http://schemas.microsoft.com/office/drawing/2014/main" id="{7004D9F3-522B-4798-8584-5DAEBCA82D69}"/>
                </a:ext>
              </a:extLst>
            </p:cNvPr>
            <p:cNvSpPr/>
            <p:nvPr userDrawn="1"/>
          </p:nvSpPr>
          <p:spPr>
            <a:xfrm>
              <a:off x="7882343" y="5227726"/>
              <a:ext cx="759576" cy="592341"/>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184</a:t>
              </a:r>
            </a:p>
            <a:p>
              <a:pPr algn="ctr"/>
              <a:r>
                <a:rPr lang="en-GB" sz="800">
                  <a:solidFill>
                    <a:schemeClr val="bg1"/>
                  </a:solidFill>
                </a:rPr>
                <a:t>245</a:t>
              </a:r>
            </a:p>
          </p:txBody>
        </p:sp>
        <p:sp>
          <p:nvSpPr>
            <p:cNvPr id="118" name="Rectangle 117">
              <a:extLst>
                <a:ext uri="{FF2B5EF4-FFF2-40B4-BE49-F238E27FC236}">
                  <a16:creationId xmlns:a16="http://schemas.microsoft.com/office/drawing/2014/main" id="{DDFAE922-1756-4DBB-9867-8AF985CB3C58}"/>
                </a:ext>
              </a:extLst>
            </p:cNvPr>
            <p:cNvSpPr/>
            <p:nvPr userDrawn="1"/>
          </p:nvSpPr>
          <p:spPr>
            <a:xfrm>
              <a:off x="11640737" y="6015678"/>
              <a:ext cx="759576" cy="592341"/>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81</a:t>
              </a:r>
            </a:p>
            <a:p>
              <a:pPr algn="ctr"/>
              <a:r>
                <a:rPr lang="en-GB" sz="800">
                  <a:solidFill>
                    <a:schemeClr val="bg1"/>
                  </a:solidFill>
                </a:rPr>
                <a:t>13</a:t>
              </a:r>
            </a:p>
            <a:p>
              <a:pPr algn="ctr"/>
              <a:r>
                <a:rPr lang="en-GB" sz="800">
                  <a:solidFill>
                    <a:schemeClr val="bg1"/>
                  </a:solidFill>
                </a:rPr>
                <a:t>188</a:t>
              </a:r>
            </a:p>
          </p:txBody>
        </p:sp>
        <p:sp>
          <p:nvSpPr>
            <p:cNvPr id="119" name="Rectangle 118">
              <a:extLst>
                <a:ext uri="{FF2B5EF4-FFF2-40B4-BE49-F238E27FC236}">
                  <a16:creationId xmlns:a16="http://schemas.microsoft.com/office/drawing/2014/main" id="{88FF5845-C594-4FAB-AA8F-EA33A333B321}"/>
                </a:ext>
              </a:extLst>
            </p:cNvPr>
            <p:cNvSpPr/>
            <p:nvPr userDrawn="1"/>
          </p:nvSpPr>
          <p:spPr>
            <a:xfrm>
              <a:off x="12580336" y="5227726"/>
              <a:ext cx="759576" cy="592341"/>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9</a:t>
              </a:r>
            </a:p>
            <a:p>
              <a:pPr algn="ctr"/>
              <a:r>
                <a:rPr lang="en-GB" sz="800">
                  <a:solidFill>
                    <a:schemeClr val="bg1"/>
                  </a:solidFill>
                </a:rPr>
                <a:t>142</a:t>
              </a:r>
            </a:p>
            <a:p>
              <a:pPr algn="ctr"/>
              <a:r>
                <a:rPr lang="en-GB" sz="800">
                  <a:solidFill>
                    <a:schemeClr val="bg1"/>
                  </a:solidFill>
                </a:rPr>
                <a:t>126</a:t>
              </a:r>
            </a:p>
          </p:txBody>
        </p:sp>
        <p:sp>
          <p:nvSpPr>
            <p:cNvPr id="120" name="Rectangle 119">
              <a:extLst>
                <a:ext uri="{FF2B5EF4-FFF2-40B4-BE49-F238E27FC236}">
                  <a16:creationId xmlns:a16="http://schemas.microsoft.com/office/drawing/2014/main" id="{BDF8DBD9-3426-4B1A-A0E8-1F5F3DA02FE2}"/>
                </a:ext>
              </a:extLst>
            </p:cNvPr>
            <p:cNvSpPr/>
            <p:nvPr userDrawn="1"/>
          </p:nvSpPr>
          <p:spPr>
            <a:xfrm>
              <a:off x="10701139" y="6015678"/>
              <a:ext cx="759576" cy="592341"/>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p:txBody>
        </p:sp>
        <p:sp>
          <p:nvSpPr>
            <p:cNvPr id="121" name="Rectangle 120">
              <a:extLst>
                <a:ext uri="{FF2B5EF4-FFF2-40B4-BE49-F238E27FC236}">
                  <a16:creationId xmlns:a16="http://schemas.microsoft.com/office/drawing/2014/main" id="{7F2702EE-4E6E-4980-B5D2-9FC76A136BA8}"/>
                </a:ext>
              </a:extLst>
            </p:cNvPr>
            <p:cNvSpPr/>
            <p:nvPr userDrawn="1"/>
          </p:nvSpPr>
          <p:spPr>
            <a:xfrm>
              <a:off x="7882343" y="6015678"/>
              <a:ext cx="759576" cy="592341"/>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171</a:t>
              </a:r>
            </a:p>
            <a:p>
              <a:pPr algn="ctr"/>
              <a:r>
                <a:rPr lang="en-GB" sz="800">
                  <a:solidFill>
                    <a:schemeClr val="bg1"/>
                  </a:solidFill>
                </a:rPr>
                <a:t>13</a:t>
              </a:r>
            </a:p>
            <a:p>
              <a:pPr algn="ctr"/>
              <a:r>
                <a:rPr lang="en-GB" sz="800">
                  <a:solidFill>
                    <a:schemeClr val="bg1"/>
                  </a:solidFill>
                </a:rPr>
                <a:t>130</a:t>
              </a:r>
            </a:p>
          </p:txBody>
        </p:sp>
      </p:grpSp>
    </p:spTree>
    <p:extLst>
      <p:ext uri="{BB962C8B-B14F-4D97-AF65-F5344CB8AC3E}">
        <p14:creationId xmlns:p14="http://schemas.microsoft.com/office/powerpoint/2010/main" val="606796644"/>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B00C76C-8FDF-939D-9BF7-ED86B8A09683}"/>
              </a:ext>
            </a:extLst>
          </p:cNvPr>
          <p:cNvSpPr/>
          <p:nvPr userDrawn="1"/>
        </p:nvSpPr>
        <p:spPr>
          <a:xfrm>
            <a:off x="0" y="0"/>
            <a:ext cx="6482281" cy="6029608"/>
          </a:xfrm>
          <a:prstGeom prst="rect">
            <a:avLst/>
          </a:prstGeom>
          <a:gradFill>
            <a:gsLst>
              <a:gs pos="0">
                <a:srgbClr val="7213EA"/>
              </a:gs>
              <a:gs pos="100000">
                <a:srgbClr val="1E49E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995364" y="2296814"/>
            <a:ext cx="4020256" cy="533400"/>
          </a:xfrm>
        </p:spPr>
        <p:txBody>
          <a:bodyPr anchor="ctr"/>
          <a:lstStyle>
            <a:lvl1pPr>
              <a:defRPr sz="6600">
                <a:solidFill>
                  <a:schemeClr val="bg1"/>
                </a:solidFill>
              </a:defRPr>
            </a:lvl1pPr>
          </a:lstStyle>
          <a:p>
            <a:r>
              <a:rPr lang="en-US"/>
              <a:t>Click to edit Master title style</a:t>
            </a:r>
            <a:endParaRPr lang="en-GB"/>
          </a:p>
        </p:txBody>
      </p:sp>
      <p:sp>
        <p:nvSpPr>
          <p:cNvPr id="23" name="Text Placeholder 22">
            <a:extLst>
              <a:ext uri="{FF2B5EF4-FFF2-40B4-BE49-F238E27FC236}">
                <a16:creationId xmlns:a16="http://schemas.microsoft.com/office/drawing/2014/main" id="{530DB1C0-6A8F-C400-D535-756CF0C3CD7E}"/>
              </a:ext>
            </a:extLst>
          </p:cNvPr>
          <p:cNvSpPr>
            <a:spLocks noGrp="1"/>
          </p:cNvSpPr>
          <p:nvPr>
            <p:ph type="body" sz="quarter" idx="17"/>
          </p:nvPr>
        </p:nvSpPr>
        <p:spPr>
          <a:xfrm>
            <a:off x="6690511" y="517524"/>
            <a:ext cx="4498290" cy="5231425"/>
          </a:xfrm>
        </p:spPr>
        <p:txBody>
          <a:bodyPr anchor="ctr"/>
          <a:lstStyle>
            <a:lvl1pPr>
              <a:spcAft>
                <a:spcPts val="0"/>
              </a:spcAft>
              <a:defRPr sz="1800" b="1">
                <a:solidFill>
                  <a:schemeClr val="tx2"/>
                </a:solidFill>
              </a:defRPr>
            </a:lvl1pPr>
            <a:lvl2pPr>
              <a:spcAft>
                <a:spcPts val="0"/>
              </a:spcAft>
              <a:defRPr sz="160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47682043"/>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Agenda with imag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099F4025-D6D1-3FCA-5131-3FE2BFC2B5A4}"/>
              </a:ext>
            </a:extLst>
          </p:cNvPr>
          <p:cNvSpPr>
            <a:spLocks noGrp="1"/>
          </p:cNvSpPr>
          <p:nvPr>
            <p:ph type="pic" sz="quarter" idx="24"/>
          </p:nvPr>
        </p:nvSpPr>
        <p:spPr>
          <a:xfrm>
            <a:off x="1" y="0"/>
            <a:ext cx="6509442" cy="6029325"/>
          </a:xfr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lvl1pPr algn="ctr">
              <a:defRPr lang="en-US" sz="1500">
                <a:solidFill>
                  <a:schemeClr val="bg1"/>
                </a:solidFill>
              </a:defRPr>
            </a:lvl1pPr>
          </a:lstStyle>
          <a:p>
            <a:pPr lvl="0"/>
            <a:r>
              <a:rPr lang="en-US"/>
              <a:t>Click icon to add picture</a:t>
            </a:r>
          </a:p>
        </p:txBody>
      </p:sp>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995364" y="2296814"/>
            <a:ext cx="4020256" cy="533400"/>
          </a:xfrm>
        </p:spPr>
        <p:txBody>
          <a:bodyPr anchor="ctr"/>
          <a:lstStyle>
            <a:lvl1pPr>
              <a:defRPr sz="6600">
                <a:solidFill>
                  <a:schemeClr val="tx2"/>
                </a:solidFill>
              </a:defRPr>
            </a:lvl1pPr>
          </a:lstStyle>
          <a:p>
            <a:r>
              <a:rPr lang="en-US"/>
              <a:t>Click to edit Master title style</a:t>
            </a:r>
            <a:endParaRPr lang="en-GB"/>
          </a:p>
        </p:txBody>
      </p:sp>
      <p:sp>
        <p:nvSpPr>
          <p:cNvPr id="3" name="Text Placeholder 22">
            <a:extLst>
              <a:ext uri="{FF2B5EF4-FFF2-40B4-BE49-F238E27FC236}">
                <a16:creationId xmlns:a16="http://schemas.microsoft.com/office/drawing/2014/main" id="{B27649C9-300B-0A43-CF29-9A706DD5F417}"/>
              </a:ext>
            </a:extLst>
          </p:cNvPr>
          <p:cNvSpPr>
            <a:spLocks noGrp="1"/>
          </p:cNvSpPr>
          <p:nvPr>
            <p:ph type="body" sz="quarter" idx="17"/>
          </p:nvPr>
        </p:nvSpPr>
        <p:spPr>
          <a:xfrm>
            <a:off x="6826313" y="517524"/>
            <a:ext cx="4362488" cy="5231425"/>
          </a:xfrm>
        </p:spPr>
        <p:txBody>
          <a:bodyPr anchor="ctr"/>
          <a:lstStyle>
            <a:lvl1pPr>
              <a:spcAft>
                <a:spcPts val="0"/>
              </a:spcAft>
              <a:defRPr sz="1800" b="1">
                <a:solidFill>
                  <a:schemeClr val="tx2"/>
                </a:solidFill>
              </a:defRPr>
            </a:lvl1pPr>
            <a:lvl2pPr>
              <a:spcAft>
                <a:spcPts val="0"/>
              </a:spcAft>
              <a:defRPr sz="160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553574869"/>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Content - One Column with call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03BF0349-D058-A407-0551-F4C4F624967E}"/>
              </a:ext>
            </a:extLst>
          </p:cNvPr>
          <p:cNvSpPr>
            <a:spLocks noGrp="1"/>
          </p:cNvSpPr>
          <p:nvPr>
            <p:ph sz="quarter" idx="11"/>
          </p:nvPr>
        </p:nvSpPr>
        <p:spPr>
          <a:xfrm>
            <a:off x="995363" y="1319213"/>
            <a:ext cx="7071275" cy="4552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B70D78B4-5113-23F5-AF68-C56D3317A348}"/>
              </a:ext>
            </a:extLst>
          </p:cNvPr>
          <p:cNvSpPr>
            <a:spLocks noGrp="1"/>
          </p:cNvSpPr>
          <p:nvPr>
            <p:ph sz="quarter" idx="12"/>
          </p:nvPr>
        </p:nvSpPr>
        <p:spPr>
          <a:xfrm>
            <a:off x="8374455" y="1319213"/>
            <a:ext cx="2822182" cy="4552950"/>
          </a:xfrm>
        </p:spPr>
        <p:txBody>
          <a:bodyPr anchor="ctr"/>
          <a:lstStyle>
            <a:lvl1pPr algn="ctr">
              <a:defRPr/>
            </a:lvl1pPr>
            <a:lvl2pPr algn="ctr">
              <a:defRPr/>
            </a:lvl2pPr>
          </a:lstStyle>
          <a:p>
            <a:pPr lvl="0"/>
            <a:r>
              <a:rPr lang="en-US"/>
              <a:t>Click to edit Master text styles</a:t>
            </a:r>
          </a:p>
        </p:txBody>
      </p:sp>
    </p:spTree>
    <p:extLst>
      <p:ext uri="{BB962C8B-B14F-4D97-AF65-F5344CB8AC3E}">
        <p14:creationId xmlns:p14="http://schemas.microsoft.com/office/powerpoint/2010/main" val="4162213864"/>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Content - One Column _doubl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C733E-E364-489F-B7AF-D2002EE59732}"/>
              </a:ext>
            </a:extLst>
          </p:cNvPr>
          <p:cNvSpPr>
            <a:spLocks noGrp="1"/>
          </p:cNvSpPr>
          <p:nvPr>
            <p:ph type="title" hasCustomPrompt="1"/>
          </p:nvPr>
        </p:nvSpPr>
        <p:spPr>
          <a:xfrm>
            <a:off x="995364" y="431800"/>
            <a:ext cx="10204450" cy="1001074"/>
          </a:xfrm>
        </p:spPr>
        <p:txBody>
          <a:bodyPr/>
          <a:lstStyle>
            <a:lvl1pPr>
              <a:defRPr/>
            </a:lvl1pPr>
          </a:lstStyle>
          <a:p>
            <a:r>
              <a:rPr lang="en-US"/>
              <a:t>Click to edit </a:t>
            </a:r>
            <a:br>
              <a:rPr lang="en-US"/>
            </a:br>
            <a:r>
              <a:rPr lang="en-US"/>
              <a:t>Master title style</a:t>
            </a:r>
            <a:endParaRPr lang="en-GB"/>
          </a:p>
        </p:txBody>
      </p:sp>
      <p:sp>
        <p:nvSpPr>
          <p:cNvPr id="5" name="Content Placeholder 4">
            <a:extLst>
              <a:ext uri="{FF2B5EF4-FFF2-40B4-BE49-F238E27FC236}">
                <a16:creationId xmlns:a16="http://schemas.microsoft.com/office/drawing/2014/main" id="{547C9FF4-C999-39DC-2F76-6B71B5A8BED9}"/>
              </a:ext>
            </a:extLst>
          </p:cNvPr>
          <p:cNvSpPr>
            <a:spLocks noGrp="1"/>
          </p:cNvSpPr>
          <p:nvPr>
            <p:ph sz="quarter" idx="11"/>
          </p:nvPr>
        </p:nvSpPr>
        <p:spPr>
          <a:xfrm>
            <a:off x="995363" y="1700213"/>
            <a:ext cx="8759824" cy="4176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6728592"/>
      </p:ext>
    </p:extLst>
  </p:cSld>
  <p:clrMapOvr>
    <a:masterClrMapping/>
  </p:clrMapOvr>
  <p:extLst>
    <p:ext uri="{DCECCB84-F9BA-43D5-87BE-67443E8EF086}">
      <p15:sldGuideLst xmlns:p15="http://schemas.microsoft.com/office/powerpoint/2012/main">
        <p15:guide id="1" orient="horz" pos="1071">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Content - One Column - Dark BG colour">
    <p:bg>
      <p:bgPr>
        <a:solidFill>
          <a:schemeClr val="accent2"/>
        </a:solidFill>
        <a:effectLst/>
      </p:bgPr>
    </p:bg>
    <p:spTree>
      <p:nvGrpSpPr>
        <p:cNvPr id="1" name=""/>
        <p:cNvGrpSpPr/>
        <p:nvPr/>
      </p:nvGrpSpPr>
      <p:grpSpPr>
        <a:xfrm>
          <a:off x="0" y="0"/>
          <a:ext cx="0" cy="0"/>
          <a:chOff x="0" y="0"/>
          <a:chExt cx="0" cy="0"/>
        </a:xfrm>
      </p:grpSpPr>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2" name="Title 1">
            <a:extLst>
              <a:ext uri="{FF2B5EF4-FFF2-40B4-BE49-F238E27FC236}">
                <a16:creationId xmlns:a16="http://schemas.microsoft.com/office/drawing/2014/main" id="{893FD8B3-A559-4E34-BA53-32A7F9278785}"/>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9" name="Graphic 8">
            <a:extLst>
              <a:ext uri="{FF2B5EF4-FFF2-40B4-BE49-F238E27FC236}">
                <a16:creationId xmlns:a16="http://schemas.microsoft.com/office/drawing/2014/main" id="{48947F85-E5F1-445E-BD2C-8963D165668D}"/>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5" name="Content Placeholder 4">
            <a:extLst>
              <a:ext uri="{FF2B5EF4-FFF2-40B4-BE49-F238E27FC236}">
                <a16:creationId xmlns:a16="http://schemas.microsoft.com/office/drawing/2014/main" id="{5175E1DB-F124-D258-2E60-1D91DC98BF9D}"/>
              </a:ext>
            </a:extLst>
          </p:cNvPr>
          <p:cNvSpPr>
            <a:spLocks noGrp="1"/>
          </p:cNvSpPr>
          <p:nvPr>
            <p:ph sz="quarter" idx="11"/>
          </p:nvPr>
        </p:nvSpPr>
        <p:spPr>
          <a:xfrm>
            <a:off x="995363" y="1330325"/>
            <a:ext cx="8745674" cy="4546600"/>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77746780"/>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Content - One Column Chart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D32ADA-D319-4A1F-BF43-8C0B259FADD8}"/>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969E5A1F-6A53-8F08-BF73-3A465A63460C}"/>
              </a:ext>
            </a:extLst>
          </p:cNvPr>
          <p:cNvSpPr>
            <a:spLocks noGrp="1"/>
          </p:cNvSpPr>
          <p:nvPr>
            <p:ph sz="quarter" idx="12"/>
          </p:nvPr>
        </p:nvSpPr>
        <p:spPr>
          <a:xfrm>
            <a:off x="995363" y="1338067"/>
            <a:ext cx="10195200" cy="2136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4A9A8E5C-1DF5-A8AD-B648-0094CAE89A1D}"/>
              </a:ext>
            </a:extLst>
          </p:cNvPr>
          <p:cNvSpPr>
            <a:spLocks noGrp="1"/>
          </p:cNvSpPr>
          <p:nvPr>
            <p:ph sz="quarter" idx="13"/>
          </p:nvPr>
        </p:nvSpPr>
        <p:spPr>
          <a:xfrm>
            <a:off x="995363" y="3741091"/>
            <a:ext cx="10195200" cy="2136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30893686"/>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379057375"/>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userDrawn="1">
  <p:cSld name="6_Cover - He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523C04AA-61A2-76CB-9A43-33E33F1961BC}"/>
              </a:ext>
            </a:extLst>
          </p:cNvPr>
          <p:cNvSpPr/>
          <p:nvPr userDrawn="1"/>
        </p:nvSpPr>
        <p:spPr>
          <a:xfrm>
            <a:off x="1" y="0"/>
            <a:ext cx="8882345" cy="6858000"/>
          </a:xfrm>
          <a:custGeom>
            <a:avLst/>
            <a:gdLst>
              <a:gd name="connsiteX0" fmla="*/ 0 w 8882345"/>
              <a:gd name="connsiteY0" fmla="*/ 0 h 6858000"/>
              <a:gd name="connsiteX1" fmla="*/ 8882345 w 8882345"/>
              <a:gd name="connsiteY1" fmla="*/ 0 h 6858000"/>
              <a:gd name="connsiteX2" fmla="*/ 8805853 w 8882345"/>
              <a:gd name="connsiteY2" fmla="*/ 26366 h 6858000"/>
              <a:gd name="connsiteX3" fmla="*/ 6382987 w 8882345"/>
              <a:gd name="connsiteY3" fmla="*/ 3559629 h 6858000"/>
              <a:gd name="connsiteX4" fmla="*/ 8160770 w 8882345"/>
              <a:gd name="connsiteY4" fmla="*/ 6776573 h 6858000"/>
              <a:gd name="connsiteX5" fmla="*/ 8299786 w 8882345"/>
              <a:gd name="connsiteY5" fmla="*/ 6858000 h 6858000"/>
              <a:gd name="connsiteX6" fmla="*/ 0 w 8882345"/>
              <a:gd name="connsiteY6" fmla="*/ 6858000 h 6858000"/>
              <a:gd name="connsiteX7" fmla="*/ 0 w 8882345"/>
              <a:gd name="connsiteY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82345" h="6858000">
                <a:moveTo>
                  <a:pt x="0" y="0"/>
                </a:moveTo>
                <a:lnTo>
                  <a:pt x="8882345" y="0"/>
                </a:lnTo>
                <a:lnTo>
                  <a:pt x="8805853" y="26366"/>
                </a:lnTo>
                <a:cubicBezTo>
                  <a:pt x="7392002" y="553728"/>
                  <a:pt x="6382987" y="1936641"/>
                  <a:pt x="6382987" y="3559629"/>
                </a:cubicBezTo>
                <a:cubicBezTo>
                  <a:pt x="6382987" y="4922939"/>
                  <a:pt x="7094948" y="6116852"/>
                  <a:pt x="8160770" y="6776573"/>
                </a:cubicBezTo>
                <a:lnTo>
                  <a:pt x="8299786" y="6858000"/>
                </a:lnTo>
                <a:lnTo>
                  <a:pt x="0" y="6858000"/>
                </a:lnTo>
                <a:lnTo>
                  <a:pt x="0" y="0"/>
                </a:lnTo>
                <a:close/>
              </a:path>
            </a:pathLst>
          </a:custGeom>
          <a:gradFill flip="none" rotWithShape="1">
            <a:gsLst>
              <a:gs pos="100000">
                <a:schemeClr val="accent1">
                  <a:lumMod val="97000"/>
                  <a:alpha val="23210"/>
                </a:schemeClr>
              </a:gs>
              <a:gs pos="29000">
                <a:srgbClr val="00338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54610" tIns="54610" rIns="54610" bIns="54610" rtlCol="0" anchor="ctr">
            <a:noAutofit/>
          </a:bodyPr>
          <a:lstStyle/>
          <a:p>
            <a:pPr algn="l"/>
            <a:endParaRPr lang="en-US" sz="1000">
              <a:solidFill>
                <a:schemeClr val="bg1"/>
              </a:solidFill>
            </a:endParaRPr>
          </a:p>
        </p:txBody>
      </p:sp>
      <p:sp>
        <p:nvSpPr>
          <p:cNvPr id="6" name="Freeform 19" descr="KPMG logo">
            <a:extLst>
              <a:ext uri="{FF2B5EF4-FFF2-40B4-BE49-F238E27FC236}">
                <a16:creationId xmlns:a16="http://schemas.microsoft.com/office/drawing/2014/main" id="{59A07AF0-DDCB-44AE-A134-78A8154E7486}"/>
              </a:ext>
            </a:extLst>
          </p:cNvPr>
          <p:cNvSpPr>
            <a:spLocks noEditPoints="1"/>
          </p:cNvSpPr>
          <p:nvPr userDrawn="1"/>
        </p:nvSpPr>
        <p:spPr bwMode="auto">
          <a:xfrm>
            <a:off x="634964" y="628875"/>
            <a:ext cx="720000" cy="29288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Title 1">
            <a:extLst>
              <a:ext uri="{FF2B5EF4-FFF2-40B4-BE49-F238E27FC236}">
                <a16:creationId xmlns:a16="http://schemas.microsoft.com/office/drawing/2014/main" id="{8FB2A553-5DB2-4934-AE90-D7CCD678D9DA}"/>
              </a:ext>
            </a:extLst>
          </p:cNvPr>
          <p:cNvSpPr>
            <a:spLocks noGrp="1"/>
          </p:cNvSpPr>
          <p:nvPr>
            <p:ph type="title"/>
          </p:nvPr>
        </p:nvSpPr>
        <p:spPr>
          <a:xfrm>
            <a:off x="588099" y="1412875"/>
            <a:ext cx="6336575" cy="2068259"/>
          </a:xfrm>
        </p:spPr>
        <p:txBody>
          <a:bodyPr anchor="t" anchorCtr="0"/>
          <a:lstStyle>
            <a:lvl1pPr>
              <a:defRPr sz="9600">
                <a:solidFill>
                  <a:schemeClr val="bg1"/>
                </a:solidFill>
              </a:defRPr>
            </a:lvl1pPr>
          </a:lstStyle>
          <a:p>
            <a:r>
              <a:rPr lang="en-US"/>
              <a:t>Click to edit Master title style</a:t>
            </a:r>
            <a:endParaRPr lang="en-GB"/>
          </a:p>
        </p:txBody>
      </p:sp>
      <p:sp>
        <p:nvSpPr>
          <p:cNvPr id="4" name="Text Placeholder 3">
            <a:extLst>
              <a:ext uri="{FF2B5EF4-FFF2-40B4-BE49-F238E27FC236}">
                <a16:creationId xmlns:a16="http://schemas.microsoft.com/office/drawing/2014/main" id="{4E93292E-AA8F-4E71-8501-27FC1ED58DE2}"/>
              </a:ext>
            </a:extLst>
          </p:cNvPr>
          <p:cNvSpPr>
            <a:spLocks noGrp="1"/>
          </p:cNvSpPr>
          <p:nvPr>
            <p:ph type="body" sz="quarter" idx="10"/>
          </p:nvPr>
        </p:nvSpPr>
        <p:spPr>
          <a:xfrm>
            <a:off x="588099" y="4728749"/>
            <a:ext cx="6336575" cy="881635"/>
          </a:xfrm>
        </p:spPr>
        <p:txBody>
          <a:bodyPr/>
          <a:lstStyle>
            <a:lvl1pPr>
              <a:defRPr sz="16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5195326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userDrawn="1">
  <p:cSld name="3_Title only 2">
    <p:bg>
      <p:bgPr>
        <a:blipFill dpi="0" rotWithShape="1">
          <a:blip r:embed="rId2" cstate="print">
            <a:lum/>
            <a:extLst>
              <a:ext uri="{28A0092B-C50C-407E-A947-70E740481C1C}">
                <a14:useLocalDpi xmlns:a14="http://schemas.microsoft.com/office/drawing/2010/main"/>
              </a:ext>
            </a:extLst>
          </a:blip>
          <a:srcRect/>
          <a:stretch>
            <a:fillRect t="-5000" b="-5000"/>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A65E8D1-7DBC-D374-379F-9E1A2245809E}"/>
              </a:ext>
            </a:extLst>
          </p:cNvPr>
          <p:cNvSpPr/>
          <p:nvPr userDrawn="1"/>
        </p:nvSpPr>
        <p:spPr>
          <a:xfrm>
            <a:off x="0" y="0"/>
            <a:ext cx="12192000" cy="6858000"/>
          </a:xfrm>
          <a:prstGeom prst="rect">
            <a:avLst/>
          </a:prstGeom>
          <a:gradFill flip="none" rotWithShape="1">
            <a:gsLst>
              <a:gs pos="2000">
                <a:schemeClr val="accent1">
                  <a:alpha val="0"/>
                  <a:lumMod val="0"/>
                </a:schemeClr>
              </a:gs>
              <a:gs pos="55000">
                <a:srgbClr val="0C233C">
                  <a:alpha val="53000"/>
                </a:srgbClr>
              </a:gs>
              <a:gs pos="100000">
                <a:schemeClr val="accent1">
                  <a:lumMod val="30000"/>
                  <a:lumOff val="70000"/>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000">
              <a:solidFill>
                <a:schemeClr val="bg1"/>
              </a:solidFill>
            </a:endParaRPr>
          </a:p>
        </p:txBody>
      </p:sp>
      <p:sp>
        <p:nvSpPr>
          <p:cNvPr id="7" name="Title 6">
            <a:extLst>
              <a:ext uri="{FF2B5EF4-FFF2-40B4-BE49-F238E27FC236}">
                <a16:creationId xmlns:a16="http://schemas.microsoft.com/office/drawing/2014/main" id="{F7796F06-24A7-9060-BA31-21B635C838B8}"/>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2" name="Shape 8">
            <a:extLst>
              <a:ext uri="{FF2B5EF4-FFF2-40B4-BE49-F238E27FC236}">
                <a16:creationId xmlns:a16="http://schemas.microsoft.com/office/drawing/2014/main" id="{19405E66-ABCC-1372-38F3-2275638C8871}"/>
              </a:ext>
            </a:extLst>
          </p:cNvPr>
          <p:cNvSpPr txBox="1">
            <a:spLocks/>
          </p:cNvSpPr>
          <p:nvPr userDrawn="1"/>
        </p:nvSpPr>
        <p:spPr>
          <a:xfrm>
            <a:off x="11456158" y="6506110"/>
            <a:ext cx="242486" cy="146304"/>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8" name="Freeform 19">
            <a:extLst>
              <a:ext uri="{FF2B5EF4-FFF2-40B4-BE49-F238E27FC236}">
                <a16:creationId xmlns:a16="http://schemas.microsoft.com/office/drawing/2014/main" id="{A973B666-B8FE-D71D-DF52-A12A11B6FBD1}"/>
              </a:ext>
              <a:ext uri="{C183D7F6-B498-43B3-948B-1728B52AA6E4}">
                <adec:decorative xmlns:adec="http://schemas.microsoft.com/office/drawing/2017/decorative" val="1"/>
              </a:ext>
            </a:extLst>
          </p:cNvPr>
          <p:cNvSpPr>
            <a:spLocks noEditPoints="1"/>
          </p:cNvSpPr>
          <p:nvPr userDrawn="1"/>
        </p:nvSpPr>
        <p:spPr bwMode="auto">
          <a:xfrm>
            <a:off x="500633" y="6480816"/>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9" name="TextBox 8">
            <a:extLst>
              <a:ext uri="{FF2B5EF4-FFF2-40B4-BE49-F238E27FC236}">
                <a16:creationId xmlns:a16="http://schemas.microsoft.com/office/drawing/2014/main" id="{FA9CA27F-7AAE-452D-D448-8D8272CE7746}"/>
              </a:ext>
              <a:ext uri="{C183D7F6-B498-43B3-948B-1728B52AA6E4}">
                <adec:decorative xmlns:adec="http://schemas.microsoft.com/office/drawing/2017/decorative" val="1"/>
              </a:ext>
            </a:extLst>
          </p:cNvPr>
          <p:cNvSpPr txBox="1"/>
          <p:nvPr userDrawn="1"/>
        </p:nvSpPr>
        <p:spPr>
          <a:xfrm>
            <a:off x="1831656" y="6480816"/>
            <a:ext cx="5974864" cy="196893"/>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0" i="0" u="none" strike="noStrike" kern="1200">
                <a:solidFill>
                  <a:schemeClr val="bg1"/>
                </a:solidFill>
                <a:effectLst/>
                <a:latin typeface="+mn-lt"/>
                <a:ea typeface="+mn-ea"/>
                <a:cs typeface="+mn-cs"/>
              </a:rPr>
              <a:t>© 2024 KPMG LLP, a Delaware limited liability partnership and a member firm of the KPMG global organization of independent member firms affiliated with KPMG International Limited, a private English company limited by guarantee. All rights reserved.</a:t>
            </a:r>
            <a:endParaRPr lang="en-US" sz="600" kern="1200" noProof="0">
              <a:solidFill>
                <a:schemeClr val="bg1"/>
              </a:solidFill>
              <a:latin typeface="+mn-lt"/>
              <a:ea typeface="+mn-ea"/>
              <a:cs typeface="+mn-cs"/>
            </a:endParaRPr>
          </a:p>
        </p:txBody>
      </p:sp>
      <p:cxnSp>
        <p:nvCxnSpPr>
          <p:cNvPr id="10" name="Straight Connector 9">
            <a:extLst>
              <a:ext uri="{FF2B5EF4-FFF2-40B4-BE49-F238E27FC236}">
                <a16:creationId xmlns:a16="http://schemas.microsoft.com/office/drawing/2014/main" id="{025AF262-FDE2-D96B-7B0A-64A3B0ECC663}"/>
              </a:ext>
            </a:extLst>
          </p:cNvPr>
          <p:cNvCxnSpPr>
            <a:cxnSpLocks/>
          </p:cNvCxnSpPr>
          <p:nvPr userDrawn="1"/>
        </p:nvCxnSpPr>
        <p:spPr>
          <a:xfrm>
            <a:off x="11438099" y="6504556"/>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72673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600" b="0" i="0">
                <a:solidFill>
                  <a:srgbClr val="989898"/>
                </a:solidFill>
                <a:latin typeface="Calibri"/>
                <a:cs typeface="Calibri"/>
              </a:defRPr>
            </a:lvl1pPr>
          </a:lstStyle>
          <a:p>
            <a:pPr marL="12700">
              <a:lnSpc>
                <a:spcPct val="100000"/>
              </a:lnSpc>
              <a:spcBef>
                <a:spcPts val="75"/>
              </a:spcBef>
            </a:pPr>
            <a:r>
              <a:rPr spc="-25"/>
              <a:t>© </a:t>
            </a:r>
            <a:r>
              <a:rPr spc="50"/>
              <a:t>2025 </a:t>
            </a:r>
            <a:r>
              <a:rPr spc="40"/>
              <a:t>Copyright </a:t>
            </a:r>
            <a:r>
              <a:rPr spc="50"/>
              <a:t>owned </a:t>
            </a:r>
            <a:r>
              <a:rPr spc="30"/>
              <a:t>by </a:t>
            </a:r>
            <a:r>
              <a:rPr spc="40"/>
              <a:t>one </a:t>
            </a:r>
            <a:r>
              <a:rPr spc="15"/>
              <a:t>or </a:t>
            </a:r>
            <a:r>
              <a:rPr spc="40"/>
              <a:t>more </a:t>
            </a:r>
            <a:r>
              <a:rPr spc="25"/>
              <a:t>of </a:t>
            </a:r>
            <a:r>
              <a:rPr spc="30"/>
              <a:t>the </a:t>
            </a:r>
            <a:r>
              <a:rPr spc="80"/>
              <a:t>KPMG </a:t>
            </a:r>
            <a:r>
              <a:rPr spc="30"/>
              <a:t>International </a:t>
            </a:r>
            <a:r>
              <a:rPr spc="35"/>
              <a:t>entities. </a:t>
            </a:r>
            <a:r>
              <a:rPr spc="80"/>
              <a:t>KPMG </a:t>
            </a:r>
            <a:r>
              <a:rPr spc="30"/>
              <a:t>International </a:t>
            </a:r>
            <a:r>
              <a:rPr spc="35"/>
              <a:t>entities </a:t>
            </a:r>
            <a:r>
              <a:rPr spc="30"/>
              <a:t>provide no </a:t>
            </a:r>
            <a:r>
              <a:rPr spc="55"/>
              <a:t>services </a:t>
            </a:r>
            <a:r>
              <a:rPr spc="15"/>
              <a:t>to </a:t>
            </a:r>
            <a:r>
              <a:rPr spc="40"/>
              <a:t>clients. </a:t>
            </a:r>
            <a:r>
              <a:rPr spc="30"/>
              <a:t>All </a:t>
            </a:r>
            <a:r>
              <a:rPr spc="35"/>
              <a:t>rights</a:t>
            </a:r>
            <a:r>
              <a:rPr spc="-70"/>
              <a:t> </a:t>
            </a:r>
            <a:r>
              <a:rPr spc="45"/>
              <a:t>reserved.</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2/23/2026</a:t>
            </a:fld>
            <a:endParaRPr lang="en-US"/>
          </a:p>
        </p:txBody>
      </p:sp>
      <p:sp>
        <p:nvSpPr>
          <p:cNvPr id="4" name="Holder 4"/>
          <p:cNvSpPr>
            <a:spLocks noGrp="1"/>
          </p:cNvSpPr>
          <p:nvPr>
            <p:ph type="sldNum" sz="quarter" idx="7"/>
          </p:nvPr>
        </p:nvSpPr>
        <p:spPr/>
        <p:txBody>
          <a:bodyPr lIns="0" tIns="0" rIns="0" bIns="0"/>
          <a:lstStyle>
            <a:lvl1pPr>
              <a:defRPr sz="800" b="0" i="0">
                <a:solidFill>
                  <a:srgbClr val="00338D"/>
                </a:solidFill>
                <a:latin typeface="Calibri"/>
                <a:cs typeface="Calibri"/>
              </a:defRPr>
            </a:lvl1pPr>
          </a:lstStyle>
          <a:p>
            <a:pPr marL="12700">
              <a:lnSpc>
                <a:spcPct val="100000"/>
              </a:lnSpc>
              <a:spcBef>
                <a:spcPts val="65"/>
              </a:spcBef>
            </a:pPr>
            <a:r>
              <a:rPr spc="15"/>
              <a:t>Intelligent </a:t>
            </a:r>
            <a:r>
              <a:rPr spc="30"/>
              <a:t>energy: </a:t>
            </a:r>
            <a:r>
              <a:rPr spc="70"/>
              <a:t>A </a:t>
            </a:r>
            <a:r>
              <a:rPr spc="10"/>
              <a:t>blueprint </a:t>
            </a:r>
            <a:r>
              <a:t>for </a:t>
            </a:r>
            <a:r>
              <a:rPr spc="20"/>
              <a:t>creating value through </a:t>
            </a:r>
            <a:r>
              <a:rPr spc="15"/>
              <a:t>AI-driven transformation</a:t>
            </a:r>
            <a:r>
              <a:rPr spc="95"/>
              <a:t> </a:t>
            </a:r>
            <a:r>
              <a:rPr spc="-195"/>
              <a:t>|</a:t>
            </a:r>
            <a:r>
              <a:rPr spc="50"/>
              <a:t> </a:t>
            </a:r>
            <a:fld id="{81D60167-4931-47E6-BA6A-407CBD079E47}" type="slidenum">
              <a:rPr b="1" spc="35" dirty="0">
                <a:latin typeface="Calibri"/>
                <a:cs typeface="Calibri"/>
              </a:rPr>
              <a:t>‹#›</a:t>
            </a:fld>
            <a:endParaRPr b="1" spc="35">
              <a:latin typeface="Calibri"/>
              <a:cs typeface="Calibri"/>
            </a:endParaRPr>
          </a:p>
        </p:txBody>
      </p:sp>
    </p:spTree>
    <p:extLst>
      <p:ext uri="{BB962C8B-B14F-4D97-AF65-F5344CB8AC3E}">
        <p14:creationId xmlns:p14="http://schemas.microsoft.com/office/powerpoint/2010/main" val="34570149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0.xml"/><Relationship Id="rId18" Type="http://schemas.openxmlformats.org/officeDocument/2006/relationships/slideLayout" Target="../slideLayouts/slideLayout65.xml"/><Relationship Id="rId26" Type="http://schemas.openxmlformats.org/officeDocument/2006/relationships/slideLayout" Target="../slideLayouts/slideLayout73.xml"/><Relationship Id="rId39" Type="http://schemas.openxmlformats.org/officeDocument/2006/relationships/slideLayout" Target="../slideLayouts/slideLayout86.xml"/><Relationship Id="rId21" Type="http://schemas.openxmlformats.org/officeDocument/2006/relationships/slideLayout" Target="../slideLayouts/slideLayout68.xml"/><Relationship Id="rId34" Type="http://schemas.openxmlformats.org/officeDocument/2006/relationships/slideLayout" Target="../slideLayouts/slideLayout81.xml"/><Relationship Id="rId42" Type="http://schemas.openxmlformats.org/officeDocument/2006/relationships/slideLayout" Target="../slideLayouts/slideLayout89.xml"/><Relationship Id="rId47" Type="http://schemas.openxmlformats.org/officeDocument/2006/relationships/slideLayout" Target="../slideLayouts/slideLayout94.xml"/><Relationship Id="rId50" Type="http://schemas.openxmlformats.org/officeDocument/2006/relationships/slideLayout" Target="../slideLayouts/slideLayout97.xml"/><Relationship Id="rId55" Type="http://schemas.openxmlformats.org/officeDocument/2006/relationships/theme" Target="../theme/theme2.xml"/><Relationship Id="rId7" Type="http://schemas.openxmlformats.org/officeDocument/2006/relationships/slideLayout" Target="../slideLayouts/slideLayout54.xml"/><Relationship Id="rId2" Type="http://schemas.openxmlformats.org/officeDocument/2006/relationships/slideLayout" Target="../slideLayouts/slideLayout49.xml"/><Relationship Id="rId16" Type="http://schemas.openxmlformats.org/officeDocument/2006/relationships/slideLayout" Target="../slideLayouts/slideLayout63.xml"/><Relationship Id="rId29" Type="http://schemas.openxmlformats.org/officeDocument/2006/relationships/slideLayout" Target="../slideLayouts/slideLayout76.xml"/><Relationship Id="rId11" Type="http://schemas.openxmlformats.org/officeDocument/2006/relationships/slideLayout" Target="../slideLayouts/slideLayout58.xml"/><Relationship Id="rId24" Type="http://schemas.openxmlformats.org/officeDocument/2006/relationships/slideLayout" Target="../slideLayouts/slideLayout71.xml"/><Relationship Id="rId32" Type="http://schemas.openxmlformats.org/officeDocument/2006/relationships/slideLayout" Target="../slideLayouts/slideLayout79.xml"/><Relationship Id="rId37" Type="http://schemas.openxmlformats.org/officeDocument/2006/relationships/slideLayout" Target="../slideLayouts/slideLayout84.xml"/><Relationship Id="rId40" Type="http://schemas.openxmlformats.org/officeDocument/2006/relationships/slideLayout" Target="../slideLayouts/slideLayout87.xml"/><Relationship Id="rId45" Type="http://schemas.openxmlformats.org/officeDocument/2006/relationships/slideLayout" Target="../slideLayouts/slideLayout92.xml"/><Relationship Id="rId53" Type="http://schemas.openxmlformats.org/officeDocument/2006/relationships/slideLayout" Target="../slideLayouts/slideLayout100.xml"/><Relationship Id="rId5" Type="http://schemas.openxmlformats.org/officeDocument/2006/relationships/slideLayout" Target="../slideLayouts/slideLayout52.xml"/><Relationship Id="rId10" Type="http://schemas.openxmlformats.org/officeDocument/2006/relationships/slideLayout" Target="../slideLayouts/slideLayout57.xml"/><Relationship Id="rId19" Type="http://schemas.openxmlformats.org/officeDocument/2006/relationships/slideLayout" Target="../slideLayouts/slideLayout66.xml"/><Relationship Id="rId31" Type="http://schemas.openxmlformats.org/officeDocument/2006/relationships/slideLayout" Target="../slideLayouts/slideLayout78.xml"/><Relationship Id="rId44" Type="http://schemas.openxmlformats.org/officeDocument/2006/relationships/slideLayout" Target="../slideLayouts/slideLayout91.xml"/><Relationship Id="rId52" Type="http://schemas.openxmlformats.org/officeDocument/2006/relationships/slideLayout" Target="../slideLayouts/slideLayout99.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slideLayout" Target="../slideLayouts/slideLayout61.xml"/><Relationship Id="rId22" Type="http://schemas.openxmlformats.org/officeDocument/2006/relationships/slideLayout" Target="../slideLayouts/slideLayout69.xml"/><Relationship Id="rId27" Type="http://schemas.openxmlformats.org/officeDocument/2006/relationships/slideLayout" Target="../slideLayouts/slideLayout74.xml"/><Relationship Id="rId30" Type="http://schemas.openxmlformats.org/officeDocument/2006/relationships/slideLayout" Target="../slideLayouts/slideLayout77.xml"/><Relationship Id="rId35" Type="http://schemas.openxmlformats.org/officeDocument/2006/relationships/slideLayout" Target="../slideLayouts/slideLayout82.xml"/><Relationship Id="rId43" Type="http://schemas.openxmlformats.org/officeDocument/2006/relationships/slideLayout" Target="../slideLayouts/slideLayout90.xml"/><Relationship Id="rId48" Type="http://schemas.openxmlformats.org/officeDocument/2006/relationships/slideLayout" Target="../slideLayouts/slideLayout95.xml"/><Relationship Id="rId8" Type="http://schemas.openxmlformats.org/officeDocument/2006/relationships/slideLayout" Target="../slideLayouts/slideLayout55.xml"/><Relationship Id="rId51" Type="http://schemas.openxmlformats.org/officeDocument/2006/relationships/slideLayout" Target="../slideLayouts/slideLayout98.xml"/><Relationship Id="rId3" Type="http://schemas.openxmlformats.org/officeDocument/2006/relationships/slideLayout" Target="../slideLayouts/slideLayout50.xml"/><Relationship Id="rId12" Type="http://schemas.openxmlformats.org/officeDocument/2006/relationships/slideLayout" Target="../slideLayouts/slideLayout59.xml"/><Relationship Id="rId17" Type="http://schemas.openxmlformats.org/officeDocument/2006/relationships/slideLayout" Target="../slideLayouts/slideLayout64.xml"/><Relationship Id="rId25" Type="http://schemas.openxmlformats.org/officeDocument/2006/relationships/slideLayout" Target="../slideLayouts/slideLayout72.xml"/><Relationship Id="rId33" Type="http://schemas.openxmlformats.org/officeDocument/2006/relationships/slideLayout" Target="../slideLayouts/slideLayout80.xml"/><Relationship Id="rId38" Type="http://schemas.openxmlformats.org/officeDocument/2006/relationships/slideLayout" Target="../slideLayouts/slideLayout85.xml"/><Relationship Id="rId46" Type="http://schemas.openxmlformats.org/officeDocument/2006/relationships/slideLayout" Target="../slideLayouts/slideLayout93.xml"/><Relationship Id="rId20" Type="http://schemas.openxmlformats.org/officeDocument/2006/relationships/slideLayout" Target="../slideLayouts/slideLayout67.xml"/><Relationship Id="rId41" Type="http://schemas.openxmlformats.org/officeDocument/2006/relationships/slideLayout" Target="../slideLayouts/slideLayout88.xml"/><Relationship Id="rId54" Type="http://schemas.openxmlformats.org/officeDocument/2006/relationships/slideLayout" Target="../slideLayouts/slideLayout101.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5" Type="http://schemas.openxmlformats.org/officeDocument/2006/relationships/slideLayout" Target="../slideLayouts/slideLayout62.xml"/><Relationship Id="rId23" Type="http://schemas.openxmlformats.org/officeDocument/2006/relationships/slideLayout" Target="../slideLayouts/slideLayout70.xml"/><Relationship Id="rId28" Type="http://schemas.openxmlformats.org/officeDocument/2006/relationships/slideLayout" Target="../slideLayouts/slideLayout75.xml"/><Relationship Id="rId36" Type="http://schemas.openxmlformats.org/officeDocument/2006/relationships/slideLayout" Target="../slideLayouts/slideLayout83.xml"/><Relationship Id="rId49" Type="http://schemas.openxmlformats.org/officeDocument/2006/relationships/slideLayout" Target="../slideLayouts/slideLayout96.xml"/></Relationships>
</file>

<file path=ppt/slideMasters/_rels/slideMaster3.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104.xml"/><Relationship Id="rId7" Type="http://schemas.openxmlformats.org/officeDocument/2006/relationships/theme" Target="../theme/theme3.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5" Type="http://schemas.openxmlformats.org/officeDocument/2006/relationships/slideLayout" Target="../slideLayouts/slideLayout106.xml"/><Relationship Id="rId10" Type="http://schemas.openxmlformats.org/officeDocument/2006/relationships/image" Target="../media/image11.emf"/><Relationship Id="rId4" Type="http://schemas.openxmlformats.org/officeDocument/2006/relationships/slideLayout" Target="../slideLayouts/slideLayout105.xml"/><Relationship Id="rId9" Type="http://schemas.openxmlformats.org/officeDocument/2006/relationships/oleObject" Target="../embeddings/oleObject1.bin"/></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20.xml"/><Relationship Id="rId18" Type="http://schemas.openxmlformats.org/officeDocument/2006/relationships/slideLayout" Target="../slideLayouts/slideLayout125.xml"/><Relationship Id="rId26" Type="http://schemas.openxmlformats.org/officeDocument/2006/relationships/slideLayout" Target="../slideLayouts/slideLayout133.xml"/><Relationship Id="rId39" Type="http://schemas.openxmlformats.org/officeDocument/2006/relationships/slideLayout" Target="../slideLayouts/slideLayout146.xml"/><Relationship Id="rId21" Type="http://schemas.openxmlformats.org/officeDocument/2006/relationships/slideLayout" Target="../slideLayouts/slideLayout128.xml"/><Relationship Id="rId34" Type="http://schemas.openxmlformats.org/officeDocument/2006/relationships/slideLayout" Target="../slideLayouts/slideLayout141.xml"/><Relationship Id="rId42" Type="http://schemas.openxmlformats.org/officeDocument/2006/relationships/slideLayout" Target="../slideLayouts/slideLayout149.xml"/><Relationship Id="rId47" Type="http://schemas.openxmlformats.org/officeDocument/2006/relationships/slideLayout" Target="../slideLayouts/slideLayout154.xml"/><Relationship Id="rId7" Type="http://schemas.openxmlformats.org/officeDocument/2006/relationships/slideLayout" Target="../slideLayouts/slideLayout114.xml"/><Relationship Id="rId2" Type="http://schemas.openxmlformats.org/officeDocument/2006/relationships/slideLayout" Target="../slideLayouts/slideLayout109.xml"/><Relationship Id="rId16" Type="http://schemas.openxmlformats.org/officeDocument/2006/relationships/slideLayout" Target="../slideLayouts/slideLayout123.xml"/><Relationship Id="rId29" Type="http://schemas.openxmlformats.org/officeDocument/2006/relationships/slideLayout" Target="../slideLayouts/slideLayout136.xml"/><Relationship Id="rId1" Type="http://schemas.openxmlformats.org/officeDocument/2006/relationships/slideLayout" Target="../slideLayouts/slideLayout108.xml"/><Relationship Id="rId6" Type="http://schemas.openxmlformats.org/officeDocument/2006/relationships/slideLayout" Target="../slideLayouts/slideLayout113.xml"/><Relationship Id="rId11" Type="http://schemas.openxmlformats.org/officeDocument/2006/relationships/slideLayout" Target="../slideLayouts/slideLayout118.xml"/><Relationship Id="rId24" Type="http://schemas.openxmlformats.org/officeDocument/2006/relationships/slideLayout" Target="../slideLayouts/slideLayout131.xml"/><Relationship Id="rId32" Type="http://schemas.openxmlformats.org/officeDocument/2006/relationships/slideLayout" Target="../slideLayouts/slideLayout139.xml"/><Relationship Id="rId37" Type="http://schemas.openxmlformats.org/officeDocument/2006/relationships/slideLayout" Target="../slideLayouts/slideLayout144.xml"/><Relationship Id="rId40" Type="http://schemas.openxmlformats.org/officeDocument/2006/relationships/slideLayout" Target="../slideLayouts/slideLayout147.xml"/><Relationship Id="rId45" Type="http://schemas.openxmlformats.org/officeDocument/2006/relationships/slideLayout" Target="../slideLayouts/slideLayout152.xml"/><Relationship Id="rId5" Type="http://schemas.openxmlformats.org/officeDocument/2006/relationships/slideLayout" Target="../slideLayouts/slideLayout112.xml"/><Relationship Id="rId15" Type="http://schemas.openxmlformats.org/officeDocument/2006/relationships/slideLayout" Target="../slideLayouts/slideLayout122.xml"/><Relationship Id="rId23" Type="http://schemas.openxmlformats.org/officeDocument/2006/relationships/slideLayout" Target="../slideLayouts/slideLayout130.xml"/><Relationship Id="rId28" Type="http://schemas.openxmlformats.org/officeDocument/2006/relationships/slideLayout" Target="../slideLayouts/slideLayout135.xml"/><Relationship Id="rId36" Type="http://schemas.openxmlformats.org/officeDocument/2006/relationships/slideLayout" Target="../slideLayouts/slideLayout143.xml"/><Relationship Id="rId10" Type="http://schemas.openxmlformats.org/officeDocument/2006/relationships/slideLayout" Target="../slideLayouts/slideLayout117.xml"/><Relationship Id="rId19" Type="http://schemas.openxmlformats.org/officeDocument/2006/relationships/slideLayout" Target="../slideLayouts/slideLayout126.xml"/><Relationship Id="rId31" Type="http://schemas.openxmlformats.org/officeDocument/2006/relationships/slideLayout" Target="../slideLayouts/slideLayout138.xml"/><Relationship Id="rId44" Type="http://schemas.openxmlformats.org/officeDocument/2006/relationships/slideLayout" Target="../slideLayouts/slideLayout151.xml"/><Relationship Id="rId4" Type="http://schemas.openxmlformats.org/officeDocument/2006/relationships/slideLayout" Target="../slideLayouts/slideLayout111.xml"/><Relationship Id="rId9" Type="http://schemas.openxmlformats.org/officeDocument/2006/relationships/slideLayout" Target="../slideLayouts/slideLayout116.xml"/><Relationship Id="rId14" Type="http://schemas.openxmlformats.org/officeDocument/2006/relationships/slideLayout" Target="../slideLayouts/slideLayout121.xml"/><Relationship Id="rId22" Type="http://schemas.openxmlformats.org/officeDocument/2006/relationships/slideLayout" Target="../slideLayouts/slideLayout129.xml"/><Relationship Id="rId27" Type="http://schemas.openxmlformats.org/officeDocument/2006/relationships/slideLayout" Target="../slideLayouts/slideLayout134.xml"/><Relationship Id="rId30" Type="http://schemas.openxmlformats.org/officeDocument/2006/relationships/slideLayout" Target="../slideLayouts/slideLayout137.xml"/><Relationship Id="rId35" Type="http://schemas.openxmlformats.org/officeDocument/2006/relationships/slideLayout" Target="../slideLayouts/slideLayout142.xml"/><Relationship Id="rId43" Type="http://schemas.openxmlformats.org/officeDocument/2006/relationships/slideLayout" Target="../slideLayouts/slideLayout150.xml"/><Relationship Id="rId48" Type="http://schemas.openxmlformats.org/officeDocument/2006/relationships/theme" Target="../theme/theme4.xml"/><Relationship Id="rId8" Type="http://schemas.openxmlformats.org/officeDocument/2006/relationships/slideLayout" Target="../slideLayouts/slideLayout115.xml"/><Relationship Id="rId3" Type="http://schemas.openxmlformats.org/officeDocument/2006/relationships/slideLayout" Target="../slideLayouts/slideLayout110.xml"/><Relationship Id="rId12" Type="http://schemas.openxmlformats.org/officeDocument/2006/relationships/slideLayout" Target="../slideLayouts/slideLayout119.xml"/><Relationship Id="rId17" Type="http://schemas.openxmlformats.org/officeDocument/2006/relationships/slideLayout" Target="../slideLayouts/slideLayout124.xml"/><Relationship Id="rId25" Type="http://schemas.openxmlformats.org/officeDocument/2006/relationships/slideLayout" Target="../slideLayouts/slideLayout132.xml"/><Relationship Id="rId33" Type="http://schemas.openxmlformats.org/officeDocument/2006/relationships/slideLayout" Target="../slideLayouts/slideLayout140.xml"/><Relationship Id="rId38" Type="http://schemas.openxmlformats.org/officeDocument/2006/relationships/slideLayout" Target="../slideLayouts/slideLayout145.xml"/><Relationship Id="rId46" Type="http://schemas.openxmlformats.org/officeDocument/2006/relationships/slideLayout" Target="../slideLayouts/slideLayout153.xml"/><Relationship Id="rId20" Type="http://schemas.openxmlformats.org/officeDocument/2006/relationships/slideLayout" Target="../slideLayouts/slideLayout127.xml"/><Relationship Id="rId41" Type="http://schemas.openxmlformats.org/officeDocument/2006/relationships/slideLayout" Target="../slideLayouts/slideLayout14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5364" y="431800"/>
            <a:ext cx="10204450" cy="53340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995362" y="1330325"/>
            <a:ext cx="10200683" cy="45466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Shape 8"/>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accent2"/>
                </a:solidFill>
                <a:latin typeface="+mn-lt"/>
                <a:ea typeface="Arial"/>
                <a:cs typeface="Arial" panose="020B0604020202020204" pitchFamily="34" charset="0"/>
              </a:rPr>
              <a:pPr algn="r"/>
              <a:t>‹#›</a:t>
            </a:fld>
            <a:endParaRPr lang="en-GB" sz="900">
              <a:solidFill>
                <a:schemeClr val="accent2"/>
              </a:solidFill>
              <a:latin typeface="+mn-lt"/>
              <a:ea typeface="Arial"/>
              <a:cs typeface="Arial" panose="020B0604020202020204" pitchFamily="34" charset="0"/>
            </a:endParaRPr>
          </a:p>
        </p:txBody>
      </p:sp>
      <p:sp>
        <p:nvSpPr>
          <p:cNvPr id="8" name="TextBox 7">
            <a:extLst>
              <a:ext uri="{C183D7F6-B498-43B3-948B-1728B52AA6E4}">
                <adec:decorative xmlns:adec="http://schemas.microsoft.com/office/drawing/2017/decorative" val="1"/>
              </a:ext>
            </a:extLst>
          </p:cNvPr>
          <p:cNvSpPr txBox="1"/>
          <p:nvPr userDrawn="1"/>
        </p:nvSpPr>
        <p:spPr>
          <a:xfrm>
            <a:off x="1885684" y="6266997"/>
            <a:ext cx="4667513"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2025 KPMG LLP, a Delaware limited liability partnership and a member firm of the KPMG global organization of independent member firms affiliated with KPMG International Limited, a private English company limited by guarantee. All rights reserved. </a:t>
            </a:r>
          </a:p>
        </p:txBody>
      </p:sp>
      <p:sp>
        <p:nvSpPr>
          <p:cNvPr id="4" name="Graphic 8">
            <a:extLst>
              <a:ext uri="{FF2B5EF4-FFF2-40B4-BE49-F238E27FC236}">
                <a16:creationId xmlns:a16="http://schemas.microsoft.com/office/drawing/2014/main" id="{9AC77B96-D96C-4FA2-858B-DEE0A3A7B7B6}"/>
              </a:ext>
            </a:extLst>
          </p:cNvPr>
          <p:cNvSpPr/>
          <p:nvPr/>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3521449419"/>
      </p:ext>
    </p:extLst>
  </p:cSld>
  <p:clrMap bg1="lt1" tx1="dk1" bg2="lt2" tx2="dk2" accent1="accent1" accent2="accent2" accent3="accent3" accent4="accent4" accent5="accent5" accent6="accent6" hlink="hlink" folHlink="folHlink"/>
  <p:sldLayoutIdLst>
    <p:sldLayoutId id="2147483810" r:id="rId1"/>
    <p:sldLayoutId id="2147483811" r:id="rId2"/>
    <p:sldLayoutId id="2147483703" r:id="rId3"/>
    <p:sldLayoutId id="2147483783" r:id="rId4"/>
    <p:sldLayoutId id="2147483814" r:id="rId5"/>
    <p:sldLayoutId id="2147483815" r:id="rId6"/>
    <p:sldLayoutId id="2147483765" r:id="rId7"/>
    <p:sldLayoutId id="2147483766" r:id="rId8"/>
    <p:sldLayoutId id="2147483796" r:id="rId9"/>
    <p:sldLayoutId id="2147483802" r:id="rId10"/>
    <p:sldLayoutId id="2147483666" r:id="rId11"/>
    <p:sldLayoutId id="2147483803" r:id="rId12"/>
    <p:sldLayoutId id="2147483805" r:id="rId13"/>
    <p:sldLayoutId id="2147483795" r:id="rId14"/>
    <p:sldLayoutId id="2147483804" r:id="rId15"/>
    <p:sldLayoutId id="2147483712" r:id="rId16"/>
    <p:sldLayoutId id="2147483664" r:id="rId17"/>
    <p:sldLayoutId id="2147483806" r:id="rId18"/>
    <p:sldLayoutId id="2147483798" r:id="rId19"/>
    <p:sldLayoutId id="2147483807" r:id="rId20"/>
    <p:sldLayoutId id="2147483769" r:id="rId21"/>
    <p:sldLayoutId id="2147483714" r:id="rId22"/>
    <p:sldLayoutId id="2147483808" r:id="rId23"/>
    <p:sldLayoutId id="2147483770" r:id="rId24"/>
    <p:sldLayoutId id="2147483689" r:id="rId25"/>
    <p:sldLayoutId id="2147483716" r:id="rId26"/>
    <p:sldLayoutId id="2147483692" r:id="rId27"/>
    <p:sldLayoutId id="2147483809" r:id="rId28"/>
    <p:sldLayoutId id="2147483788" r:id="rId29"/>
    <p:sldLayoutId id="2147483797" r:id="rId30"/>
    <p:sldLayoutId id="2147483800" r:id="rId31"/>
    <p:sldLayoutId id="2147483819" r:id="rId32"/>
    <p:sldLayoutId id="2147483820" r:id="rId33"/>
    <p:sldLayoutId id="2147483821" r:id="rId34"/>
    <p:sldLayoutId id="2147483823" r:id="rId35"/>
    <p:sldLayoutId id="2147483824" r:id="rId36"/>
    <p:sldLayoutId id="2147483826" r:id="rId37"/>
    <p:sldLayoutId id="2147483827" r:id="rId38"/>
    <p:sldLayoutId id="2147483828" r:id="rId39"/>
    <p:sldLayoutId id="2147483829" r:id="rId40"/>
    <p:sldLayoutId id="2147483682" r:id="rId41"/>
    <p:sldLayoutId id="2147483745" r:id="rId42"/>
    <p:sldLayoutId id="2147483812" r:id="rId43"/>
    <p:sldLayoutId id="2147483813" r:id="rId44"/>
    <p:sldLayoutId id="2147483830" r:id="rId45"/>
    <p:sldLayoutId id="2147483784" r:id="rId46"/>
    <p:sldLayoutId id="2147483773" r:id="rId47"/>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600" b="0" kern="1200">
          <a:solidFill>
            <a:schemeClr val="tx1"/>
          </a:solidFill>
          <a:latin typeface="+mn-lt"/>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chemeClr val="tx1"/>
          </a:solidFill>
          <a:latin typeface="+mn-lt"/>
          <a:ea typeface="+mn-ea"/>
          <a:cs typeface="+mn-cs"/>
        </a:defRPr>
      </a:lvl2pPr>
      <a:lvl3pPr marL="341313" indent="-1651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chemeClr val="tx1"/>
          </a:solidFill>
          <a:latin typeface="+mn-lt"/>
          <a:ea typeface="+mn-ea"/>
          <a:cs typeface="+mn-cs"/>
        </a:defRPr>
      </a:lvl3pPr>
      <a:lvl4pPr marL="573088" indent="-2317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chemeClr val="tx1"/>
          </a:solidFill>
          <a:latin typeface="+mn-lt"/>
          <a:ea typeface="+mn-ea"/>
          <a:cs typeface="+mn-cs"/>
        </a:defRPr>
      </a:lvl4pPr>
      <a:lvl5pPr marL="803275"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userDrawn="1">
          <p15:clr>
            <a:srgbClr val="F26B43"/>
          </p15:clr>
        </p15:guide>
        <p15:guide id="2" pos="627" userDrawn="1">
          <p15:clr>
            <a:srgbClr val="F26B43"/>
          </p15:clr>
        </p15:guide>
        <p15:guide id="3" pos="7055" userDrawn="1">
          <p15:clr>
            <a:srgbClr val="F26B43"/>
          </p15:clr>
        </p15:guide>
        <p15:guide id="4" orient="horz" pos="838" userDrawn="1">
          <p15:clr>
            <a:srgbClr val="F26B43"/>
          </p15:clr>
        </p15:guide>
        <p15:guide id="5" orient="horz" pos="612" userDrawn="1">
          <p15:clr>
            <a:srgbClr val="F26B43"/>
          </p15:clr>
        </p15:guide>
        <p15:guide id="6" orient="horz" pos="27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5364" y="431800"/>
            <a:ext cx="10204450" cy="53340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995362" y="1330325"/>
            <a:ext cx="10200683" cy="45466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Shape 8"/>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accent2"/>
                </a:solidFill>
                <a:latin typeface="+mn-lt"/>
                <a:ea typeface="Arial"/>
                <a:cs typeface="Arial" panose="020B0604020202020204" pitchFamily="34" charset="0"/>
              </a:rPr>
              <a:pPr algn="r"/>
              <a:t>‹#›</a:t>
            </a:fld>
            <a:endParaRPr lang="en-GB" sz="900">
              <a:solidFill>
                <a:schemeClr val="accent2"/>
              </a:solidFill>
              <a:latin typeface="+mn-lt"/>
              <a:ea typeface="Arial"/>
              <a:cs typeface="Arial" panose="020B0604020202020204" pitchFamily="34" charset="0"/>
            </a:endParaRPr>
          </a:p>
        </p:txBody>
      </p:sp>
      <p:sp>
        <p:nvSpPr>
          <p:cNvPr id="8" name="TextBox 7">
            <a:extLst>
              <a:ext uri="{C183D7F6-B498-43B3-948B-1728B52AA6E4}">
                <adec:decorative xmlns:adec="http://schemas.microsoft.com/office/drawing/2017/decorative" val="1"/>
              </a:ext>
            </a:extLst>
          </p:cNvPr>
          <p:cNvSpPr txBox="1"/>
          <p:nvPr userDrawn="1"/>
        </p:nvSpPr>
        <p:spPr>
          <a:xfrm>
            <a:off x="1885684" y="6266997"/>
            <a:ext cx="4667513"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2025 KPMG LLP, a Delaware limited liability partnership and a member firm of the KPMG global organization of independent member firms affiliated with KPMG International Limited, a private English company limited by guarantee. All rights reserved. </a:t>
            </a:r>
          </a:p>
        </p:txBody>
      </p:sp>
      <p:sp>
        <p:nvSpPr>
          <p:cNvPr id="4" name="Graphic 8">
            <a:extLst>
              <a:ext uri="{FF2B5EF4-FFF2-40B4-BE49-F238E27FC236}">
                <a16:creationId xmlns:a16="http://schemas.microsoft.com/office/drawing/2014/main" id="{9AC77B96-D96C-4FA2-858B-DEE0A3A7B7B6}"/>
              </a:ext>
            </a:extLst>
          </p:cNvPr>
          <p:cNvSpPr/>
          <p:nvPr/>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3521449419"/>
      </p:ext>
    </p:extLst>
  </p:cSld>
  <p:clrMap bg1="lt1" tx1="dk1" bg2="lt2" tx2="dk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16" r:id="rId9"/>
    <p:sldLayoutId id="2147483817" r:id="rId10"/>
    <p:sldLayoutId id="2147483847" r:id="rId11"/>
    <p:sldLayoutId id="2147483848" r:id="rId12"/>
    <p:sldLayoutId id="2147483849" r:id="rId13"/>
    <p:sldLayoutId id="2147483850" r:id="rId14"/>
    <p:sldLayoutId id="2147483851" r:id="rId15"/>
    <p:sldLayoutId id="2147483852" r:id="rId16"/>
    <p:sldLayoutId id="2147483853" r:id="rId17"/>
    <p:sldLayoutId id="2147483854" r:id="rId18"/>
    <p:sldLayoutId id="2147483855" r:id="rId19"/>
    <p:sldLayoutId id="2147483856" r:id="rId20"/>
    <p:sldLayoutId id="2147483857" r:id="rId21"/>
    <p:sldLayoutId id="2147483858" r:id="rId22"/>
    <p:sldLayoutId id="2147483859" r:id="rId23"/>
    <p:sldLayoutId id="2147483860" r:id="rId24"/>
    <p:sldLayoutId id="2147483861" r:id="rId25"/>
    <p:sldLayoutId id="2147483862" r:id="rId26"/>
    <p:sldLayoutId id="2147483863" r:id="rId27"/>
    <p:sldLayoutId id="2147483864" r:id="rId28"/>
    <p:sldLayoutId id="2147483865" r:id="rId29"/>
    <p:sldLayoutId id="2147483866" r:id="rId30"/>
    <p:sldLayoutId id="2147483867" r:id="rId31"/>
    <p:sldLayoutId id="2147483868" r:id="rId32"/>
    <p:sldLayoutId id="2147483818" r:id="rId33"/>
    <p:sldLayoutId id="2147483869" r:id="rId34"/>
    <p:sldLayoutId id="2147483870" r:id="rId35"/>
    <p:sldLayoutId id="2147483871" r:id="rId36"/>
    <p:sldLayoutId id="2147483872" r:id="rId37"/>
    <p:sldLayoutId id="2147483822" r:id="rId38"/>
    <p:sldLayoutId id="2147483873" r:id="rId39"/>
    <p:sldLayoutId id="2147483874" r:id="rId40"/>
    <p:sldLayoutId id="2147483825" r:id="rId41"/>
    <p:sldLayoutId id="2147483875" r:id="rId42"/>
    <p:sldLayoutId id="2147483876" r:id="rId43"/>
    <p:sldLayoutId id="2147483877" r:id="rId44"/>
    <p:sldLayoutId id="2147483878" r:id="rId45"/>
    <p:sldLayoutId id="2147483879" r:id="rId46"/>
    <p:sldLayoutId id="2147483880" r:id="rId47"/>
    <p:sldLayoutId id="2147483881" r:id="rId48"/>
    <p:sldLayoutId id="2147483882" r:id="rId49"/>
    <p:sldLayoutId id="2147483883" r:id="rId50"/>
    <p:sldLayoutId id="2147483836" r:id="rId51"/>
    <p:sldLayoutId id="2147483837" r:id="rId52"/>
    <p:sldLayoutId id="2147483884" r:id="rId53"/>
    <p:sldLayoutId id="2147483885" r:id="rId54"/>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600" b="0" kern="1200">
          <a:solidFill>
            <a:schemeClr val="tx1"/>
          </a:solidFill>
          <a:latin typeface="+mn-lt"/>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chemeClr val="tx1"/>
          </a:solidFill>
          <a:latin typeface="+mn-lt"/>
          <a:ea typeface="+mn-ea"/>
          <a:cs typeface="+mn-cs"/>
        </a:defRPr>
      </a:lvl2pPr>
      <a:lvl3pPr marL="341313" indent="-1651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chemeClr val="tx1"/>
          </a:solidFill>
          <a:latin typeface="+mn-lt"/>
          <a:ea typeface="+mn-ea"/>
          <a:cs typeface="+mn-cs"/>
        </a:defRPr>
      </a:lvl3pPr>
      <a:lvl4pPr marL="573088" indent="-2317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chemeClr val="tx1"/>
          </a:solidFill>
          <a:latin typeface="+mn-lt"/>
          <a:ea typeface="+mn-ea"/>
          <a:cs typeface="+mn-cs"/>
        </a:defRPr>
      </a:lvl4pPr>
      <a:lvl5pPr marL="803275"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userDrawn="1">
          <p15:clr>
            <a:srgbClr val="F26B43"/>
          </p15:clr>
        </p15:guide>
        <p15:guide id="2" pos="627" userDrawn="1">
          <p15:clr>
            <a:srgbClr val="F26B43"/>
          </p15:clr>
        </p15:guide>
        <p15:guide id="3" pos="7055" userDrawn="1">
          <p15:clr>
            <a:srgbClr val="F26B43"/>
          </p15:clr>
        </p15:guide>
        <p15:guide id="4" orient="horz" pos="838" userDrawn="1">
          <p15:clr>
            <a:srgbClr val="F26B43"/>
          </p15:clr>
        </p15:guide>
        <p15:guide id="5" orient="horz" pos="612" userDrawn="1">
          <p15:clr>
            <a:srgbClr val="F26B43"/>
          </p15:clr>
        </p15:guide>
        <p15:guide id="6" orient="horz" pos="272"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2AC1FAB7-6445-5C76-F2AB-17CE8932A0F0}"/>
              </a:ext>
            </a:extLst>
          </p:cNvPr>
          <p:cNvGraphicFramePr>
            <a:graphicFrameLocks noChangeAspect="1"/>
          </p:cNvGraphicFramePr>
          <p:nvPr userDrawn="1">
            <p:custDataLst>
              <p:tags r:id="rId8"/>
            </p:custDataLst>
            <p:extLst>
              <p:ext uri="{D42A27DB-BD31-4B8C-83A1-F6EECF244321}">
                <p14:modId xmlns:p14="http://schemas.microsoft.com/office/powerpoint/2010/main" val="32798229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95" imgH="394" progId="TCLayout.ActiveDocument.1">
                  <p:embed/>
                </p:oleObj>
              </mc:Choice>
              <mc:Fallback>
                <p:oleObj name="think-cell Slide" r:id="rId9" imgW="395" imgH="394" progId="TCLayout.ActiveDocument.1">
                  <p:embed/>
                  <p:pic>
                    <p:nvPicPr>
                      <p:cNvPr id="6" name="Object 5" hidden="1">
                        <a:extLst>
                          <a:ext uri="{FF2B5EF4-FFF2-40B4-BE49-F238E27FC236}">
                            <a16:creationId xmlns:a16="http://schemas.microsoft.com/office/drawing/2014/main" id="{2AC1FAB7-6445-5C76-F2AB-17CE8932A0F0}"/>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3" name="Text Placeholder 2"/>
          <p:cNvSpPr>
            <a:spLocks noGrp="1"/>
          </p:cNvSpPr>
          <p:nvPr>
            <p:ph type="body" idx="1"/>
          </p:nvPr>
        </p:nvSpPr>
        <p:spPr>
          <a:xfrm>
            <a:off x="995362" y="1330325"/>
            <a:ext cx="10200683" cy="45466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Shape 8"/>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sp>
        <p:nvSpPr>
          <p:cNvPr id="8" name="TextBox 7">
            <a:extLst>
              <a:ext uri="{C183D7F6-B498-43B3-948B-1728B52AA6E4}">
                <adec:decorative xmlns:adec="http://schemas.microsoft.com/office/drawing/2017/decorative" val="1"/>
              </a:ext>
            </a:extLst>
          </p:cNvPr>
          <p:cNvSpPr txBox="1"/>
          <p:nvPr userDrawn="1"/>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2025 KPMG LLP, a Delaware limited liability partnership and a member firm of the KPMG global organization of independent member firms affiliated with KPMG International Limited, a private English company limited by guarantee. All rights reserved.</a:t>
            </a:r>
          </a:p>
        </p:txBody>
      </p:sp>
      <p:cxnSp>
        <p:nvCxnSpPr>
          <p:cNvPr id="17" name="Straight Connector 16">
            <a:extLst>
              <a:ext uri="{FF2B5EF4-FFF2-40B4-BE49-F238E27FC236}">
                <a16:creationId xmlns:a16="http://schemas.microsoft.com/office/drawing/2014/main" id="{F024B3B3-3138-44BB-8DDD-6BDCEF24DEDC}"/>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Graphic 8">
            <a:extLst>
              <a:ext uri="{FF2B5EF4-FFF2-40B4-BE49-F238E27FC236}">
                <a16:creationId xmlns:a16="http://schemas.microsoft.com/office/drawing/2014/main" id="{9AC77B96-D96C-4FA2-858B-DEE0A3A7B7B6}"/>
              </a:ext>
            </a:extLst>
          </p:cNvPr>
          <p:cNvSpPr/>
          <p:nvPr/>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9" name="Rectangle 8">
            <a:extLst>
              <a:ext uri="{FF2B5EF4-FFF2-40B4-BE49-F238E27FC236}">
                <a16:creationId xmlns:a16="http://schemas.microsoft.com/office/drawing/2014/main" id="{206184C1-206B-3E21-1902-23B90B59F396}"/>
              </a:ext>
            </a:extLst>
          </p:cNvPr>
          <p:cNvSpPr/>
          <p:nvPr userDrawn="1"/>
        </p:nvSpPr>
        <p:spPr>
          <a:xfrm>
            <a:off x="994857" y="349296"/>
            <a:ext cx="10213876" cy="27432"/>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100">
              <a:solidFill>
                <a:schemeClr val="tx1"/>
              </a:solidFill>
            </a:endParaRPr>
          </a:p>
        </p:txBody>
      </p:sp>
    </p:spTree>
    <p:extLst>
      <p:ext uri="{BB962C8B-B14F-4D97-AF65-F5344CB8AC3E}">
        <p14:creationId xmlns:p14="http://schemas.microsoft.com/office/powerpoint/2010/main" val="773148094"/>
      </p:ext>
    </p:extLst>
  </p:cSld>
  <p:clrMap bg1="lt1" tx1="dk1" bg2="lt2" tx2="dk2" accent1="accent1" accent2="accent2" accent3="accent3" accent4="accent4" accent5="accent5" accent6="accent6" hlink="hlink" folHlink="folHlink"/>
  <p:sldLayoutIdLst>
    <p:sldLayoutId id="2147483888" r:id="rId1"/>
    <p:sldLayoutId id="2147483889" r:id="rId2"/>
    <p:sldLayoutId id="2147483890" r:id="rId3"/>
    <p:sldLayoutId id="2147483891" r:id="rId4"/>
    <p:sldLayoutId id="2147483892" r:id="rId5"/>
    <p:sldLayoutId id="2147483893" r:id="rId6"/>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p15:clr>
            <a:srgbClr val="F26B43"/>
          </p15:clr>
        </p15:guide>
        <p15:guide id="2" pos="627">
          <p15:clr>
            <a:srgbClr val="F26B43"/>
          </p15:clr>
        </p15:guide>
        <p15:guide id="3" pos="7055">
          <p15:clr>
            <a:srgbClr val="F26B43"/>
          </p15:clr>
        </p15:guide>
        <p15:guide id="4" orient="horz" pos="838">
          <p15:clr>
            <a:srgbClr val="F26B43"/>
          </p15:clr>
        </p15:guide>
        <p15:guide id="5" orient="horz" pos="612">
          <p15:clr>
            <a:srgbClr val="F26B43"/>
          </p15:clr>
        </p15:guide>
        <p15:guide id="6" orient="horz" pos="272">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5364" y="431800"/>
            <a:ext cx="10204450" cy="53340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995362" y="1330325"/>
            <a:ext cx="10200683" cy="45466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Shape 8"/>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accent2"/>
                </a:solidFill>
                <a:latin typeface="+mn-lt"/>
                <a:ea typeface="Arial"/>
                <a:cs typeface="Arial" panose="020B0604020202020204" pitchFamily="34" charset="0"/>
              </a:rPr>
              <a:pPr algn="r"/>
              <a:t>‹#›</a:t>
            </a:fld>
            <a:endParaRPr lang="en-GB" sz="900">
              <a:solidFill>
                <a:schemeClr val="accent2"/>
              </a:solidFill>
              <a:latin typeface="+mn-lt"/>
              <a:ea typeface="Arial"/>
              <a:cs typeface="Arial" panose="020B0604020202020204" pitchFamily="34" charset="0"/>
            </a:endParaRPr>
          </a:p>
        </p:txBody>
      </p:sp>
      <p:sp>
        <p:nvSpPr>
          <p:cNvPr id="8" name="TextBox 7">
            <a:extLst>
              <a:ext uri="{C183D7F6-B498-43B3-948B-1728B52AA6E4}">
                <adec:decorative xmlns:adec="http://schemas.microsoft.com/office/drawing/2017/decorative" val="1"/>
              </a:ext>
            </a:extLst>
          </p:cNvPr>
          <p:cNvSpPr txBox="1"/>
          <p:nvPr userDrawn="1"/>
        </p:nvSpPr>
        <p:spPr>
          <a:xfrm>
            <a:off x="1885684" y="6266997"/>
            <a:ext cx="4667513"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2025 KPMG LLP, a Delaware limited liability partnership and a member firm of the KPMG global organization of independent member firms affiliated with KPMG International Limited, a private English company limited by guarantee. All rights reserved. </a:t>
            </a:r>
          </a:p>
        </p:txBody>
      </p:sp>
      <p:sp>
        <p:nvSpPr>
          <p:cNvPr id="4" name="Graphic 8">
            <a:extLst>
              <a:ext uri="{FF2B5EF4-FFF2-40B4-BE49-F238E27FC236}">
                <a16:creationId xmlns:a16="http://schemas.microsoft.com/office/drawing/2014/main" id="{9AC77B96-D96C-4FA2-858B-DEE0A3A7B7B6}"/>
              </a:ext>
            </a:extLst>
          </p:cNvPr>
          <p:cNvSpPr/>
          <p:nvPr/>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3470225494"/>
      </p:ext>
    </p:extLst>
  </p:cSld>
  <p:clrMap bg1="lt1" tx1="dk1" bg2="lt2" tx2="dk2" accent1="accent1" accent2="accent2" accent3="accent3" accent4="accent4" accent5="accent5" accent6="accent6" hlink="hlink" folHlink="folHlink"/>
  <p:sldLayoutIdLst>
    <p:sldLayoutId id="2147483896" r:id="rId1"/>
    <p:sldLayoutId id="2147483897" r:id="rId2"/>
    <p:sldLayoutId id="2147483898" r:id="rId3"/>
    <p:sldLayoutId id="2147483899" r:id="rId4"/>
    <p:sldLayoutId id="2147483900" r:id="rId5"/>
    <p:sldLayoutId id="2147483901" r:id="rId6"/>
    <p:sldLayoutId id="2147483902" r:id="rId7"/>
    <p:sldLayoutId id="2147483903" r:id="rId8"/>
    <p:sldLayoutId id="2147483904" r:id="rId9"/>
    <p:sldLayoutId id="2147483905" r:id="rId10"/>
    <p:sldLayoutId id="2147483906" r:id="rId11"/>
    <p:sldLayoutId id="2147483907" r:id="rId12"/>
    <p:sldLayoutId id="2147483908" r:id="rId13"/>
    <p:sldLayoutId id="2147483909" r:id="rId14"/>
    <p:sldLayoutId id="2147483910" r:id="rId15"/>
    <p:sldLayoutId id="2147483911" r:id="rId16"/>
    <p:sldLayoutId id="2147483912" r:id="rId17"/>
    <p:sldLayoutId id="2147483913" r:id="rId18"/>
    <p:sldLayoutId id="2147483914" r:id="rId19"/>
    <p:sldLayoutId id="2147483915" r:id="rId20"/>
    <p:sldLayoutId id="2147483916" r:id="rId21"/>
    <p:sldLayoutId id="2147483917" r:id="rId22"/>
    <p:sldLayoutId id="2147483918" r:id="rId23"/>
    <p:sldLayoutId id="2147483919" r:id="rId24"/>
    <p:sldLayoutId id="2147483920" r:id="rId25"/>
    <p:sldLayoutId id="2147483921" r:id="rId26"/>
    <p:sldLayoutId id="2147483922" r:id="rId27"/>
    <p:sldLayoutId id="2147483923" r:id="rId28"/>
    <p:sldLayoutId id="2147483924" r:id="rId29"/>
    <p:sldLayoutId id="2147483925" r:id="rId30"/>
    <p:sldLayoutId id="2147483926" r:id="rId31"/>
    <p:sldLayoutId id="2147483927" r:id="rId32"/>
    <p:sldLayoutId id="2147483928" r:id="rId33"/>
    <p:sldLayoutId id="2147483929" r:id="rId34"/>
    <p:sldLayoutId id="2147483930" r:id="rId35"/>
    <p:sldLayoutId id="2147483931" r:id="rId36"/>
    <p:sldLayoutId id="2147483932" r:id="rId37"/>
    <p:sldLayoutId id="2147483933" r:id="rId38"/>
    <p:sldLayoutId id="2147483934" r:id="rId39"/>
    <p:sldLayoutId id="2147483935" r:id="rId40"/>
    <p:sldLayoutId id="2147483936" r:id="rId41"/>
    <p:sldLayoutId id="2147483937" r:id="rId42"/>
    <p:sldLayoutId id="2147483938" r:id="rId43"/>
    <p:sldLayoutId id="2147483939" r:id="rId44"/>
    <p:sldLayoutId id="2147483940" r:id="rId45"/>
    <p:sldLayoutId id="2147483941" r:id="rId46"/>
    <p:sldLayoutId id="2147483943" r:id="rId47"/>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600" b="0" kern="1200">
          <a:solidFill>
            <a:schemeClr val="tx1"/>
          </a:solidFill>
          <a:latin typeface="Aptos"/>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chemeClr val="tx1"/>
          </a:solidFill>
          <a:latin typeface="Aptos"/>
          <a:ea typeface="+mn-ea"/>
          <a:cs typeface="+mn-cs"/>
        </a:defRPr>
      </a:lvl2pPr>
      <a:lvl3pPr marL="341313" indent="-1651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chemeClr val="tx1"/>
          </a:solidFill>
          <a:latin typeface="Aptos"/>
          <a:ea typeface="+mn-ea"/>
          <a:cs typeface="+mn-cs"/>
        </a:defRPr>
      </a:lvl3pPr>
      <a:lvl4pPr marL="573088" indent="-2317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chemeClr val="tx1"/>
          </a:solidFill>
          <a:latin typeface="Aptos"/>
          <a:ea typeface="+mn-ea"/>
          <a:cs typeface="+mn-cs"/>
        </a:defRPr>
      </a:lvl4pPr>
      <a:lvl5pPr marL="803275"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baseline="0">
          <a:solidFill>
            <a:schemeClr val="tx1"/>
          </a:solidFill>
          <a:latin typeface="Aptos"/>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p15:clr>
            <a:srgbClr val="F26B43"/>
          </p15:clr>
        </p15:guide>
        <p15:guide id="2" pos="627">
          <p15:clr>
            <a:srgbClr val="F26B43"/>
          </p15:clr>
        </p15:guide>
        <p15:guide id="3" pos="7055">
          <p15:clr>
            <a:srgbClr val="F26B43"/>
          </p15:clr>
        </p15:guide>
        <p15:guide id="4" orient="horz" pos="838">
          <p15:clr>
            <a:srgbClr val="F26B43"/>
          </p15:clr>
        </p15:guide>
        <p15:guide id="5" orient="horz" pos="612">
          <p15:clr>
            <a:srgbClr val="F26B43"/>
          </p15:clr>
        </p15:guide>
        <p15:guide id="6" orient="horz" pos="27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customXml" Target="../../customXml/item17.xml"/><Relationship Id="rId1" Type="http://schemas.openxmlformats.org/officeDocument/2006/relationships/customXml" Target="../../customXml/item16.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7.jpeg"/></Relationships>
</file>

<file path=ppt/slides/_rels/slide2.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11.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s>
</file>

<file path=ppt/slides/_rels/slide3.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3" Type="http://schemas.openxmlformats.org/officeDocument/2006/relationships/image" Target="../media/image32.jpe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 Type="http://schemas.openxmlformats.org/officeDocument/2006/relationships/notesSlide" Target="../notesSlides/notesSlide1.xml"/><Relationship Id="rId16" Type="http://schemas.openxmlformats.org/officeDocument/2006/relationships/image" Target="../media/image45.png"/><Relationship Id="rId20" Type="http://schemas.openxmlformats.org/officeDocument/2006/relationships/image" Target="../media/image49.png"/><Relationship Id="rId1" Type="http://schemas.openxmlformats.org/officeDocument/2006/relationships/slideLayout" Target="../slideLayouts/slideLayout11.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10" Type="http://schemas.openxmlformats.org/officeDocument/2006/relationships/image" Target="../media/image39.png"/><Relationship Id="rId19" Type="http://schemas.openxmlformats.org/officeDocument/2006/relationships/image" Target="../media/image48.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s>
</file>

<file path=ppt/slides/_rels/slide4.xml.rels><?xml version="1.0" encoding="UTF-8" standalone="yes"?>
<Relationships xmlns="http://schemas.openxmlformats.org/package/2006/relationships"><Relationship Id="rId3" Type="http://schemas.openxmlformats.org/officeDocument/2006/relationships/hyperlink" Target="https://kpmgus.sharepoint.com/:x:/r/sites/US-EXT-DisneyTaxAI/Shared%20Documents/General/Use%20Case%20Inventory/Disney%20AI%20for%20Tax%20Use%20Case%20Prioritization%20Scoring.xlsx?d=wcc53a046393e4a0aa3a53365b94d4df7&amp;csf=1&amp;web=1&amp;e=5nZTji" TargetMode="External"/><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53.png"/><Relationship Id="rId1" Type="http://schemas.openxmlformats.org/officeDocument/2006/relationships/slideLayout" Target="../slideLayouts/slideLayout11.xml"/><Relationship Id="rId5" Type="http://schemas.openxmlformats.org/officeDocument/2006/relationships/image" Target="../media/image56.svg"/><Relationship Id="rId4" Type="http://schemas.openxmlformats.org/officeDocument/2006/relationships/image" Target="../media/image55.png"/></Relationships>
</file>

<file path=ppt/slides/_rels/slide6.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53.png"/><Relationship Id="rId1" Type="http://schemas.openxmlformats.org/officeDocument/2006/relationships/slideLayout" Target="../slideLayouts/slideLayout11.xml"/><Relationship Id="rId5" Type="http://schemas.openxmlformats.org/officeDocument/2006/relationships/image" Target="../media/image56.svg"/><Relationship Id="rId4" Type="http://schemas.openxmlformats.org/officeDocument/2006/relationships/image" Target="../media/image55.png"/></Relationships>
</file>

<file path=ppt/slides/_rels/slide7.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40.png"/><Relationship Id="rId18" Type="http://schemas.openxmlformats.org/officeDocument/2006/relationships/image" Target="../media/image52.png"/><Relationship Id="rId26" Type="http://schemas.openxmlformats.org/officeDocument/2006/relationships/image" Target="../media/image64.png"/><Relationship Id="rId3" Type="http://schemas.openxmlformats.org/officeDocument/2006/relationships/image" Target="../media/image55.png"/><Relationship Id="rId21" Type="http://schemas.openxmlformats.org/officeDocument/2006/relationships/image" Target="../media/image59.png"/><Relationship Id="rId7" Type="http://schemas.openxmlformats.org/officeDocument/2006/relationships/image" Target="../media/image33.png"/><Relationship Id="rId12" Type="http://schemas.openxmlformats.org/officeDocument/2006/relationships/image" Target="../media/image39.png"/><Relationship Id="rId17" Type="http://schemas.openxmlformats.org/officeDocument/2006/relationships/image" Target="../media/image36.png"/><Relationship Id="rId25" Type="http://schemas.openxmlformats.org/officeDocument/2006/relationships/image" Target="../media/image63.png"/><Relationship Id="rId2" Type="http://schemas.openxmlformats.org/officeDocument/2006/relationships/notesSlide" Target="../notesSlides/notesSlide3.xml"/><Relationship Id="rId16" Type="http://schemas.openxmlformats.org/officeDocument/2006/relationships/image" Target="../media/image51.png"/><Relationship Id="rId20" Type="http://schemas.openxmlformats.org/officeDocument/2006/relationships/image" Target="../media/image58.png"/><Relationship Id="rId1" Type="http://schemas.openxmlformats.org/officeDocument/2006/relationships/slideLayout" Target="../slideLayouts/slideLayout11.xml"/><Relationship Id="rId6" Type="http://schemas.openxmlformats.org/officeDocument/2006/relationships/image" Target="../media/image32.jpeg"/><Relationship Id="rId11" Type="http://schemas.openxmlformats.org/officeDocument/2006/relationships/image" Target="../media/image38.png"/><Relationship Id="rId24" Type="http://schemas.openxmlformats.org/officeDocument/2006/relationships/image" Target="../media/image62.png"/><Relationship Id="rId5" Type="http://schemas.openxmlformats.org/officeDocument/2006/relationships/image" Target="../media/image43.png"/><Relationship Id="rId15" Type="http://schemas.openxmlformats.org/officeDocument/2006/relationships/image" Target="../media/image42.png"/><Relationship Id="rId23" Type="http://schemas.openxmlformats.org/officeDocument/2006/relationships/image" Target="../media/image61.png"/><Relationship Id="rId10" Type="http://schemas.openxmlformats.org/officeDocument/2006/relationships/image" Target="../media/image37.png"/><Relationship Id="rId19" Type="http://schemas.openxmlformats.org/officeDocument/2006/relationships/image" Target="../media/image57.png"/><Relationship Id="rId4" Type="http://schemas.openxmlformats.org/officeDocument/2006/relationships/image" Target="../media/image56.svg"/><Relationship Id="rId9" Type="http://schemas.openxmlformats.org/officeDocument/2006/relationships/image" Target="../media/image35.png"/><Relationship Id="rId14" Type="http://schemas.openxmlformats.org/officeDocument/2006/relationships/image" Target="../media/image41.png"/><Relationship Id="rId22" Type="http://schemas.openxmlformats.org/officeDocument/2006/relationships/image" Target="../media/image60.png"/></Relationships>
</file>

<file path=ppt/slides/_rels/slide8.xml.rels><?xml version="1.0" encoding="UTF-8" standalone="yes"?>
<Relationships xmlns="http://schemas.openxmlformats.org/package/2006/relationships"><Relationship Id="rId8" Type="http://schemas.openxmlformats.org/officeDocument/2006/relationships/image" Target="../media/image70.svg"/><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68.svg"/><Relationship Id="rId5" Type="http://schemas.openxmlformats.org/officeDocument/2006/relationships/image" Target="../media/image67.png"/><Relationship Id="rId10" Type="http://schemas.openxmlformats.org/officeDocument/2006/relationships/image" Target="../media/image72.svg"/><Relationship Id="rId4" Type="http://schemas.openxmlformats.org/officeDocument/2006/relationships/image" Target="../media/image66.svg"/><Relationship Id="rId9" Type="http://schemas.openxmlformats.org/officeDocument/2006/relationships/image" Target="../media/image71.png"/></Relationships>
</file>

<file path=ppt/slides/_rels/slide9.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74.png"/><Relationship Id="rId7" Type="http://schemas.openxmlformats.org/officeDocument/2006/relationships/image" Target="../media/image78.svg"/><Relationship Id="rId2" Type="http://schemas.openxmlformats.org/officeDocument/2006/relationships/image" Target="../media/image73.png"/><Relationship Id="rId1" Type="http://schemas.openxmlformats.org/officeDocument/2006/relationships/slideLayout" Target="../slideLayouts/slideLayout11.xml"/><Relationship Id="rId6" Type="http://schemas.openxmlformats.org/officeDocument/2006/relationships/image" Target="../media/image77.png"/><Relationship Id="rId11" Type="http://schemas.openxmlformats.org/officeDocument/2006/relationships/image" Target="../media/image82.svg"/><Relationship Id="rId5" Type="http://schemas.openxmlformats.org/officeDocument/2006/relationships/image" Target="../media/image76.svg"/><Relationship Id="rId10" Type="http://schemas.openxmlformats.org/officeDocument/2006/relationships/image" Target="../media/image81.png"/><Relationship Id="rId4" Type="http://schemas.openxmlformats.org/officeDocument/2006/relationships/image" Target="../media/image75.png"/><Relationship Id="rId9" Type="http://schemas.openxmlformats.org/officeDocument/2006/relationships/image" Target="../media/image80.svg"/></Relationships>
</file>

<file path=ppt/slides/_rels/slide10.xml.rels><?xml version="1.0" encoding="UTF-8" standalone="yes"?>
<Relationships xmlns="http://schemas.openxmlformats.org/package/2006/relationships"><Relationship Id="rId8" Type="http://schemas.openxmlformats.org/officeDocument/2006/relationships/image" Target="../media/image88.svg"/><Relationship Id="rId13" Type="http://schemas.openxmlformats.org/officeDocument/2006/relationships/hyperlink" Target="https://m365.cloud.microsoft/chat/?titleId=T_96e8a524-ee2c-925b-89a6-ef4a0a65e0d8&amp;source=embedded-builder" TargetMode="External"/><Relationship Id="rId18" Type="http://schemas.openxmlformats.org/officeDocument/2006/relationships/image" Target="../media/image94.jpeg"/><Relationship Id="rId3" Type="http://schemas.openxmlformats.org/officeDocument/2006/relationships/image" Target="../media/image83.png"/><Relationship Id="rId21" Type="http://schemas.openxmlformats.org/officeDocument/2006/relationships/hyperlink" Target="https://m365.cloud.microsoft/chat/?titleId=T_1de6eabe-34b4-997e-6ce0-3c4e7857a3e4&amp;source=embedded-builder" TargetMode="External"/><Relationship Id="rId7" Type="http://schemas.openxmlformats.org/officeDocument/2006/relationships/image" Target="../media/image87.png"/><Relationship Id="rId12" Type="http://schemas.openxmlformats.org/officeDocument/2006/relationships/image" Target="../media/image91.jpeg"/><Relationship Id="rId17" Type="http://schemas.openxmlformats.org/officeDocument/2006/relationships/hyperlink" Target="https://m365.cloud.microsoft/chat/?titleId=T_04523a2c-98fd-4ea9-2984-269a837f2e04&amp;source=embedded-builder" TargetMode="External"/><Relationship Id="rId2" Type="http://schemas.openxmlformats.org/officeDocument/2006/relationships/notesSlide" Target="../notesSlides/notesSlide5.xml"/><Relationship Id="rId16" Type="http://schemas.openxmlformats.org/officeDocument/2006/relationships/image" Target="../media/image93.jpeg"/><Relationship Id="rId20" Type="http://schemas.openxmlformats.org/officeDocument/2006/relationships/image" Target="../media/image95.jpeg"/><Relationship Id="rId1" Type="http://schemas.openxmlformats.org/officeDocument/2006/relationships/slideLayout" Target="../slideLayouts/slideLayout11.xml"/><Relationship Id="rId6" Type="http://schemas.openxmlformats.org/officeDocument/2006/relationships/image" Target="../media/image86.svg"/><Relationship Id="rId11" Type="http://schemas.openxmlformats.org/officeDocument/2006/relationships/hyperlink" Target="https://m365.cloud.microsoft/chat/?titleId=T_aba0810b-70de-4a9a-b7b9-f2273f9320bc&amp;source=embedded-builder" TargetMode="External"/><Relationship Id="rId24" Type="http://schemas.openxmlformats.org/officeDocument/2006/relationships/image" Target="../media/image97.jpeg"/><Relationship Id="rId5" Type="http://schemas.openxmlformats.org/officeDocument/2006/relationships/image" Target="../media/image85.png"/><Relationship Id="rId15" Type="http://schemas.openxmlformats.org/officeDocument/2006/relationships/hyperlink" Target="https://m365.cloud.microsoft/chat/?titleId=T_dde75908-caf6-4abb-c406-b551c9a7928b&amp;source=embedded-builder" TargetMode="External"/><Relationship Id="rId23" Type="http://schemas.openxmlformats.org/officeDocument/2006/relationships/hyperlink" Target="https://m365.cloud.microsoft/chat/?titleId=T_145c3285-d3ab-3988-8d84-0b0564c8312f&amp;source=embedded-builder" TargetMode="External"/><Relationship Id="rId10" Type="http://schemas.openxmlformats.org/officeDocument/2006/relationships/image" Target="../media/image90.svg"/><Relationship Id="rId19" Type="http://schemas.openxmlformats.org/officeDocument/2006/relationships/hyperlink" Target="https://m365.cloud.microsoft/chat/?titleId=T_5c80d109-9d07-f4ac-f254-56d0e54f0a88&amp;source=embedded-builder" TargetMode="External"/><Relationship Id="rId4" Type="http://schemas.openxmlformats.org/officeDocument/2006/relationships/image" Target="../media/image84.svg"/><Relationship Id="rId9" Type="http://schemas.openxmlformats.org/officeDocument/2006/relationships/image" Target="../media/image89.png"/><Relationship Id="rId14" Type="http://schemas.openxmlformats.org/officeDocument/2006/relationships/image" Target="../media/image92.png"/><Relationship Id="rId22" Type="http://schemas.openxmlformats.org/officeDocument/2006/relationships/image" Target="../media/image96.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image" Target="../media/image99.png"/><Relationship Id="rId7" Type="http://schemas.openxmlformats.org/officeDocument/2006/relationships/image" Target="../media/image102.png"/><Relationship Id="rId2" Type="http://schemas.openxmlformats.org/officeDocument/2006/relationships/image" Target="../media/image98.jpeg"/><Relationship Id="rId1" Type="http://schemas.openxmlformats.org/officeDocument/2006/relationships/slideLayout" Target="../slideLayouts/slideLayout17.xml"/><Relationship Id="rId6" Type="http://schemas.openxmlformats.org/officeDocument/2006/relationships/image" Target="../media/image60.png"/><Relationship Id="rId11" Type="http://schemas.openxmlformats.org/officeDocument/2006/relationships/image" Target="../media/image106.svg"/><Relationship Id="rId5" Type="http://schemas.openxmlformats.org/officeDocument/2006/relationships/image" Target="../media/image101.png"/><Relationship Id="rId10" Type="http://schemas.openxmlformats.org/officeDocument/2006/relationships/image" Target="../media/image105.png"/><Relationship Id="rId4" Type="http://schemas.openxmlformats.org/officeDocument/2006/relationships/image" Target="../media/image100.png"/><Relationship Id="rId9" Type="http://schemas.openxmlformats.org/officeDocument/2006/relationships/image" Target="../media/image104.svg"/></Relationships>
</file>

<file path=ppt/slides/_rels/slide14.xml.rels><?xml version="1.0" encoding="UTF-8" standalone="yes"?>
<Relationships xmlns="http://schemas.openxmlformats.org/package/2006/relationships"><Relationship Id="rId3" Type="http://schemas.openxmlformats.org/officeDocument/2006/relationships/image" Target="../media/image107.png"/><Relationship Id="rId7" Type="http://schemas.openxmlformats.org/officeDocument/2006/relationships/image" Target="../media/image109.png"/><Relationship Id="rId2" Type="http://schemas.openxmlformats.org/officeDocument/2006/relationships/notesSlide" Target="../notesSlides/notesSlide6.xml"/><Relationship Id="rId1" Type="http://schemas.openxmlformats.org/officeDocument/2006/relationships/slideLayout" Target="../slideLayouts/slideLayout17.xml"/><Relationship Id="rId6" Type="http://schemas.openxmlformats.org/officeDocument/2006/relationships/image" Target="../media/image60.png"/><Relationship Id="rId5" Type="http://schemas.openxmlformats.org/officeDocument/2006/relationships/image" Target="../media/image99.png"/><Relationship Id="rId4" Type="http://schemas.openxmlformats.org/officeDocument/2006/relationships/image" Target="../media/image108.png"/></Relationships>
</file>

<file path=ppt/slides/_rels/slide15.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107.png"/><Relationship Id="rId7" Type="http://schemas.openxmlformats.org/officeDocument/2006/relationships/image" Target="../media/image111.png"/><Relationship Id="rId2" Type="http://schemas.openxmlformats.org/officeDocument/2006/relationships/notesSlide" Target="../notesSlides/notesSlide7.xml"/><Relationship Id="rId1" Type="http://schemas.openxmlformats.org/officeDocument/2006/relationships/slideLayout" Target="../slideLayouts/slideLayout17.xml"/><Relationship Id="rId6" Type="http://schemas.openxmlformats.org/officeDocument/2006/relationships/image" Target="../media/image110.png"/><Relationship Id="rId5" Type="http://schemas.openxmlformats.org/officeDocument/2006/relationships/image" Target="../media/image99.png"/><Relationship Id="rId4" Type="http://schemas.openxmlformats.org/officeDocument/2006/relationships/image" Target="../media/image108.png"/></Relationships>
</file>

<file path=ppt/slides/_rels/slide16.xml.rels><?xml version="1.0" encoding="UTF-8" standalone="yes"?>
<Relationships xmlns="http://schemas.openxmlformats.org/package/2006/relationships"><Relationship Id="rId3" Type="http://schemas.openxmlformats.org/officeDocument/2006/relationships/image" Target="../media/image107.png"/><Relationship Id="rId7" Type="http://schemas.openxmlformats.org/officeDocument/2006/relationships/image" Target="../media/image113.png"/><Relationship Id="rId2" Type="http://schemas.openxmlformats.org/officeDocument/2006/relationships/notesSlide" Target="../notesSlides/notesSlide8.xml"/><Relationship Id="rId1" Type="http://schemas.openxmlformats.org/officeDocument/2006/relationships/slideLayout" Target="../slideLayouts/slideLayout17.xml"/><Relationship Id="rId6" Type="http://schemas.openxmlformats.org/officeDocument/2006/relationships/image" Target="../media/image110.png"/><Relationship Id="rId5" Type="http://schemas.openxmlformats.org/officeDocument/2006/relationships/image" Target="../media/image99.png"/><Relationship Id="rId4" Type="http://schemas.openxmlformats.org/officeDocument/2006/relationships/image" Target="../media/image10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90DA9B23-14E8-3A28-8D23-5B02837424D0}"/>
              </a:ext>
            </a:extLst>
          </p:cNvPr>
          <p:cNvGrpSpPr/>
          <p:nvPr/>
        </p:nvGrpSpPr>
        <p:grpSpPr>
          <a:xfrm>
            <a:off x="0" y="0"/>
            <a:ext cx="12192000" cy="6861717"/>
            <a:chOff x="0" y="-1"/>
            <a:chExt cx="12192000" cy="6861717"/>
          </a:xfrm>
        </p:grpSpPr>
        <p:pic>
          <p:nvPicPr>
            <p:cNvPr id="3" name="Picture 2">
              <a:extLst>
                <a:ext uri="{FF2B5EF4-FFF2-40B4-BE49-F238E27FC236}">
                  <a16:creationId xmlns:a16="http://schemas.microsoft.com/office/drawing/2014/main" id="{D4D750A6-69CF-A32E-9084-0F41BBBBB2E5}"/>
                </a:ext>
              </a:extLst>
            </p:cNvPr>
            <p:cNvPicPr>
              <a:picLocks noChangeAspect="1"/>
            </p:cNvPicPr>
            <p:nvPr userDrawn="1"/>
          </p:nvPicPr>
          <p:blipFill>
            <a:blip r:embed="rId4">
              <a:extLst>
                <a:ext uri="{28A0092B-C50C-407E-A947-70E740481C1C}">
                  <a14:useLocalDpi xmlns:a14="http://schemas.microsoft.com/office/drawing/2010/main"/>
                </a:ext>
              </a:extLst>
            </a:blip>
            <a:srcRect/>
            <a:stretch/>
          </p:blipFill>
          <p:spPr>
            <a:xfrm>
              <a:off x="0" y="-1"/>
              <a:ext cx="12192000" cy="6861717"/>
            </a:xfrm>
            <a:prstGeom prst="rect">
              <a:avLst/>
            </a:prstGeom>
          </p:spPr>
        </p:pic>
        <p:pic>
          <p:nvPicPr>
            <p:cNvPr id="4" name="Graphic 3">
              <a:extLst>
                <a:ext uri="{FF2B5EF4-FFF2-40B4-BE49-F238E27FC236}">
                  <a16:creationId xmlns:a16="http://schemas.microsoft.com/office/drawing/2014/main" id="{9F33040B-B3C9-92F6-93AB-1B2CA365B837}"/>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41301" y="736722"/>
              <a:ext cx="914400" cy="368346"/>
            </a:xfrm>
            <a:prstGeom prst="rect">
              <a:avLst/>
            </a:prstGeom>
          </p:spPr>
        </p:pic>
      </p:grpSp>
      <p:sp>
        <p:nvSpPr>
          <p:cNvPr id="9" name="Title 8">
            <a:extLst>
              <a:ext uri="{FF2B5EF4-FFF2-40B4-BE49-F238E27FC236}">
                <a16:creationId xmlns:a16="http://schemas.microsoft.com/office/drawing/2014/main" id="{EFB24E22-531A-7CB5-1C02-4C236BDE0BA3}"/>
              </a:ext>
            </a:extLst>
          </p:cNvPr>
          <p:cNvSpPr>
            <a:spLocks noGrp="1"/>
          </p:cNvSpPr>
          <p:nvPr>
            <p:ph type="ctrTitle"/>
          </p:nvPr>
        </p:nvSpPr>
        <p:spPr>
          <a:xfrm>
            <a:off x="741302" y="1456389"/>
            <a:ext cx="5506648" cy="1972611"/>
          </a:xfrm>
        </p:spPr>
        <p:txBody>
          <a:bodyPr/>
          <a:lstStyle/>
          <a:p>
            <a:r>
              <a:rPr lang="en-US" dirty="0"/>
              <a:t>Disney </a:t>
            </a:r>
            <a:br>
              <a:rPr lang="en-US" dirty="0"/>
            </a:br>
            <a:r>
              <a:rPr lang="en-US" dirty="0"/>
              <a:t>AI for Tax</a:t>
            </a:r>
          </a:p>
        </p:txBody>
      </p:sp>
      <p:sp>
        <p:nvSpPr>
          <p:cNvPr id="5" name="Text Placeholder 4">
            <a:extLst>
              <a:ext uri="{FF2B5EF4-FFF2-40B4-BE49-F238E27FC236}">
                <a16:creationId xmlns:a16="http://schemas.microsoft.com/office/drawing/2014/main" id="{4A2B257A-3F1B-0564-3BA3-EFBE3F6B4579}"/>
              </a:ext>
            </a:extLst>
          </p:cNvPr>
          <p:cNvSpPr>
            <a:spLocks noGrp="1"/>
          </p:cNvSpPr>
          <p:nvPr>
            <p:ph type="body" sz="quarter" idx="11"/>
          </p:nvPr>
        </p:nvSpPr>
        <p:spPr/>
        <p:txBody>
          <a:bodyPr/>
          <a:lstStyle/>
          <a:p>
            <a:endParaRPr lang="en-US"/>
          </a:p>
        </p:txBody>
      </p:sp>
    </p:spTree>
    <p:custDataLst>
      <p:custData r:id="rId1"/>
      <p:custData r:id="rId2"/>
    </p:custDataLst>
    <p:extLst>
      <p:ext uri="{BB962C8B-B14F-4D97-AF65-F5344CB8AC3E}">
        <p14:creationId xmlns:p14="http://schemas.microsoft.com/office/powerpoint/2010/main" val="2170556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F827C-2F22-4780-9683-4BB13BF01F0F}"/>
              </a:ext>
            </a:extLst>
          </p:cNvPr>
          <p:cNvSpPr>
            <a:spLocks noGrp="1"/>
          </p:cNvSpPr>
          <p:nvPr>
            <p:ph type="title"/>
          </p:nvPr>
        </p:nvSpPr>
        <p:spPr/>
        <p:txBody>
          <a:bodyPr/>
          <a:lstStyle/>
          <a:p>
            <a:r>
              <a:rPr lang="en-US"/>
              <a:t>AI Strategy for Disney</a:t>
            </a:r>
          </a:p>
        </p:txBody>
      </p:sp>
      <p:sp>
        <p:nvSpPr>
          <p:cNvPr id="4" name="Arrow: Pentagon 3">
            <a:extLst>
              <a:ext uri="{FF2B5EF4-FFF2-40B4-BE49-F238E27FC236}">
                <a16:creationId xmlns:a16="http://schemas.microsoft.com/office/drawing/2014/main" id="{FC216182-CD70-1AE3-4640-F9CB26E5F669}"/>
              </a:ext>
            </a:extLst>
          </p:cNvPr>
          <p:cNvSpPr/>
          <p:nvPr/>
        </p:nvSpPr>
        <p:spPr>
          <a:xfrm>
            <a:off x="995364" y="1515285"/>
            <a:ext cx="4105656" cy="384048"/>
          </a:xfrm>
          <a:prstGeom prst="homePlat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1200" b="1">
                <a:solidFill>
                  <a:schemeClr val="bg1"/>
                </a:solidFill>
              </a:rPr>
              <a:t>Core Principles </a:t>
            </a:r>
          </a:p>
        </p:txBody>
      </p:sp>
      <p:sp>
        <p:nvSpPr>
          <p:cNvPr id="6" name="TextBox 5">
            <a:extLst>
              <a:ext uri="{FF2B5EF4-FFF2-40B4-BE49-F238E27FC236}">
                <a16:creationId xmlns:a16="http://schemas.microsoft.com/office/drawing/2014/main" id="{A3E8C833-9CCA-F514-3D1C-59F0BC33EAFE}"/>
              </a:ext>
            </a:extLst>
          </p:cNvPr>
          <p:cNvSpPr txBox="1"/>
          <p:nvPr/>
        </p:nvSpPr>
        <p:spPr>
          <a:xfrm>
            <a:off x="1462311" y="2158499"/>
            <a:ext cx="4023203" cy="2631490"/>
          </a:xfrm>
          <a:prstGeom prst="rect">
            <a:avLst/>
          </a:prstGeom>
          <a:noFill/>
        </p:spPr>
        <p:txBody>
          <a:bodyPr wrap="square">
            <a:spAutoFit/>
          </a:bodyPr>
          <a:lstStyle/>
          <a:p>
            <a:pPr algn="l">
              <a:spcBef>
                <a:spcPts val="975"/>
              </a:spcBef>
              <a:buNone/>
            </a:pPr>
            <a:r>
              <a:rPr lang="en-US" sz="1000" b="1" i="0">
                <a:effectLst/>
              </a:rPr>
              <a:t>Modular</a:t>
            </a:r>
          </a:p>
          <a:p>
            <a:pPr algn="l">
              <a:spcBef>
                <a:spcPts val="600"/>
              </a:spcBef>
              <a:buNone/>
            </a:pPr>
            <a:r>
              <a:rPr lang="en-US" sz="1000" b="0" i="0">
                <a:effectLst/>
              </a:rPr>
              <a:t>Build AI systems with interchangeable components that are easier to scale, adapt, replace, and maintain over time.</a:t>
            </a:r>
          </a:p>
          <a:p>
            <a:pPr algn="l">
              <a:spcBef>
                <a:spcPts val="975"/>
              </a:spcBef>
              <a:buNone/>
            </a:pPr>
            <a:r>
              <a:rPr lang="en-US" sz="1000" b="1" i="0">
                <a:effectLst/>
              </a:rPr>
              <a:t>Scalable</a:t>
            </a:r>
          </a:p>
          <a:p>
            <a:pPr algn="l">
              <a:spcBef>
                <a:spcPts val="600"/>
              </a:spcBef>
              <a:buNone/>
            </a:pPr>
            <a:r>
              <a:rPr lang="en-US" sz="1000" b="0" i="0">
                <a:effectLst/>
              </a:rPr>
              <a:t>Configure AI solutions to grow seamlessly </a:t>
            </a:r>
            <a:r>
              <a:rPr lang="en-US" sz="1000"/>
              <a:t>as </a:t>
            </a:r>
            <a:r>
              <a:rPr lang="en-US" sz="1000" b="0" i="0">
                <a:effectLst/>
              </a:rPr>
              <a:t>data, users, and use cases expand — without major rework.</a:t>
            </a:r>
          </a:p>
          <a:p>
            <a:pPr algn="l">
              <a:spcBef>
                <a:spcPts val="975"/>
              </a:spcBef>
              <a:buNone/>
            </a:pPr>
            <a:r>
              <a:rPr lang="en-US" sz="1000" b="1" i="0">
                <a:effectLst/>
              </a:rPr>
              <a:t>Available within Disney</a:t>
            </a:r>
          </a:p>
          <a:p>
            <a:pPr algn="l">
              <a:spcBef>
                <a:spcPts val="600"/>
              </a:spcBef>
              <a:buNone/>
            </a:pPr>
            <a:r>
              <a:rPr lang="en-US" sz="1000" b="0" i="0">
                <a:effectLst/>
              </a:rPr>
              <a:t>Prioritize technology and platforms already vetted and supported internally to improve compliance and integration.</a:t>
            </a:r>
          </a:p>
          <a:p>
            <a:pPr algn="l">
              <a:spcBef>
                <a:spcPts val="975"/>
              </a:spcBef>
              <a:buNone/>
            </a:pPr>
            <a:r>
              <a:rPr lang="en-US" sz="1000" b="1" i="0">
                <a:effectLst/>
              </a:rPr>
              <a:t>Modern stack / ability to swap models</a:t>
            </a:r>
          </a:p>
          <a:p>
            <a:pPr algn="l">
              <a:spcBef>
                <a:spcPts val="600"/>
              </a:spcBef>
              <a:buNone/>
            </a:pPr>
            <a:r>
              <a:rPr lang="en-US" sz="1000" b="0" i="0">
                <a:effectLst/>
              </a:rPr>
              <a:t>Design solutions using flexible architectures that allow easy expansion, replacement, or upgrading of AI models, as needed.</a:t>
            </a:r>
          </a:p>
        </p:txBody>
      </p:sp>
      <p:sp>
        <p:nvSpPr>
          <p:cNvPr id="8" name="TextBox 7">
            <a:extLst>
              <a:ext uri="{FF2B5EF4-FFF2-40B4-BE49-F238E27FC236}">
                <a16:creationId xmlns:a16="http://schemas.microsoft.com/office/drawing/2014/main" id="{B54F4522-C7B2-51A5-2445-060738C1B941}"/>
              </a:ext>
            </a:extLst>
          </p:cNvPr>
          <p:cNvSpPr txBox="1"/>
          <p:nvPr/>
        </p:nvSpPr>
        <p:spPr>
          <a:xfrm>
            <a:off x="6522188" y="2220839"/>
            <a:ext cx="4023203" cy="2118529"/>
          </a:xfrm>
          <a:prstGeom prst="rect">
            <a:avLst/>
          </a:prstGeom>
          <a:noFill/>
        </p:spPr>
        <p:txBody>
          <a:bodyPr wrap="square">
            <a:spAutoFit/>
          </a:bodyPr>
          <a:lstStyle/>
          <a:p>
            <a:pPr algn="l">
              <a:spcBef>
                <a:spcPts val="975"/>
              </a:spcBef>
              <a:spcAft>
                <a:spcPts val="225"/>
              </a:spcAft>
              <a:buNone/>
            </a:pPr>
            <a:r>
              <a:rPr lang="en-US" sz="1000" b="1" i="0">
                <a:effectLst/>
              </a:rPr>
              <a:t>Easy to maintain</a:t>
            </a:r>
          </a:p>
          <a:p>
            <a:pPr algn="l">
              <a:spcBef>
                <a:spcPts val="600"/>
              </a:spcBef>
              <a:spcAft>
                <a:spcPts val="300"/>
              </a:spcAft>
              <a:buNone/>
            </a:pPr>
            <a:r>
              <a:rPr lang="en-US" sz="1000" b="0" i="0">
                <a:effectLst/>
              </a:rPr>
              <a:t>Prioritize systems are simple to monitor, debug, and update —minimizing operational overhead and technical debt.</a:t>
            </a:r>
          </a:p>
          <a:p>
            <a:pPr algn="l">
              <a:spcBef>
                <a:spcPts val="975"/>
              </a:spcBef>
              <a:spcAft>
                <a:spcPts val="225"/>
              </a:spcAft>
              <a:buNone/>
            </a:pPr>
            <a:r>
              <a:rPr lang="en-US" sz="1000" b="1" i="0">
                <a:effectLst/>
              </a:rPr>
              <a:t>Reasonable cost of ownership</a:t>
            </a:r>
          </a:p>
          <a:p>
            <a:pPr algn="l">
              <a:spcBef>
                <a:spcPts val="600"/>
              </a:spcBef>
              <a:spcAft>
                <a:spcPts val="300"/>
              </a:spcAft>
              <a:buNone/>
            </a:pPr>
            <a:r>
              <a:rPr lang="en-US" sz="1000" b="0" i="0">
                <a:effectLst/>
              </a:rPr>
              <a:t>Balance performance and innovation with budget-conscious choices that deliver </a:t>
            </a:r>
            <a:r>
              <a:rPr lang="en-US" sz="1000"/>
              <a:t>sustained</a:t>
            </a:r>
            <a:r>
              <a:rPr lang="en-US" sz="1000" b="0" i="0">
                <a:effectLst/>
              </a:rPr>
              <a:t> value.</a:t>
            </a:r>
          </a:p>
          <a:p>
            <a:pPr algn="l">
              <a:spcBef>
                <a:spcPts val="975"/>
              </a:spcBef>
              <a:spcAft>
                <a:spcPts val="225"/>
              </a:spcAft>
              <a:buNone/>
            </a:pPr>
            <a:r>
              <a:rPr lang="en-US" sz="1000" b="1" i="0">
                <a:effectLst/>
              </a:rPr>
              <a:t>Citizen-developer friendly / Vibe coding ready</a:t>
            </a:r>
          </a:p>
          <a:p>
            <a:pPr algn="l">
              <a:spcBef>
                <a:spcPts val="600"/>
              </a:spcBef>
              <a:spcAft>
                <a:spcPts val="300"/>
              </a:spcAft>
            </a:pPr>
            <a:r>
              <a:rPr lang="en-US" sz="1000" b="0" i="0">
                <a:effectLst/>
              </a:rPr>
              <a:t>Empower non-technical users to build and customize AI tools using intuitive, low-code or no-code interfaces</a:t>
            </a:r>
          </a:p>
        </p:txBody>
      </p:sp>
      <p:sp>
        <p:nvSpPr>
          <p:cNvPr id="9" name="Rectangle: Rounded Corners 8">
            <a:extLst>
              <a:ext uri="{FF2B5EF4-FFF2-40B4-BE49-F238E27FC236}">
                <a16:creationId xmlns:a16="http://schemas.microsoft.com/office/drawing/2014/main" id="{313FF040-C1B9-577F-EAB9-84ED90F65105}"/>
              </a:ext>
            </a:extLst>
          </p:cNvPr>
          <p:cNvSpPr/>
          <p:nvPr/>
        </p:nvSpPr>
        <p:spPr>
          <a:xfrm>
            <a:off x="995364" y="5331898"/>
            <a:ext cx="10526233" cy="5334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1200">
                <a:solidFill>
                  <a:schemeClr val="tx1"/>
                </a:solidFill>
              </a:rPr>
              <a:t>Enables a flexible, scalable AI strategy that can evolve over time</a:t>
            </a:r>
          </a:p>
        </p:txBody>
      </p:sp>
      <p:pic>
        <p:nvPicPr>
          <p:cNvPr id="22" name="Graphic 21" descr="Money outline">
            <a:extLst>
              <a:ext uri="{FF2B5EF4-FFF2-40B4-BE49-F238E27FC236}">
                <a16:creationId xmlns:a16="http://schemas.microsoft.com/office/drawing/2014/main" id="{0C7E1A97-E7A9-3C48-A229-7A9716F61ED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96000" y="2986551"/>
            <a:ext cx="395177" cy="395177"/>
          </a:xfrm>
          <a:prstGeom prst="rect">
            <a:avLst/>
          </a:prstGeom>
        </p:spPr>
      </p:pic>
      <p:pic>
        <p:nvPicPr>
          <p:cNvPr id="24" name="Graphic 23" descr="Programmer female outline">
            <a:extLst>
              <a:ext uri="{FF2B5EF4-FFF2-40B4-BE49-F238E27FC236}">
                <a16:creationId xmlns:a16="http://schemas.microsoft.com/office/drawing/2014/main" id="{516CF2EC-8DD8-B140-8EFD-2855013AD76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0" y="3738629"/>
            <a:ext cx="457200" cy="457200"/>
          </a:xfrm>
          <a:prstGeom prst="rect">
            <a:avLst/>
          </a:prstGeom>
        </p:spPr>
      </p:pic>
      <p:pic>
        <p:nvPicPr>
          <p:cNvPr id="26" name="Graphic 25" descr="Wrench outline">
            <a:extLst>
              <a:ext uri="{FF2B5EF4-FFF2-40B4-BE49-F238E27FC236}">
                <a16:creationId xmlns:a16="http://schemas.microsoft.com/office/drawing/2014/main" id="{3F20A8F7-3F49-0CCA-C256-EA0C7AA323E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150049" y="2320945"/>
            <a:ext cx="372139" cy="372139"/>
          </a:xfrm>
          <a:prstGeom prst="rect">
            <a:avLst/>
          </a:prstGeom>
        </p:spPr>
      </p:pic>
      <p:pic>
        <p:nvPicPr>
          <p:cNvPr id="28" name="Graphic 27" descr="Building Brick Wall outline">
            <a:extLst>
              <a:ext uri="{FF2B5EF4-FFF2-40B4-BE49-F238E27FC236}">
                <a16:creationId xmlns:a16="http://schemas.microsoft.com/office/drawing/2014/main" id="{20BB0B32-3B03-66D8-931B-9D78A10DD6F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95364" y="2220839"/>
            <a:ext cx="457200" cy="457200"/>
          </a:xfrm>
          <a:prstGeom prst="rect">
            <a:avLst/>
          </a:prstGeom>
        </p:spPr>
      </p:pic>
      <p:pic>
        <p:nvPicPr>
          <p:cNvPr id="30" name="Graphic 29" descr="Exponential Graph outline">
            <a:extLst>
              <a:ext uri="{FF2B5EF4-FFF2-40B4-BE49-F238E27FC236}">
                <a16:creationId xmlns:a16="http://schemas.microsoft.com/office/drawing/2014/main" id="{8EC67FC2-54BB-50CA-5B2D-0562E02EEC7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26376" y="2886325"/>
            <a:ext cx="395177" cy="395177"/>
          </a:xfrm>
          <a:prstGeom prst="rect">
            <a:avLst/>
          </a:prstGeom>
        </p:spPr>
      </p:pic>
      <p:pic>
        <p:nvPicPr>
          <p:cNvPr id="32" name="Graphic 31" descr="Comment Like outline">
            <a:extLst>
              <a:ext uri="{FF2B5EF4-FFF2-40B4-BE49-F238E27FC236}">
                <a16:creationId xmlns:a16="http://schemas.microsoft.com/office/drawing/2014/main" id="{EC5B2B0D-6768-CB6A-63C5-FB8DF62A1F8E}"/>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95364" y="3489788"/>
            <a:ext cx="457200" cy="457200"/>
          </a:xfrm>
          <a:prstGeom prst="rect">
            <a:avLst/>
          </a:prstGeom>
        </p:spPr>
      </p:pic>
      <p:pic>
        <p:nvPicPr>
          <p:cNvPr id="34" name="Graphic 33" descr="Toggle outline">
            <a:extLst>
              <a:ext uri="{FF2B5EF4-FFF2-40B4-BE49-F238E27FC236}">
                <a16:creationId xmlns:a16="http://schemas.microsoft.com/office/drawing/2014/main" id="{8F8224BA-E6BB-9499-0496-24D1F70908B2}"/>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63148" y="4155274"/>
            <a:ext cx="426188" cy="426188"/>
          </a:xfrm>
          <a:prstGeom prst="rect">
            <a:avLst/>
          </a:prstGeom>
        </p:spPr>
      </p:pic>
      <p:sp>
        <p:nvSpPr>
          <p:cNvPr id="36" name="TextBox 35">
            <a:extLst>
              <a:ext uri="{FF2B5EF4-FFF2-40B4-BE49-F238E27FC236}">
                <a16:creationId xmlns:a16="http://schemas.microsoft.com/office/drawing/2014/main" id="{8EAEFEDA-C24A-11FD-7ED0-27A4A90E6B61}"/>
              </a:ext>
            </a:extLst>
          </p:cNvPr>
          <p:cNvSpPr txBox="1"/>
          <p:nvPr/>
        </p:nvSpPr>
        <p:spPr>
          <a:xfrm>
            <a:off x="995364" y="914400"/>
            <a:ext cx="10374385" cy="392358"/>
          </a:xfrm>
          <a:prstGeom prst="rect">
            <a:avLst/>
          </a:prstGeom>
        </p:spPr>
        <p:txBody>
          <a:bodyPr vert="horz" wrap="square" lIns="0" tIns="0" rIns="0" bIns="0" rtlCol="0" anchor="t" anchorCtr="0">
            <a:noAutofit/>
          </a:bodyPr>
          <a:lstStyle/>
          <a:p>
            <a:pPr algn="l">
              <a:spcAft>
                <a:spcPts val="600"/>
              </a:spcAft>
            </a:pPr>
            <a:r>
              <a:rPr lang="en-US" sz="1000" dirty="0">
                <a:solidFill>
                  <a:schemeClr val="tx2"/>
                </a:solidFill>
              </a:rPr>
              <a:t>This set of core principles outlines how we’ve approached the roadmap and architecture for building and scaling GenAI solutions for Disney– prioritizing and balancing modularity, maintainability, cost, and accessibility for both technical and non- technical users.</a:t>
            </a:r>
          </a:p>
        </p:txBody>
      </p:sp>
    </p:spTree>
    <p:extLst>
      <p:ext uri="{BB962C8B-B14F-4D97-AF65-F5344CB8AC3E}">
        <p14:creationId xmlns:p14="http://schemas.microsoft.com/office/powerpoint/2010/main" val="2323321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DC5CC-CB6C-A68D-2791-86A853390682}"/>
            </a:ext>
          </a:extLst>
        </p:cNvPr>
        <p:cNvGrpSpPr/>
        <p:nvPr/>
      </p:nvGrpSpPr>
      <p:grpSpPr>
        <a:xfrm>
          <a:off x="0" y="0"/>
          <a:ext cx="0" cy="0"/>
          <a:chOff x="0" y="0"/>
          <a:chExt cx="0" cy="0"/>
        </a:xfrm>
      </p:grpSpPr>
      <p:pic>
        <p:nvPicPr>
          <p:cNvPr id="2137" name="Picture 36" descr="PTMS Property Tax Software | LinkedIn">
            <a:extLst>
              <a:ext uri="{FF2B5EF4-FFF2-40B4-BE49-F238E27FC236}">
                <a16:creationId xmlns:a16="http://schemas.microsoft.com/office/drawing/2014/main" id="{FD7F74B6-6D3E-2EF3-802E-D3E6DF35784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02196" y="5010162"/>
            <a:ext cx="512260" cy="51226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2C37B56-9BB4-41D0-0886-C2536FE3975E}"/>
              </a:ext>
            </a:extLst>
          </p:cNvPr>
          <p:cNvSpPr>
            <a:spLocks noGrp="1"/>
          </p:cNvSpPr>
          <p:nvPr>
            <p:ph type="title"/>
          </p:nvPr>
        </p:nvSpPr>
        <p:spPr/>
        <p:txBody>
          <a:bodyPr/>
          <a:lstStyle/>
          <a:p>
            <a:r>
              <a:rPr lang="en-US"/>
              <a:t>Current State Tax Technology Ecosystem </a:t>
            </a:r>
          </a:p>
        </p:txBody>
      </p:sp>
      <p:sp>
        <p:nvSpPr>
          <p:cNvPr id="3" name="Rectangle 2">
            <a:extLst>
              <a:ext uri="{FF2B5EF4-FFF2-40B4-BE49-F238E27FC236}">
                <a16:creationId xmlns:a16="http://schemas.microsoft.com/office/drawing/2014/main" id="{5820201D-ED15-6875-7852-FF93321E7304}"/>
              </a:ext>
            </a:extLst>
          </p:cNvPr>
          <p:cNvSpPr/>
          <p:nvPr/>
        </p:nvSpPr>
        <p:spPr>
          <a:xfrm>
            <a:off x="2537283" y="4533378"/>
            <a:ext cx="7912832" cy="1416837"/>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rial"/>
              <a:ea typeface="+mn-ea"/>
              <a:cs typeface="+mn-cs"/>
            </a:endParaRPr>
          </a:p>
        </p:txBody>
      </p:sp>
      <p:sp>
        <p:nvSpPr>
          <p:cNvPr id="5" name="TextBox 4">
            <a:extLst>
              <a:ext uri="{FF2B5EF4-FFF2-40B4-BE49-F238E27FC236}">
                <a16:creationId xmlns:a16="http://schemas.microsoft.com/office/drawing/2014/main" id="{FA66B0DE-20CE-5EA9-BA28-D5FDE143943E}"/>
              </a:ext>
            </a:extLst>
          </p:cNvPr>
          <p:cNvSpPr txBox="1"/>
          <p:nvPr/>
        </p:nvSpPr>
        <p:spPr>
          <a:xfrm>
            <a:off x="2665376" y="4557639"/>
            <a:ext cx="775769" cy="169082"/>
          </a:xfrm>
          <a:prstGeom prst="rect">
            <a:avLst/>
          </a:prstGeom>
        </p:spPr>
        <p:txBody>
          <a:bodyPr vert="horz" wrap="non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a:ln>
                  <a:noFill/>
                </a:ln>
                <a:solidFill>
                  <a:srgbClr val="000000">
                    <a:lumMod val="85000"/>
                    <a:lumOff val="15000"/>
                  </a:srgbClr>
                </a:solidFill>
                <a:effectLst/>
                <a:uLnTx/>
                <a:uFillTx/>
                <a:latin typeface="Arial"/>
                <a:ea typeface="+mn-ea"/>
                <a:cs typeface="+mn-cs"/>
              </a:rPr>
              <a:t>Data Sources</a:t>
            </a:r>
            <a:r>
              <a:rPr lang="en-US" sz="1050" b="1">
                <a:solidFill>
                  <a:srgbClr val="000000">
                    <a:lumMod val="85000"/>
                    <a:lumOff val="15000"/>
                  </a:srgbClr>
                </a:solidFill>
                <a:latin typeface="Arial"/>
              </a:rPr>
              <a:t> / Platforms</a:t>
            </a:r>
            <a:endParaRPr kumimoji="0" lang="en-US" sz="1050" b="1" i="0" u="none" strike="noStrike" kern="1200" cap="none" spc="0" normalizeH="0" baseline="0" noProof="0">
              <a:ln>
                <a:noFill/>
              </a:ln>
              <a:solidFill>
                <a:srgbClr val="000000">
                  <a:lumMod val="85000"/>
                  <a:lumOff val="15000"/>
                </a:srgbClr>
              </a:solidFill>
              <a:effectLst/>
              <a:uLnTx/>
              <a:uFillTx/>
              <a:latin typeface="Arial"/>
              <a:ea typeface="+mn-ea"/>
              <a:cs typeface="+mn-cs"/>
            </a:endParaRPr>
          </a:p>
        </p:txBody>
      </p:sp>
      <p:pic>
        <p:nvPicPr>
          <p:cNvPr id="14" name="Picture 4" descr="SAP logo in transparent PNG and vectorized SVG formats">
            <a:extLst>
              <a:ext uri="{FF2B5EF4-FFF2-40B4-BE49-F238E27FC236}">
                <a16:creationId xmlns:a16="http://schemas.microsoft.com/office/drawing/2014/main" id="{E0931FA1-4374-DBEE-CD0E-9ED0AD259D1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83944" y="4690123"/>
            <a:ext cx="542086" cy="26836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Sharepoint 2022 Logo Transparent">
            <a:extLst>
              <a:ext uri="{FF2B5EF4-FFF2-40B4-BE49-F238E27FC236}">
                <a16:creationId xmlns:a16="http://schemas.microsoft.com/office/drawing/2014/main" id="{00974D3C-CC3C-3695-C417-03C2A2F0946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96689" y="5031469"/>
            <a:ext cx="914400" cy="51435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4" descr="databricks,logo Icons">
            <a:extLst>
              <a:ext uri="{FF2B5EF4-FFF2-40B4-BE49-F238E27FC236}">
                <a16:creationId xmlns:a16="http://schemas.microsoft.com/office/drawing/2014/main" id="{2EBE596D-E388-304C-5B7F-51947C0C818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475543" y="5408496"/>
            <a:ext cx="914400" cy="457200"/>
          </a:xfrm>
          <a:prstGeom prst="rect">
            <a:avLst/>
          </a:prstGeom>
          <a:noFill/>
          <a:extLst>
            <a:ext uri="{909E8E84-426E-40DD-AFC4-6F175D3DCCD1}">
              <a14:hiddenFill xmlns:a14="http://schemas.microsoft.com/office/drawing/2010/main">
                <a:solidFill>
                  <a:srgbClr val="FFFFFF"/>
                </a:solidFill>
              </a14:hiddenFill>
            </a:ext>
          </a:extLst>
        </p:spPr>
      </p:pic>
      <p:grpSp>
        <p:nvGrpSpPr>
          <p:cNvPr id="29" name="Group 28">
            <a:extLst>
              <a:ext uri="{FF2B5EF4-FFF2-40B4-BE49-F238E27FC236}">
                <a16:creationId xmlns:a16="http://schemas.microsoft.com/office/drawing/2014/main" id="{77D2D1A0-7C36-8B2B-D575-F0B560607B5E}"/>
              </a:ext>
            </a:extLst>
          </p:cNvPr>
          <p:cNvGrpSpPr/>
          <p:nvPr/>
        </p:nvGrpSpPr>
        <p:grpSpPr>
          <a:xfrm>
            <a:off x="4961440" y="4742737"/>
            <a:ext cx="1236143" cy="659940"/>
            <a:chOff x="1089558" y="5246377"/>
            <a:chExt cx="1236143" cy="659940"/>
          </a:xfrm>
        </p:grpSpPr>
        <p:pic>
          <p:nvPicPr>
            <p:cNvPr id="8" name="Picture 12" descr="Thomson Reuters Unveils New Brand Evolution">
              <a:extLst>
                <a:ext uri="{FF2B5EF4-FFF2-40B4-BE49-F238E27FC236}">
                  <a16:creationId xmlns:a16="http://schemas.microsoft.com/office/drawing/2014/main" id="{32C23D12-BCDE-DD87-E885-6A88DD4033F2}"/>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0383" t="22340" r="4371" b="19596"/>
            <a:stretch/>
          </p:blipFill>
          <p:spPr bwMode="auto">
            <a:xfrm>
              <a:off x="1262758" y="5246377"/>
              <a:ext cx="742950" cy="38100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338">
              <a:extLst>
                <a:ext uri="{FF2B5EF4-FFF2-40B4-BE49-F238E27FC236}">
                  <a16:creationId xmlns:a16="http://schemas.microsoft.com/office/drawing/2014/main" id="{E44A60D1-FBE0-9EB8-32EF-154115B22885}"/>
                </a:ext>
              </a:extLst>
            </p:cNvPr>
            <p:cNvSpPr txBox="1">
              <a:spLocks/>
            </p:cNvSpPr>
            <p:nvPr/>
          </p:nvSpPr>
          <p:spPr>
            <a:xfrm>
              <a:off x="1089558" y="5515595"/>
              <a:ext cx="1236143" cy="390722"/>
            </a:xfrm>
            <a:prstGeom prst="rect">
              <a:avLst/>
            </a:prstGeom>
            <a:ln w="9525">
              <a:noFill/>
            </a:ln>
            <a:extLst>
              <a:ext uri="{91240B29-F687-4F45-9708-019B960494DF}">
                <a14:hiddenLine xmlns:a14="http://schemas.microsoft.com/office/drawing/2010/main" w="9525" cap="flat" cmpd="sng" algn="ctr">
                  <a:solidFill>
                    <a:schemeClr val="tx1">
                      <a:lumMod val="100000"/>
                      <a:alpha val="0"/>
                    </a:schemeClr>
                  </a:solidFill>
                  <a:prstDash val="solid"/>
                  <a:round/>
                  <a:headEnd type="none" w="med" len="med"/>
                  <a:tailEnd type="none" w="med" len="med"/>
                </a14:hiddenLine>
              </a:ext>
            </a:extLst>
          </p:spPr>
          <p:txBody>
            <a:bodyPr lIns="45720" rIns="45720"/>
            <a:lstStyle>
              <a:lvl1pPr marL="112713" indent="-112713" algn="l" defTabSz="914400" rtl="0" eaLnBrk="1" latinLnBrk="0" hangingPunct="1">
                <a:lnSpc>
                  <a:spcPct val="100000"/>
                </a:lnSpc>
                <a:spcBef>
                  <a:spcPts val="0"/>
                </a:spcBef>
                <a:spcAft>
                  <a:spcPts val="600"/>
                </a:spcAft>
                <a:buFont typeface="Wingdings" panose="05000000000000000000" pitchFamily="2" charset="2"/>
                <a:buChar char="§"/>
                <a:defRPr lang="en-US" sz="1500" b="0" kern="1200" dirty="0" smtClean="0">
                  <a:solidFill>
                    <a:schemeClr val="tx1"/>
                  </a:solidFill>
                  <a:latin typeface="+mn-lt"/>
                  <a:ea typeface="+mn-ea"/>
                  <a:cs typeface="+mn-cs"/>
                </a:defRPr>
              </a:lvl1pPr>
              <a:lvl2pPr marL="233363" indent="-120650" algn="l" defTabSz="914400" rtl="0" eaLnBrk="1" latinLnBrk="0" hangingPunct="1">
                <a:lnSpc>
                  <a:spcPct val="100000"/>
                </a:lnSpc>
                <a:spcBef>
                  <a:spcPts val="0"/>
                </a:spcBef>
                <a:spcAft>
                  <a:spcPts val="600"/>
                </a:spcAft>
                <a:buFont typeface="Arial" panose="020B0604020202020204" pitchFamily="34" charset="0"/>
                <a:buChar char="­"/>
                <a:defRPr lang="en-US" sz="1500" b="0" kern="1200" dirty="0" smtClean="0">
                  <a:solidFill>
                    <a:schemeClr val="tx1"/>
                  </a:solidFill>
                  <a:latin typeface="+mn-lt"/>
                  <a:ea typeface="+mn-ea"/>
                  <a:cs typeface="+mn-cs"/>
                </a:defRPr>
              </a:lvl2pPr>
              <a:lvl3pPr marL="344488" indent="-111125" algn="l" defTabSz="914400" rtl="0" eaLnBrk="1" latinLnBrk="0" hangingPunct="1">
                <a:lnSpc>
                  <a:spcPct val="100000"/>
                </a:lnSpc>
                <a:spcBef>
                  <a:spcPts val="0"/>
                </a:spcBef>
                <a:spcAft>
                  <a:spcPts val="600"/>
                </a:spcAft>
                <a:buClr>
                  <a:schemeClr val="tx1"/>
                </a:buClr>
                <a:buFont typeface="Wingdings" panose="05000000000000000000" pitchFamily="2" charset="2"/>
                <a:buChar char="§"/>
                <a:defRPr lang="en-US" sz="1500" b="0" kern="1200" dirty="0" smtClean="0">
                  <a:solidFill>
                    <a:schemeClr val="tx1"/>
                  </a:solidFill>
                  <a:latin typeface="+mn-lt"/>
                  <a:ea typeface="+mn-ea"/>
                  <a:cs typeface="+mn-cs"/>
                </a:defRPr>
              </a:lvl3pPr>
              <a:lvl4pPr marL="457200" indent="-112713" algn="l" defTabSz="914400" rtl="0" eaLnBrk="1" latinLnBrk="0" hangingPunct="1">
                <a:lnSpc>
                  <a:spcPct val="100000"/>
                </a:lnSpc>
                <a:spcBef>
                  <a:spcPts val="0"/>
                </a:spcBef>
                <a:spcAft>
                  <a:spcPts val="600"/>
                </a:spcAft>
                <a:buClr>
                  <a:schemeClr val="tx1"/>
                </a:buClr>
                <a:buFont typeface="Arial" panose="020B0604020202020204" pitchFamily="34" charset="0"/>
                <a:buChar char="­"/>
                <a:defRPr lang="en-US" sz="1500" b="0" kern="1200" dirty="0" smtClean="0">
                  <a:solidFill>
                    <a:schemeClr val="tx1"/>
                  </a:solidFill>
                  <a:latin typeface="+mn-lt"/>
                  <a:ea typeface="+mn-ea"/>
                  <a:cs typeface="+mn-cs"/>
                </a:defRPr>
              </a:lvl4pPr>
              <a:lvl5pPr marL="569913" indent="-112713" algn="l" defTabSz="914400" rtl="0" eaLnBrk="1" latinLnBrk="0" hangingPunct="1">
                <a:lnSpc>
                  <a:spcPct val="100000"/>
                </a:lnSpc>
                <a:spcBef>
                  <a:spcPts val="0"/>
                </a:spcBef>
                <a:spcAft>
                  <a:spcPts val="600"/>
                </a:spcAft>
                <a:buClr>
                  <a:schemeClr val="tx1"/>
                </a:buClr>
                <a:buFont typeface="Wingdings" panose="05000000000000000000" pitchFamily="2" charset="2"/>
                <a:buChar char="§"/>
                <a:defRPr lang="en-US" sz="1500" b="0" kern="1200" baseline="0" dirty="0" smtClean="0">
                  <a:solidFill>
                    <a:schemeClr val="tx1"/>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en-US" sz="800" b="1">
                  <a:solidFill>
                    <a:srgbClr val="000000"/>
                  </a:solidFill>
                  <a:latin typeface="Arial" panose="020B0604020202020204" pitchFamily="34" charset="0"/>
                </a:rPr>
                <a:t>Data Hub &amp; Data Flow</a:t>
              </a:r>
              <a:endParaRPr kumimoji="0" lang="en-US" sz="800" b="1" i="0" u="none" strike="noStrike" kern="1200" cap="none" spc="0" normalizeH="0" baseline="0" noProof="0">
                <a:ln>
                  <a:noFill/>
                </a:ln>
                <a:solidFill>
                  <a:srgbClr val="000000"/>
                </a:solidFill>
                <a:effectLst/>
                <a:uLnTx/>
                <a:uFillTx/>
                <a:latin typeface="Arial" panose="020B0604020202020204" pitchFamily="34" charset="0"/>
              </a:endParaRPr>
            </a:p>
          </p:txBody>
        </p:sp>
      </p:grpSp>
      <p:pic>
        <p:nvPicPr>
          <p:cNvPr id="2054" name="Picture 6" descr="Confluence Vector Svg Icon Png Repo Free Png Icons - vrogue.co">
            <a:extLst>
              <a:ext uri="{FF2B5EF4-FFF2-40B4-BE49-F238E27FC236}">
                <a16:creationId xmlns:a16="http://schemas.microsoft.com/office/drawing/2014/main" id="{38B2D2D8-F4A7-7AF2-4770-3E5EDBFEEC40}"/>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372664" y="5580189"/>
            <a:ext cx="910511" cy="113814"/>
          </a:xfrm>
          <a:prstGeom prst="rect">
            <a:avLst/>
          </a:prstGeom>
          <a:solidFill>
            <a:schemeClr val="bg1"/>
          </a:solidFill>
        </p:spPr>
      </p:pic>
      <p:pic>
        <p:nvPicPr>
          <p:cNvPr id="21" name="Picture 20">
            <a:extLst>
              <a:ext uri="{FF2B5EF4-FFF2-40B4-BE49-F238E27FC236}">
                <a16:creationId xmlns:a16="http://schemas.microsoft.com/office/drawing/2014/main" id="{5B1C7FED-C984-0525-1BC3-E45959E4A9E7}"/>
              </a:ext>
            </a:extLst>
          </p:cNvPr>
          <p:cNvPicPr>
            <a:picLocks noChangeAspect="1"/>
          </p:cNvPicPr>
          <p:nvPr/>
        </p:nvPicPr>
        <p:blipFill>
          <a:blip r:embed="rId9"/>
          <a:stretch>
            <a:fillRect/>
          </a:stretch>
        </p:blipFill>
        <p:spPr>
          <a:xfrm>
            <a:off x="6215383" y="4655625"/>
            <a:ext cx="1125860" cy="319471"/>
          </a:xfrm>
          <a:prstGeom prst="rect">
            <a:avLst/>
          </a:prstGeom>
        </p:spPr>
      </p:pic>
      <p:pic>
        <p:nvPicPr>
          <p:cNvPr id="23" name="Picture 22">
            <a:extLst>
              <a:ext uri="{FF2B5EF4-FFF2-40B4-BE49-F238E27FC236}">
                <a16:creationId xmlns:a16="http://schemas.microsoft.com/office/drawing/2014/main" id="{3535793A-765B-A2FA-6A60-226756624BD4}"/>
              </a:ext>
            </a:extLst>
          </p:cNvPr>
          <p:cNvPicPr>
            <a:picLocks noChangeAspect="1"/>
          </p:cNvPicPr>
          <p:nvPr/>
        </p:nvPicPr>
        <p:blipFill>
          <a:blip r:embed="rId10"/>
          <a:stretch>
            <a:fillRect/>
          </a:stretch>
        </p:blipFill>
        <p:spPr>
          <a:xfrm>
            <a:off x="7500949" y="4666585"/>
            <a:ext cx="873205" cy="260897"/>
          </a:xfrm>
          <a:prstGeom prst="rect">
            <a:avLst/>
          </a:prstGeom>
        </p:spPr>
      </p:pic>
      <p:pic>
        <p:nvPicPr>
          <p:cNvPr id="2060" name="Picture 12" descr="Best Work Management Software of 2025 for Remote Teams - ProjectManager">
            <a:extLst>
              <a:ext uri="{FF2B5EF4-FFF2-40B4-BE49-F238E27FC236}">
                <a16:creationId xmlns:a16="http://schemas.microsoft.com/office/drawing/2014/main" id="{94E53BDE-5A2C-74C4-8F96-A3A051E4F9C1}"/>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313710" y="5040008"/>
            <a:ext cx="1089351" cy="283969"/>
          </a:xfrm>
          <a:prstGeom prst="rect">
            <a:avLst/>
          </a:prstGeom>
          <a:solidFill>
            <a:schemeClr val="bg1"/>
          </a:solidFill>
        </p:spPr>
      </p:pic>
      <p:pic>
        <p:nvPicPr>
          <p:cNvPr id="2066" name="Picture 18" descr="Ms Sql Server Logo">
            <a:extLst>
              <a:ext uri="{FF2B5EF4-FFF2-40B4-BE49-F238E27FC236}">
                <a16:creationId xmlns:a16="http://schemas.microsoft.com/office/drawing/2014/main" id="{1ED63934-F660-668E-84F3-23D2C88DC7F0}"/>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931343" y="4817533"/>
            <a:ext cx="881635" cy="222475"/>
          </a:xfrm>
          <a:prstGeom prst="rect">
            <a:avLst/>
          </a:prstGeom>
          <a:solidFill>
            <a:schemeClr val="bg1"/>
          </a:solidFill>
        </p:spPr>
      </p:pic>
      <p:pic>
        <p:nvPicPr>
          <p:cNvPr id="2072" name="Picture 24" descr="Exploring the Inner Workings of Google BigQuery: A Deep Dive into ...">
            <a:extLst>
              <a:ext uri="{FF2B5EF4-FFF2-40B4-BE49-F238E27FC236}">
                <a16:creationId xmlns:a16="http://schemas.microsoft.com/office/drawing/2014/main" id="{67AD5D94-EA7C-AE74-D98B-C1D990161503}"/>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l="9744" t="28757" r="7873" b="28885"/>
          <a:stretch/>
        </p:blipFill>
        <p:spPr bwMode="auto">
          <a:xfrm>
            <a:off x="2682149" y="5453945"/>
            <a:ext cx="978113" cy="366302"/>
          </a:xfrm>
          <a:prstGeom prst="rect">
            <a:avLst/>
          </a:prstGeom>
          <a:solidFill>
            <a:schemeClr val="bg1"/>
          </a:solidFill>
        </p:spPr>
      </p:pic>
      <p:sp>
        <p:nvSpPr>
          <p:cNvPr id="30" name="TextBox 29">
            <a:extLst>
              <a:ext uri="{FF2B5EF4-FFF2-40B4-BE49-F238E27FC236}">
                <a16:creationId xmlns:a16="http://schemas.microsoft.com/office/drawing/2014/main" id="{625A37CB-4B3D-2571-079D-5CFD3DD0BEB3}"/>
              </a:ext>
            </a:extLst>
          </p:cNvPr>
          <p:cNvSpPr txBox="1"/>
          <p:nvPr/>
        </p:nvSpPr>
        <p:spPr>
          <a:xfrm>
            <a:off x="8595186" y="4726721"/>
            <a:ext cx="1925256" cy="1747730"/>
          </a:xfrm>
          <a:prstGeom prst="rect">
            <a:avLst/>
          </a:prstGeom>
        </p:spPr>
        <p:txBody>
          <a:bodyPr vert="horz" wrap="square" lIns="0" tIns="0" rIns="0" bIns="0" rtlCol="0" anchor="t" anchorCtr="0">
            <a:noAutofit/>
          </a:bodyPr>
          <a:lstStyle/>
          <a:p>
            <a:pPr algn="l">
              <a:spcAft>
                <a:spcPts val="600"/>
              </a:spcAft>
            </a:pPr>
            <a:r>
              <a:rPr lang="en-US" sz="1200" b="1">
                <a:solidFill>
                  <a:schemeClr val="tx2"/>
                </a:solidFill>
              </a:rPr>
              <a:t>Olaf</a:t>
            </a:r>
          </a:p>
          <a:p>
            <a:pPr algn="l">
              <a:spcAft>
                <a:spcPts val="600"/>
              </a:spcAft>
            </a:pPr>
            <a:r>
              <a:rPr lang="en-US" sz="1400" b="1">
                <a:solidFill>
                  <a:schemeClr val="tx2"/>
                </a:solidFill>
              </a:rPr>
              <a:t>EDP</a:t>
            </a:r>
            <a:endParaRPr lang="en-US" sz="1200" b="1">
              <a:solidFill>
                <a:schemeClr val="tx2"/>
              </a:solidFill>
            </a:endParaRPr>
          </a:p>
          <a:p>
            <a:pPr algn="l">
              <a:spcAft>
                <a:spcPts val="600"/>
              </a:spcAft>
            </a:pPr>
            <a:r>
              <a:rPr lang="en-US" sz="1200" b="1">
                <a:solidFill>
                  <a:schemeClr val="tx2"/>
                </a:solidFill>
              </a:rPr>
              <a:t>GTP</a:t>
            </a:r>
          </a:p>
          <a:p>
            <a:pPr algn="l">
              <a:spcAft>
                <a:spcPts val="600"/>
              </a:spcAft>
            </a:pPr>
            <a:r>
              <a:rPr lang="en-US" sz="1200" b="1">
                <a:solidFill>
                  <a:schemeClr val="tx2"/>
                </a:solidFill>
              </a:rPr>
              <a:t>OSA</a:t>
            </a:r>
          </a:p>
          <a:p>
            <a:pPr algn="l">
              <a:spcAft>
                <a:spcPts val="600"/>
              </a:spcAft>
            </a:pPr>
            <a:endParaRPr lang="en-US" sz="1200" b="1">
              <a:solidFill>
                <a:schemeClr val="tx2"/>
              </a:solidFill>
            </a:endParaRPr>
          </a:p>
        </p:txBody>
      </p:sp>
      <p:pic>
        <p:nvPicPr>
          <p:cNvPr id="2100" name="Picture 2" descr="Microsoft Azure Logo, meaning, history, PNG, SVG, vector">
            <a:extLst>
              <a:ext uri="{FF2B5EF4-FFF2-40B4-BE49-F238E27FC236}">
                <a16:creationId xmlns:a16="http://schemas.microsoft.com/office/drawing/2014/main" id="{81D99976-6990-A1FA-F276-2A7288C3368A}"/>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3551551" y="3725871"/>
            <a:ext cx="785764" cy="441992"/>
          </a:xfrm>
          <a:prstGeom prst="rect">
            <a:avLst/>
          </a:prstGeom>
          <a:noFill/>
          <a:extLst>
            <a:ext uri="{909E8E84-426E-40DD-AFC4-6F175D3DCCD1}">
              <a14:hiddenFill xmlns:a14="http://schemas.microsoft.com/office/drawing/2010/main">
                <a:solidFill>
                  <a:srgbClr val="FFFFFF"/>
                </a:solidFill>
              </a14:hiddenFill>
            </a:ext>
          </a:extLst>
        </p:spPr>
      </p:pic>
      <p:pic>
        <p:nvPicPr>
          <p:cNvPr id="2101" name="Picture 38" descr="Alteryx Logo Png - PNG Image Collection">
            <a:extLst>
              <a:ext uri="{FF2B5EF4-FFF2-40B4-BE49-F238E27FC236}">
                <a16:creationId xmlns:a16="http://schemas.microsoft.com/office/drawing/2014/main" id="{45302D17-1883-2122-A937-08F9960BB882}"/>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8122971" y="1582505"/>
            <a:ext cx="914400" cy="181264"/>
          </a:xfrm>
          <a:prstGeom prst="rect">
            <a:avLst/>
          </a:prstGeom>
          <a:noFill/>
          <a:extLst>
            <a:ext uri="{909E8E84-426E-40DD-AFC4-6F175D3DCCD1}">
              <a14:hiddenFill xmlns:a14="http://schemas.microsoft.com/office/drawing/2010/main">
                <a:solidFill>
                  <a:srgbClr val="FFFFFF"/>
                </a:solidFill>
              </a14:hiddenFill>
            </a:ext>
          </a:extLst>
        </p:spPr>
      </p:pic>
      <p:pic>
        <p:nvPicPr>
          <p:cNvPr id="2102" name="Picture 50" descr="Microsoft Expands Access To Microsoft 365 Copilot Adds New Features ...">
            <a:extLst>
              <a:ext uri="{FF2B5EF4-FFF2-40B4-BE49-F238E27FC236}">
                <a16:creationId xmlns:a16="http://schemas.microsoft.com/office/drawing/2014/main" id="{E571CEE0-5446-A8ED-E437-56090F4794A8}"/>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4025365" y="1063902"/>
            <a:ext cx="1077340" cy="1077340"/>
          </a:xfrm>
          <a:prstGeom prst="rect">
            <a:avLst/>
          </a:prstGeom>
          <a:noFill/>
          <a:extLst>
            <a:ext uri="{909E8E84-426E-40DD-AFC4-6F175D3DCCD1}">
              <a14:hiddenFill xmlns:a14="http://schemas.microsoft.com/office/drawing/2010/main">
                <a:solidFill>
                  <a:srgbClr val="FFFFFF"/>
                </a:solidFill>
              </a14:hiddenFill>
            </a:ext>
          </a:extLst>
        </p:spPr>
      </p:pic>
      <p:sp>
        <p:nvSpPr>
          <p:cNvPr id="2103" name="Rectangle 2102">
            <a:extLst>
              <a:ext uri="{FF2B5EF4-FFF2-40B4-BE49-F238E27FC236}">
                <a16:creationId xmlns:a16="http://schemas.microsoft.com/office/drawing/2014/main" id="{63FBDAB8-BCA2-49B0-3EA1-F2708CBD255E}"/>
              </a:ext>
            </a:extLst>
          </p:cNvPr>
          <p:cNvSpPr/>
          <p:nvPr/>
        </p:nvSpPr>
        <p:spPr>
          <a:xfrm>
            <a:off x="2537283" y="3428999"/>
            <a:ext cx="7912832" cy="970413"/>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prstClr val="white"/>
              </a:solidFill>
              <a:effectLst/>
              <a:uLnTx/>
              <a:uFillTx/>
              <a:latin typeface="Arial"/>
              <a:ea typeface="+mn-ea"/>
              <a:cs typeface="+mn-cs"/>
            </a:endParaRPr>
          </a:p>
        </p:txBody>
      </p:sp>
      <p:sp>
        <p:nvSpPr>
          <p:cNvPr id="2105" name="TextBox 2104">
            <a:extLst>
              <a:ext uri="{FF2B5EF4-FFF2-40B4-BE49-F238E27FC236}">
                <a16:creationId xmlns:a16="http://schemas.microsoft.com/office/drawing/2014/main" id="{39E0DDEB-A2C3-311C-F7D5-1184BF5C6B01}"/>
              </a:ext>
            </a:extLst>
          </p:cNvPr>
          <p:cNvSpPr txBox="1"/>
          <p:nvPr/>
        </p:nvSpPr>
        <p:spPr>
          <a:xfrm>
            <a:off x="2614311" y="3493401"/>
            <a:ext cx="775769" cy="169082"/>
          </a:xfrm>
          <a:prstGeom prst="rect">
            <a:avLst/>
          </a:prstGeom>
        </p:spPr>
        <p:txBody>
          <a:bodyPr vert="horz" wrap="non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a:ln>
                  <a:noFill/>
                </a:ln>
                <a:solidFill>
                  <a:srgbClr val="000000">
                    <a:lumMod val="85000"/>
                    <a:lumOff val="15000"/>
                  </a:srgbClr>
                </a:solidFill>
                <a:effectLst/>
                <a:uLnTx/>
                <a:uFillTx/>
                <a:latin typeface="Arial"/>
                <a:ea typeface="+mn-ea"/>
                <a:cs typeface="+mn-cs"/>
              </a:rPr>
              <a:t>Compute</a:t>
            </a:r>
          </a:p>
        </p:txBody>
      </p:sp>
      <p:pic>
        <p:nvPicPr>
          <p:cNvPr id="2106" name="Picture 18" descr="Ms Sql Server Logo">
            <a:extLst>
              <a:ext uri="{FF2B5EF4-FFF2-40B4-BE49-F238E27FC236}">
                <a16:creationId xmlns:a16="http://schemas.microsoft.com/office/drawing/2014/main" id="{C69157A0-7B1C-BF90-C916-8F13D0A75637}"/>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4693822" y="3668775"/>
            <a:ext cx="881635" cy="222475"/>
          </a:xfrm>
          <a:prstGeom prst="rect">
            <a:avLst/>
          </a:prstGeom>
          <a:solidFill>
            <a:schemeClr val="bg1"/>
          </a:solidFill>
        </p:spPr>
      </p:pic>
      <p:pic>
        <p:nvPicPr>
          <p:cNvPr id="2108" name="Picture 28" descr="Amazon Web Services Logo, symbol, meaning, history, PNG, brand">
            <a:extLst>
              <a:ext uri="{FF2B5EF4-FFF2-40B4-BE49-F238E27FC236}">
                <a16:creationId xmlns:a16="http://schemas.microsoft.com/office/drawing/2014/main" id="{C62FAB12-F894-4412-F940-EC2A4A17949E}"/>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5961898" y="3793242"/>
            <a:ext cx="767644" cy="431800"/>
          </a:xfrm>
          <a:prstGeom prst="rect">
            <a:avLst/>
          </a:prstGeom>
          <a:noFill/>
          <a:extLst>
            <a:ext uri="{909E8E84-426E-40DD-AFC4-6F175D3DCCD1}">
              <a14:hiddenFill xmlns:a14="http://schemas.microsoft.com/office/drawing/2010/main">
                <a:solidFill>
                  <a:srgbClr val="FFFFFF"/>
                </a:solidFill>
              </a14:hiddenFill>
            </a:ext>
          </a:extLst>
        </p:spPr>
      </p:pic>
      <p:pic>
        <p:nvPicPr>
          <p:cNvPr id="2109" name="Picture 30" descr="Google Cloud Platform Colombia - GCP - Cloud Empresarial">
            <a:extLst>
              <a:ext uri="{FF2B5EF4-FFF2-40B4-BE49-F238E27FC236}">
                <a16:creationId xmlns:a16="http://schemas.microsoft.com/office/drawing/2014/main" id="{3BD7A53C-57EA-FCD6-0EDE-8CC602151146}"/>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7118867" y="3721643"/>
            <a:ext cx="777030" cy="480019"/>
          </a:xfrm>
          <a:prstGeom prst="rect">
            <a:avLst/>
          </a:prstGeom>
          <a:noFill/>
          <a:extLst>
            <a:ext uri="{909E8E84-426E-40DD-AFC4-6F175D3DCCD1}">
              <a14:hiddenFill xmlns:a14="http://schemas.microsoft.com/office/drawing/2010/main">
                <a:solidFill>
                  <a:srgbClr val="FFFFFF"/>
                </a:solidFill>
              </a14:hiddenFill>
            </a:ext>
          </a:extLst>
        </p:spPr>
      </p:pic>
      <p:sp>
        <p:nvSpPr>
          <p:cNvPr id="2111" name="TextBox 2110">
            <a:extLst>
              <a:ext uri="{FF2B5EF4-FFF2-40B4-BE49-F238E27FC236}">
                <a16:creationId xmlns:a16="http://schemas.microsoft.com/office/drawing/2014/main" id="{A67ACE50-D231-C8A6-533C-0F70DED70301}"/>
              </a:ext>
            </a:extLst>
          </p:cNvPr>
          <p:cNvSpPr txBox="1"/>
          <p:nvPr/>
        </p:nvSpPr>
        <p:spPr>
          <a:xfrm>
            <a:off x="8550185" y="3719810"/>
            <a:ext cx="1859232" cy="494716"/>
          </a:xfrm>
          <a:prstGeom prst="rect">
            <a:avLst/>
          </a:prstGeom>
        </p:spPr>
        <p:txBody>
          <a:bodyPr vert="horz" wrap="square" lIns="0" tIns="0" rIns="0" bIns="0" rtlCol="0" anchor="t" anchorCtr="0">
            <a:noAutofit/>
          </a:bodyPr>
          <a:lstStyle/>
          <a:p>
            <a:pPr algn="l">
              <a:spcAft>
                <a:spcPts val="600"/>
              </a:spcAft>
            </a:pPr>
            <a:r>
              <a:rPr lang="en-US" sz="800"/>
              <a:t>Tax has the option to create their own cloud tenant in Azure – don’t have anything deployed in Azure today</a:t>
            </a:r>
          </a:p>
        </p:txBody>
      </p:sp>
      <p:pic>
        <p:nvPicPr>
          <p:cNvPr id="2112" name="Picture 40" descr="OpenAI Logo PNG Images with Transparent Background">
            <a:extLst>
              <a:ext uri="{FF2B5EF4-FFF2-40B4-BE49-F238E27FC236}">
                <a16:creationId xmlns:a16="http://schemas.microsoft.com/office/drawing/2014/main" id="{8098C104-D10A-2850-9FC3-0F7F58DD1A32}"/>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3486395" y="2737091"/>
            <a:ext cx="914400" cy="248245"/>
          </a:xfrm>
          <a:prstGeom prst="rect">
            <a:avLst/>
          </a:prstGeom>
          <a:noFill/>
          <a:extLst>
            <a:ext uri="{909E8E84-426E-40DD-AFC4-6F175D3DCCD1}">
              <a14:hiddenFill xmlns:a14="http://schemas.microsoft.com/office/drawing/2010/main">
                <a:solidFill>
                  <a:srgbClr val="FFFFFF"/>
                </a:solidFill>
              </a14:hiddenFill>
            </a:ext>
          </a:extLst>
        </p:spPr>
      </p:pic>
      <p:sp>
        <p:nvSpPr>
          <p:cNvPr id="2113" name="Rectangle 2112">
            <a:extLst>
              <a:ext uri="{FF2B5EF4-FFF2-40B4-BE49-F238E27FC236}">
                <a16:creationId xmlns:a16="http://schemas.microsoft.com/office/drawing/2014/main" id="{87B95EA7-68AD-434A-CA44-84A0BF7F0779}"/>
              </a:ext>
            </a:extLst>
          </p:cNvPr>
          <p:cNvSpPr/>
          <p:nvPr/>
        </p:nvSpPr>
        <p:spPr>
          <a:xfrm>
            <a:off x="2537283" y="2431794"/>
            <a:ext cx="4789416" cy="859622"/>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prstClr val="white"/>
              </a:solidFill>
              <a:effectLst/>
              <a:uLnTx/>
              <a:uFillTx/>
              <a:latin typeface="Arial"/>
              <a:ea typeface="+mn-ea"/>
              <a:cs typeface="+mn-cs"/>
            </a:endParaRPr>
          </a:p>
        </p:txBody>
      </p:sp>
      <p:sp>
        <p:nvSpPr>
          <p:cNvPr id="2115" name="TextBox 2114">
            <a:extLst>
              <a:ext uri="{FF2B5EF4-FFF2-40B4-BE49-F238E27FC236}">
                <a16:creationId xmlns:a16="http://schemas.microsoft.com/office/drawing/2014/main" id="{E090D4D5-DB67-7404-FD8C-B0305D876BB0}"/>
              </a:ext>
            </a:extLst>
          </p:cNvPr>
          <p:cNvSpPr txBox="1"/>
          <p:nvPr/>
        </p:nvSpPr>
        <p:spPr>
          <a:xfrm>
            <a:off x="2665375" y="2498653"/>
            <a:ext cx="775769" cy="169082"/>
          </a:xfrm>
          <a:prstGeom prst="rect">
            <a:avLst/>
          </a:prstGeom>
        </p:spPr>
        <p:txBody>
          <a:bodyPr vert="horz" wrap="non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a:ln>
                  <a:noFill/>
                </a:ln>
                <a:solidFill>
                  <a:srgbClr val="000000">
                    <a:lumMod val="85000"/>
                    <a:lumOff val="15000"/>
                  </a:srgbClr>
                </a:solidFill>
                <a:effectLst/>
                <a:uLnTx/>
                <a:uFillTx/>
                <a:latin typeface="Arial"/>
                <a:ea typeface="+mn-ea"/>
                <a:cs typeface="+mn-cs"/>
              </a:rPr>
              <a:t>Models</a:t>
            </a:r>
          </a:p>
        </p:txBody>
      </p:sp>
      <p:sp>
        <p:nvSpPr>
          <p:cNvPr id="2116" name="Rectangle 2115">
            <a:extLst>
              <a:ext uri="{FF2B5EF4-FFF2-40B4-BE49-F238E27FC236}">
                <a16:creationId xmlns:a16="http://schemas.microsoft.com/office/drawing/2014/main" id="{1ACF19B0-52C7-8B70-85F4-C61A044379CA}"/>
              </a:ext>
            </a:extLst>
          </p:cNvPr>
          <p:cNvSpPr/>
          <p:nvPr/>
        </p:nvSpPr>
        <p:spPr>
          <a:xfrm>
            <a:off x="2537283" y="1114377"/>
            <a:ext cx="7912832" cy="1225572"/>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prstClr val="white"/>
              </a:solidFill>
              <a:effectLst/>
              <a:uLnTx/>
              <a:uFillTx/>
              <a:latin typeface="Arial"/>
              <a:ea typeface="+mn-ea"/>
              <a:cs typeface="+mn-cs"/>
            </a:endParaRPr>
          </a:p>
        </p:txBody>
      </p:sp>
      <p:sp>
        <p:nvSpPr>
          <p:cNvPr id="2118" name="TextBox 2117">
            <a:extLst>
              <a:ext uri="{FF2B5EF4-FFF2-40B4-BE49-F238E27FC236}">
                <a16:creationId xmlns:a16="http://schemas.microsoft.com/office/drawing/2014/main" id="{24FAE8EA-B8F6-1619-6200-8A509876D922}"/>
              </a:ext>
            </a:extLst>
          </p:cNvPr>
          <p:cNvSpPr txBox="1"/>
          <p:nvPr/>
        </p:nvSpPr>
        <p:spPr>
          <a:xfrm>
            <a:off x="2614311" y="1190618"/>
            <a:ext cx="775769" cy="169082"/>
          </a:xfrm>
          <a:prstGeom prst="rect">
            <a:avLst/>
          </a:prstGeom>
        </p:spPr>
        <p:txBody>
          <a:bodyPr vert="horz" wrap="non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a:ln>
                  <a:noFill/>
                </a:ln>
                <a:solidFill>
                  <a:srgbClr val="000000">
                    <a:lumMod val="85000"/>
                    <a:lumOff val="15000"/>
                  </a:srgbClr>
                </a:solidFill>
                <a:effectLst/>
                <a:uLnTx/>
                <a:uFillTx/>
                <a:latin typeface="Arial"/>
                <a:ea typeface="+mn-ea"/>
                <a:cs typeface="+mn-cs"/>
              </a:rPr>
              <a:t>Applications</a:t>
            </a:r>
          </a:p>
        </p:txBody>
      </p:sp>
      <p:sp>
        <p:nvSpPr>
          <p:cNvPr id="2119" name="Rectangle 2118">
            <a:extLst>
              <a:ext uri="{FF2B5EF4-FFF2-40B4-BE49-F238E27FC236}">
                <a16:creationId xmlns:a16="http://schemas.microsoft.com/office/drawing/2014/main" id="{A9E0CCF0-C748-9D2C-8A4A-699FD76FDB4E}"/>
              </a:ext>
            </a:extLst>
          </p:cNvPr>
          <p:cNvSpPr/>
          <p:nvPr/>
        </p:nvSpPr>
        <p:spPr>
          <a:xfrm>
            <a:off x="3825174" y="1235030"/>
            <a:ext cx="1561331" cy="95404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120" name="TextBox 2119">
            <a:extLst>
              <a:ext uri="{FF2B5EF4-FFF2-40B4-BE49-F238E27FC236}">
                <a16:creationId xmlns:a16="http://schemas.microsoft.com/office/drawing/2014/main" id="{1DB7F779-6EC4-6D42-5D19-67FBA07FA884}"/>
              </a:ext>
            </a:extLst>
          </p:cNvPr>
          <p:cNvSpPr txBox="1"/>
          <p:nvPr/>
        </p:nvSpPr>
        <p:spPr>
          <a:xfrm>
            <a:off x="5676553" y="1844609"/>
            <a:ext cx="1210758" cy="345550"/>
          </a:xfrm>
          <a:prstGeom prst="rect">
            <a:avLst/>
          </a:prstGeom>
        </p:spPr>
        <p:txBody>
          <a:bodyPr vert="horz" wrap="square" lIns="0" tIns="0" rIns="0" bIns="0" rtlCol="0" anchor="t" anchorCtr="0">
            <a:noAutofit/>
          </a:bodyPr>
          <a:lstStyle/>
          <a:p>
            <a:pPr algn="l">
              <a:spcAft>
                <a:spcPts val="600"/>
              </a:spcAft>
            </a:pPr>
            <a:r>
              <a:rPr lang="en-US" sz="1200" b="1">
                <a:solidFill>
                  <a:schemeClr val="tx2"/>
                </a:solidFill>
              </a:rPr>
              <a:t>Digital Gateway</a:t>
            </a:r>
          </a:p>
        </p:txBody>
      </p:sp>
      <p:pic>
        <p:nvPicPr>
          <p:cNvPr id="2121" name="Picture 2" descr="Okta Logo Storia Valore Png - vrogue.co">
            <a:extLst>
              <a:ext uri="{FF2B5EF4-FFF2-40B4-BE49-F238E27FC236}">
                <a16:creationId xmlns:a16="http://schemas.microsoft.com/office/drawing/2014/main" id="{DD506BFE-BC28-DB6E-99C5-00BA43DB8DE2}"/>
              </a:ext>
            </a:extLst>
          </p:cNvPr>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8020821" y="2737112"/>
            <a:ext cx="654554" cy="368187"/>
          </a:xfrm>
          <a:prstGeom prst="rect">
            <a:avLst/>
          </a:prstGeom>
          <a:noFill/>
          <a:extLst>
            <a:ext uri="{909E8E84-426E-40DD-AFC4-6F175D3DCCD1}">
              <a14:hiddenFill xmlns:a14="http://schemas.microsoft.com/office/drawing/2010/main">
                <a:solidFill>
                  <a:srgbClr val="FFFFFF"/>
                </a:solidFill>
              </a14:hiddenFill>
            </a:ext>
          </a:extLst>
        </p:spPr>
      </p:pic>
      <p:pic>
        <p:nvPicPr>
          <p:cNvPr id="2122" name="Picture 4" descr="Azure AD Logo - LogoDix">
            <a:extLst>
              <a:ext uri="{FF2B5EF4-FFF2-40B4-BE49-F238E27FC236}">
                <a16:creationId xmlns:a16="http://schemas.microsoft.com/office/drawing/2014/main" id="{2BC891D4-8687-3251-29F9-91B204CCE749}"/>
              </a:ext>
            </a:extLst>
          </p:cNvPr>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9062071" y="2624228"/>
            <a:ext cx="991485" cy="296978"/>
          </a:xfrm>
          <a:prstGeom prst="rect">
            <a:avLst/>
          </a:prstGeom>
          <a:noFill/>
          <a:extLst>
            <a:ext uri="{909E8E84-426E-40DD-AFC4-6F175D3DCCD1}">
              <a14:hiddenFill xmlns:a14="http://schemas.microsoft.com/office/drawing/2010/main">
                <a:solidFill>
                  <a:srgbClr val="FFFFFF"/>
                </a:solidFill>
              </a14:hiddenFill>
            </a:ext>
          </a:extLst>
        </p:spPr>
      </p:pic>
      <p:sp>
        <p:nvSpPr>
          <p:cNvPr id="2123" name="TextBox 2122">
            <a:extLst>
              <a:ext uri="{FF2B5EF4-FFF2-40B4-BE49-F238E27FC236}">
                <a16:creationId xmlns:a16="http://schemas.microsoft.com/office/drawing/2014/main" id="{F531CE47-634B-8200-9110-764223D8F628}"/>
              </a:ext>
            </a:extLst>
          </p:cNvPr>
          <p:cNvSpPr txBox="1"/>
          <p:nvPr/>
        </p:nvSpPr>
        <p:spPr>
          <a:xfrm>
            <a:off x="3949358" y="1177886"/>
            <a:ext cx="515831" cy="150640"/>
          </a:xfrm>
          <a:prstGeom prst="rect">
            <a:avLst/>
          </a:prstGeom>
          <a:solidFill>
            <a:schemeClr val="bg1"/>
          </a:solidFill>
        </p:spPr>
        <p:txBody>
          <a:bodyPr vert="horz" wrap="square" lIns="0" tIns="0" rIns="0" bIns="0" rtlCol="0" anchor="t" anchorCtr="0">
            <a:noAutofit/>
          </a:bodyPr>
          <a:lstStyle/>
          <a:p>
            <a:pPr algn="ctr">
              <a:spcAft>
                <a:spcPts val="600"/>
              </a:spcAft>
            </a:pPr>
            <a:r>
              <a:rPr lang="en-US" sz="1000"/>
              <a:t>AI Apps</a:t>
            </a:r>
          </a:p>
        </p:txBody>
      </p:sp>
      <p:sp>
        <p:nvSpPr>
          <p:cNvPr id="2124" name="Rectangle 2123">
            <a:extLst>
              <a:ext uri="{FF2B5EF4-FFF2-40B4-BE49-F238E27FC236}">
                <a16:creationId xmlns:a16="http://schemas.microsoft.com/office/drawing/2014/main" id="{C8E3A601-4C14-F052-C586-DC1A834ED092}"/>
              </a:ext>
            </a:extLst>
          </p:cNvPr>
          <p:cNvSpPr/>
          <p:nvPr/>
        </p:nvSpPr>
        <p:spPr>
          <a:xfrm>
            <a:off x="5515055" y="1258716"/>
            <a:ext cx="4683086" cy="928252"/>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125" name="TextBox 2124">
            <a:extLst>
              <a:ext uri="{FF2B5EF4-FFF2-40B4-BE49-F238E27FC236}">
                <a16:creationId xmlns:a16="http://schemas.microsoft.com/office/drawing/2014/main" id="{3548444F-6A57-F4F5-8194-64267B6C6CA4}"/>
              </a:ext>
            </a:extLst>
          </p:cNvPr>
          <p:cNvSpPr txBox="1"/>
          <p:nvPr/>
        </p:nvSpPr>
        <p:spPr>
          <a:xfrm>
            <a:off x="5614984" y="1198692"/>
            <a:ext cx="648560" cy="170314"/>
          </a:xfrm>
          <a:prstGeom prst="rect">
            <a:avLst/>
          </a:prstGeom>
          <a:solidFill>
            <a:schemeClr val="bg1"/>
          </a:solidFill>
        </p:spPr>
        <p:txBody>
          <a:bodyPr vert="horz" wrap="square" lIns="0" tIns="0" rIns="0" bIns="0" rtlCol="0" anchor="t" anchorCtr="0">
            <a:noAutofit/>
          </a:bodyPr>
          <a:lstStyle/>
          <a:p>
            <a:pPr algn="ctr">
              <a:spcAft>
                <a:spcPts val="600"/>
              </a:spcAft>
            </a:pPr>
            <a:r>
              <a:rPr lang="en-US" sz="1000"/>
              <a:t>Tax Apps</a:t>
            </a:r>
          </a:p>
        </p:txBody>
      </p:sp>
      <p:pic>
        <p:nvPicPr>
          <p:cNvPr id="2126" name="Picture 12" descr="Best Work Management Software of 2025 for Remote Teams - ProjectManager">
            <a:extLst>
              <a:ext uri="{FF2B5EF4-FFF2-40B4-BE49-F238E27FC236}">
                <a16:creationId xmlns:a16="http://schemas.microsoft.com/office/drawing/2014/main" id="{1EDB18F5-195F-28D1-CDBA-8B067ED7DF06}"/>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608116" y="1429030"/>
            <a:ext cx="1089351" cy="283969"/>
          </a:xfrm>
          <a:prstGeom prst="rect">
            <a:avLst/>
          </a:prstGeom>
          <a:solidFill>
            <a:schemeClr val="bg1"/>
          </a:solidFill>
        </p:spPr>
      </p:pic>
      <p:grpSp>
        <p:nvGrpSpPr>
          <p:cNvPr id="2127" name="Group 2126">
            <a:extLst>
              <a:ext uri="{FF2B5EF4-FFF2-40B4-BE49-F238E27FC236}">
                <a16:creationId xmlns:a16="http://schemas.microsoft.com/office/drawing/2014/main" id="{64B4F695-1174-7567-4F4B-55610292E3A0}"/>
              </a:ext>
            </a:extLst>
          </p:cNvPr>
          <p:cNvGrpSpPr/>
          <p:nvPr/>
        </p:nvGrpSpPr>
        <p:grpSpPr>
          <a:xfrm>
            <a:off x="6827466" y="1352140"/>
            <a:ext cx="1236143" cy="679341"/>
            <a:chOff x="1089558" y="5226976"/>
            <a:chExt cx="1236143" cy="679341"/>
          </a:xfrm>
        </p:grpSpPr>
        <p:pic>
          <p:nvPicPr>
            <p:cNvPr id="2128" name="Picture 12" descr="Thomson Reuters Unveils New Brand Evolution">
              <a:extLst>
                <a:ext uri="{FF2B5EF4-FFF2-40B4-BE49-F238E27FC236}">
                  <a16:creationId xmlns:a16="http://schemas.microsoft.com/office/drawing/2014/main" id="{29BB3AB4-8133-3A70-E6F1-5DDB57B562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0383" t="22340" r="4371" b="19596"/>
            <a:stretch/>
          </p:blipFill>
          <p:spPr bwMode="auto">
            <a:xfrm>
              <a:off x="1262164" y="5226976"/>
              <a:ext cx="742950" cy="381000"/>
            </a:xfrm>
            <a:prstGeom prst="rect">
              <a:avLst/>
            </a:prstGeom>
            <a:noFill/>
            <a:extLst>
              <a:ext uri="{909E8E84-426E-40DD-AFC4-6F175D3DCCD1}">
                <a14:hiddenFill xmlns:a14="http://schemas.microsoft.com/office/drawing/2010/main">
                  <a:solidFill>
                    <a:srgbClr val="FFFFFF"/>
                  </a:solidFill>
                </a14:hiddenFill>
              </a:ext>
            </a:extLst>
          </p:spPr>
        </p:pic>
        <p:sp>
          <p:nvSpPr>
            <p:cNvPr id="2129" name="TextBox 338">
              <a:extLst>
                <a:ext uri="{FF2B5EF4-FFF2-40B4-BE49-F238E27FC236}">
                  <a16:creationId xmlns:a16="http://schemas.microsoft.com/office/drawing/2014/main" id="{B49FD360-ABE3-BEE7-DC1D-A63156205B08}"/>
                </a:ext>
              </a:extLst>
            </p:cNvPr>
            <p:cNvSpPr txBox="1">
              <a:spLocks/>
            </p:cNvSpPr>
            <p:nvPr/>
          </p:nvSpPr>
          <p:spPr>
            <a:xfrm>
              <a:off x="1089558" y="5515595"/>
              <a:ext cx="1236143" cy="390722"/>
            </a:xfrm>
            <a:prstGeom prst="rect">
              <a:avLst/>
            </a:prstGeom>
            <a:ln w="9525">
              <a:noFill/>
            </a:ln>
            <a:extLst>
              <a:ext uri="{91240B29-F687-4F45-9708-019B960494DF}">
                <a14:hiddenLine xmlns:a14="http://schemas.microsoft.com/office/drawing/2010/main" w="9525" cap="flat" cmpd="sng" algn="ctr">
                  <a:solidFill>
                    <a:schemeClr val="tx1">
                      <a:lumMod val="100000"/>
                      <a:alpha val="0"/>
                    </a:schemeClr>
                  </a:solidFill>
                  <a:prstDash val="solid"/>
                  <a:round/>
                  <a:headEnd type="none" w="med" len="med"/>
                  <a:tailEnd type="none" w="med" len="med"/>
                </a14:hiddenLine>
              </a:ext>
            </a:extLst>
          </p:spPr>
          <p:txBody>
            <a:bodyPr lIns="45720" rIns="45720"/>
            <a:lstStyle>
              <a:lvl1pPr marL="112713" indent="-112713" algn="l" defTabSz="914400" rtl="0" eaLnBrk="1" latinLnBrk="0" hangingPunct="1">
                <a:lnSpc>
                  <a:spcPct val="100000"/>
                </a:lnSpc>
                <a:spcBef>
                  <a:spcPts val="0"/>
                </a:spcBef>
                <a:spcAft>
                  <a:spcPts val="600"/>
                </a:spcAft>
                <a:buFont typeface="Wingdings" panose="05000000000000000000" pitchFamily="2" charset="2"/>
                <a:buChar char="§"/>
                <a:defRPr lang="en-US" sz="1500" b="0" kern="1200" dirty="0" smtClean="0">
                  <a:solidFill>
                    <a:schemeClr val="tx1"/>
                  </a:solidFill>
                  <a:latin typeface="+mn-lt"/>
                  <a:ea typeface="+mn-ea"/>
                  <a:cs typeface="+mn-cs"/>
                </a:defRPr>
              </a:lvl1pPr>
              <a:lvl2pPr marL="233363" indent="-120650" algn="l" defTabSz="914400" rtl="0" eaLnBrk="1" latinLnBrk="0" hangingPunct="1">
                <a:lnSpc>
                  <a:spcPct val="100000"/>
                </a:lnSpc>
                <a:spcBef>
                  <a:spcPts val="0"/>
                </a:spcBef>
                <a:spcAft>
                  <a:spcPts val="600"/>
                </a:spcAft>
                <a:buFont typeface="Arial" panose="020B0604020202020204" pitchFamily="34" charset="0"/>
                <a:buChar char="­"/>
                <a:defRPr lang="en-US" sz="1500" b="0" kern="1200" dirty="0" smtClean="0">
                  <a:solidFill>
                    <a:schemeClr val="tx1"/>
                  </a:solidFill>
                  <a:latin typeface="+mn-lt"/>
                  <a:ea typeface="+mn-ea"/>
                  <a:cs typeface="+mn-cs"/>
                </a:defRPr>
              </a:lvl2pPr>
              <a:lvl3pPr marL="344488" indent="-111125" algn="l" defTabSz="914400" rtl="0" eaLnBrk="1" latinLnBrk="0" hangingPunct="1">
                <a:lnSpc>
                  <a:spcPct val="100000"/>
                </a:lnSpc>
                <a:spcBef>
                  <a:spcPts val="0"/>
                </a:spcBef>
                <a:spcAft>
                  <a:spcPts val="600"/>
                </a:spcAft>
                <a:buClr>
                  <a:schemeClr val="tx1"/>
                </a:buClr>
                <a:buFont typeface="Wingdings" panose="05000000000000000000" pitchFamily="2" charset="2"/>
                <a:buChar char="§"/>
                <a:defRPr lang="en-US" sz="1500" b="0" kern="1200" dirty="0" smtClean="0">
                  <a:solidFill>
                    <a:schemeClr val="tx1"/>
                  </a:solidFill>
                  <a:latin typeface="+mn-lt"/>
                  <a:ea typeface="+mn-ea"/>
                  <a:cs typeface="+mn-cs"/>
                </a:defRPr>
              </a:lvl3pPr>
              <a:lvl4pPr marL="457200" indent="-112713" algn="l" defTabSz="914400" rtl="0" eaLnBrk="1" latinLnBrk="0" hangingPunct="1">
                <a:lnSpc>
                  <a:spcPct val="100000"/>
                </a:lnSpc>
                <a:spcBef>
                  <a:spcPts val="0"/>
                </a:spcBef>
                <a:spcAft>
                  <a:spcPts val="600"/>
                </a:spcAft>
                <a:buClr>
                  <a:schemeClr val="tx1"/>
                </a:buClr>
                <a:buFont typeface="Arial" panose="020B0604020202020204" pitchFamily="34" charset="0"/>
                <a:buChar char="­"/>
                <a:defRPr lang="en-US" sz="1500" b="0" kern="1200" dirty="0" smtClean="0">
                  <a:solidFill>
                    <a:schemeClr val="tx1"/>
                  </a:solidFill>
                  <a:latin typeface="+mn-lt"/>
                  <a:ea typeface="+mn-ea"/>
                  <a:cs typeface="+mn-cs"/>
                </a:defRPr>
              </a:lvl4pPr>
              <a:lvl5pPr marL="569913" indent="-112713" algn="l" defTabSz="914400" rtl="0" eaLnBrk="1" latinLnBrk="0" hangingPunct="1">
                <a:lnSpc>
                  <a:spcPct val="100000"/>
                </a:lnSpc>
                <a:spcBef>
                  <a:spcPts val="0"/>
                </a:spcBef>
                <a:spcAft>
                  <a:spcPts val="600"/>
                </a:spcAft>
                <a:buClr>
                  <a:schemeClr val="tx1"/>
                </a:buClr>
                <a:buFont typeface="Wingdings" panose="05000000000000000000" pitchFamily="2" charset="2"/>
                <a:buChar char="§"/>
                <a:defRPr lang="en-US" sz="1500" b="0" kern="1200" baseline="0" dirty="0" smtClean="0">
                  <a:solidFill>
                    <a:schemeClr val="tx1"/>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en-US" sz="800" b="1">
                  <a:solidFill>
                    <a:srgbClr val="000000"/>
                  </a:solidFill>
                  <a:latin typeface="Arial" panose="020B0604020202020204" pitchFamily="34" charset="0"/>
                </a:rPr>
                <a:t>Data Hub &amp; Data Flow, Tax Provision, Common Entities</a:t>
              </a:r>
            </a:p>
          </p:txBody>
        </p:sp>
      </p:grpSp>
      <p:grpSp>
        <p:nvGrpSpPr>
          <p:cNvPr id="2130" name="Group 2129">
            <a:extLst>
              <a:ext uri="{FF2B5EF4-FFF2-40B4-BE49-F238E27FC236}">
                <a16:creationId xmlns:a16="http://schemas.microsoft.com/office/drawing/2014/main" id="{68466C42-81B3-4585-D8A7-16C7BD252D41}"/>
              </a:ext>
            </a:extLst>
          </p:cNvPr>
          <p:cNvGrpSpPr/>
          <p:nvPr/>
        </p:nvGrpSpPr>
        <p:grpSpPr>
          <a:xfrm>
            <a:off x="8961998" y="1430937"/>
            <a:ext cx="1236143" cy="675797"/>
            <a:chOff x="2966417" y="4379078"/>
            <a:chExt cx="1236143" cy="675797"/>
          </a:xfrm>
        </p:grpSpPr>
        <p:pic>
          <p:nvPicPr>
            <p:cNvPr id="2131" name="Picture 12" descr="Thomson Reuters Unveils New Brand Evolution">
              <a:extLst>
                <a:ext uri="{FF2B5EF4-FFF2-40B4-BE49-F238E27FC236}">
                  <a16:creationId xmlns:a16="http://schemas.microsoft.com/office/drawing/2014/main" id="{073579B4-C3A3-5ADB-6DE7-E5B0C60592F9}"/>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0383" t="22340" r="4371" b="19596"/>
            <a:stretch/>
          </p:blipFill>
          <p:spPr bwMode="auto">
            <a:xfrm>
              <a:off x="3140636" y="4379078"/>
              <a:ext cx="742950" cy="381000"/>
            </a:xfrm>
            <a:prstGeom prst="rect">
              <a:avLst/>
            </a:prstGeom>
            <a:noFill/>
            <a:extLst>
              <a:ext uri="{909E8E84-426E-40DD-AFC4-6F175D3DCCD1}">
                <a14:hiddenFill xmlns:a14="http://schemas.microsoft.com/office/drawing/2010/main">
                  <a:solidFill>
                    <a:srgbClr val="FFFFFF"/>
                  </a:solidFill>
                </a14:hiddenFill>
              </a:ext>
            </a:extLst>
          </p:spPr>
        </p:pic>
        <p:sp>
          <p:nvSpPr>
            <p:cNvPr id="2132" name="TextBox 338">
              <a:extLst>
                <a:ext uri="{FF2B5EF4-FFF2-40B4-BE49-F238E27FC236}">
                  <a16:creationId xmlns:a16="http://schemas.microsoft.com/office/drawing/2014/main" id="{7EE70AC8-03DC-2C1B-FF60-466A7DF8300F}"/>
                </a:ext>
              </a:extLst>
            </p:cNvPr>
            <p:cNvSpPr txBox="1">
              <a:spLocks/>
            </p:cNvSpPr>
            <p:nvPr/>
          </p:nvSpPr>
          <p:spPr>
            <a:xfrm>
              <a:off x="2966417" y="4664153"/>
              <a:ext cx="1236143" cy="390722"/>
            </a:xfrm>
            <a:prstGeom prst="rect">
              <a:avLst/>
            </a:prstGeom>
            <a:ln w="9525">
              <a:noFill/>
            </a:ln>
            <a:extLst>
              <a:ext uri="{91240B29-F687-4F45-9708-019B960494DF}">
                <a14:hiddenLine xmlns:a14="http://schemas.microsoft.com/office/drawing/2010/main" w="9525" cap="flat" cmpd="sng" algn="ctr">
                  <a:solidFill>
                    <a:schemeClr val="tx1">
                      <a:lumMod val="100000"/>
                      <a:alpha val="0"/>
                    </a:schemeClr>
                  </a:solidFill>
                  <a:prstDash val="solid"/>
                  <a:round/>
                  <a:headEnd type="none" w="med" len="med"/>
                  <a:tailEnd type="none" w="med" len="med"/>
                </a14:hiddenLine>
              </a:ext>
            </a:extLst>
          </p:spPr>
          <p:txBody>
            <a:bodyPr lIns="45720" rIns="45720"/>
            <a:lstStyle>
              <a:lvl1pPr marL="112713" indent="-112713" algn="l" defTabSz="914400" rtl="0" eaLnBrk="1" latinLnBrk="0" hangingPunct="1">
                <a:lnSpc>
                  <a:spcPct val="100000"/>
                </a:lnSpc>
                <a:spcBef>
                  <a:spcPts val="0"/>
                </a:spcBef>
                <a:spcAft>
                  <a:spcPts val="600"/>
                </a:spcAft>
                <a:buFont typeface="Wingdings" panose="05000000000000000000" pitchFamily="2" charset="2"/>
                <a:buChar char="§"/>
                <a:defRPr lang="en-US" sz="1500" b="0" kern="1200" dirty="0" smtClean="0">
                  <a:solidFill>
                    <a:schemeClr val="tx1"/>
                  </a:solidFill>
                  <a:latin typeface="+mn-lt"/>
                  <a:ea typeface="+mn-ea"/>
                  <a:cs typeface="+mn-cs"/>
                </a:defRPr>
              </a:lvl1pPr>
              <a:lvl2pPr marL="233363" indent="-120650" algn="l" defTabSz="914400" rtl="0" eaLnBrk="1" latinLnBrk="0" hangingPunct="1">
                <a:lnSpc>
                  <a:spcPct val="100000"/>
                </a:lnSpc>
                <a:spcBef>
                  <a:spcPts val="0"/>
                </a:spcBef>
                <a:spcAft>
                  <a:spcPts val="600"/>
                </a:spcAft>
                <a:buFont typeface="Arial" panose="020B0604020202020204" pitchFamily="34" charset="0"/>
                <a:buChar char="­"/>
                <a:defRPr lang="en-US" sz="1500" b="0" kern="1200" dirty="0" smtClean="0">
                  <a:solidFill>
                    <a:schemeClr val="tx1"/>
                  </a:solidFill>
                  <a:latin typeface="+mn-lt"/>
                  <a:ea typeface="+mn-ea"/>
                  <a:cs typeface="+mn-cs"/>
                </a:defRPr>
              </a:lvl2pPr>
              <a:lvl3pPr marL="344488" indent="-111125" algn="l" defTabSz="914400" rtl="0" eaLnBrk="1" latinLnBrk="0" hangingPunct="1">
                <a:lnSpc>
                  <a:spcPct val="100000"/>
                </a:lnSpc>
                <a:spcBef>
                  <a:spcPts val="0"/>
                </a:spcBef>
                <a:spcAft>
                  <a:spcPts val="600"/>
                </a:spcAft>
                <a:buClr>
                  <a:schemeClr val="tx1"/>
                </a:buClr>
                <a:buFont typeface="Wingdings" panose="05000000000000000000" pitchFamily="2" charset="2"/>
                <a:buChar char="§"/>
                <a:defRPr lang="en-US" sz="1500" b="0" kern="1200" dirty="0" smtClean="0">
                  <a:solidFill>
                    <a:schemeClr val="tx1"/>
                  </a:solidFill>
                  <a:latin typeface="+mn-lt"/>
                  <a:ea typeface="+mn-ea"/>
                  <a:cs typeface="+mn-cs"/>
                </a:defRPr>
              </a:lvl3pPr>
              <a:lvl4pPr marL="457200" indent="-112713" algn="l" defTabSz="914400" rtl="0" eaLnBrk="1" latinLnBrk="0" hangingPunct="1">
                <a:lnSpc>
                  <a:spcPct val="100000"/>
                </a:lnSpc>
                <a:spcBef>
                  <a:spcPts val="0"/>
                </a:spcBef>
                <a:spcAft>
                  <a:spcPts val="600"/>
                </a:spcAft>
                <a:buClr>
                  <a:schemeClr val="tx1"/>
                </a:buClr>
                <a:buFont typeface="Arial" panose="020B0604020202020204" pitchFamily="34" charset="0"/>
                <a:buChar char="­"/>
                <a:defRPr lang="en-US" sz="1500" b="0" kern="1200" dirty="0" smtClean="0">
                  <a:solidFill>
                    <a:schemeClr val="tx1"/>
                  </a:solidFill>
                  <a:latin typeface="+mn-lt"/>
                  <a:ea typeface="+mn-ea"/>
                  <a:cs typeface="+mn-cs"/>
                </a:defRPr>
              </a:lvl4pPr>
              <a:lvl5pPr marL="569913" indent="-112713" algn="l" defTabSz="914400" rtl="0" eaLnBrk="1" latinLnBrk="0" hangingPunct="1">
                <a:lnSpc>
                  <a:spcPct val="100000"/>
                </a:lnSpc>
                <a:spcBef>
                  <a:spcPts val="0"/>
                </a:spcBef>
                <a:spcAft>
                  <a:spcPts val="600"/>
                </a:spcAft>
                <a:buClr>
                  <a:schemeClr val="tx1"/>
                </a:buClr>
                <a:buFont typeface="Wingdings" panose="05000000000000000000" pitchFamily="2" charset="2"/>
                <a:buChar char="§"/>
                <a:defRPr lang="en-US" sz="1500" b="0" kern="1200" baseline="0" dirty="0" smtClean="0">
                  <a:solidFill>
                    <a:schemeClr val="tx1"/>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kumimoji="0" lang="en-US" sz="800" b="1" i="0" u="none" strike="noStrike" kern="1200" cap="none" spc="0" normalizeH="0" baseline="0" noProof="0">
                  <a:ln>
                    <a:noFill/>
                  </a:ln>
                  <a:solidFill>
                    <a:srgbClr val="000000"/>
                  </a:solidFill>
                  <a:effectLst/>
                  <a:uLnTx/>
                  <a:uFillTx/>
                  <a:latin typeface="Arial" panose="020B0604020202020204" pitchFamily="34" charset="0"/>
                </a:rPr>
                <a:t>Checkpoint</a:t>
              </a:r>
            </a:p>
          </p:txBody>
        </p:sp>
      </p:grpSp>
      <p:sp>
        <p:nvSpPr>
          <p:cNvPr id="2133" name="TextBox 2132">
            <a:extLst>
              <a:ext uri="{FF2B5EF4-FFF2-40B4-BE49-F238E27FC236}">
                <a16:creationId xmlns:a16="http://schemas.microsoft.com/office/drawing/2014/main" id="{766168B2-3A50-0110-6866-20C8A8FE0F76}"/>
              </a:ext>
            </a:extLst>
          </p:cNvPr>
          <p:cNvSpPr txBox="1"/>
          <p:nvPr/>
        </p:nvSpPr>
        <p:spPr>
          <a:xfrm>
            <a:off x="5132260" y="2542810"/>
            <a:ext cx="1620012" cy="271184"/>
          </a:xfrm>
          <a:prstGeom prst="rect">
            <a:avLst/>
          </a:prstGeom>
        </p:spPr>
        <p:txBody>
          <a:bodyPr vert="horz" wrap="square" lIns="0" tIns="0" rIns="0" bIns="0" rtlCol="0" anchor="t" anchorCtr="0">
            <a:noAutofit/>
          </a:bodyPr>
          <a:lstStyle/>
          <a:p>
            <a:pPr algn="l">
              <a:spcAft>
                <a:spcPts val="600"/>
              </a:spcAft>
            </a:pPr>
            <a:r>
              <a:rPr lang="en-US" sz="1000" b="1">
                <a:solidFill>
                  <a:schemeClr val="tx2"/>
                </a:solidFill>
              </a:rPr>
              <a:t>TAC (Machine learning algorithm within contributions database) </a:t>
            </a:r>
          </a:p>
        </p:txBody>
      </p:sp>
      <p:sp>
        <p:nvSpPr>
          <p:cNvPr id="2134" name="TextBox 2133">
            <a:extLst>
              <a:ext uri="{FF2B5EF4-FFF2-40B4-BE49-F238E27FC236}">
                <a16:creationId xmlns:a16="http://schemas.microsoft.com/office/drawing/2014/main" id="{1EF1AE71-C152-52AD-62B3-42AB502C8405}"/>
              </a:ext>
            </a:extLst>
          </p:cNvPr>
          <p:cNvSpPr txBox="1"/>
          <p:nvPr/>
        </p:nvSpPr>
        <p:spPr>
          <a:xfrm>
            <a:off x="4052634" y="1861037"/>
            <a:ext cx="1210758" cy="402077"/>
          </a:xfrm>
          <a:prstGeom prst="rect">
            <a:avLst/>
          </a:prstGeom>
        </p:spPr>
        <p:txBody>
          <a:bodyPr vert="horz" wrap="square" lIns="0" tIns="0" rIns="0" bIns="0" rtlCol="0" anchor="t" anchorCtr="0">
            <a:noAutofit/>
          </a:bodyPr>
          <a:lstStyle/>
          <a:p>
            <a:pPr algn="l">
              <a:spcAft>
                <a:spcPts val="600"/>
              </a:spcAft>
            </a:pPr>
            <a:r>
              <a:rPr lang="en-US" sz="1500" b="1">
                <a:solidFill>
                  <a:schemeClr val="tx2"/>
                </a:solidFill>
              </a:rPr>
              <a:t>DisneyGPT</a:t>
            </a:r>
          </a:p>
        </p:txBody>
      </p:sp>
      <p:pic>
        <p:nvPicPr>
          <p:cNvPr id="2136" name="Picture 34" descr="Diligent Logo - PNG Logo Vector Brand Downloads (SVG, EPS)">
            <a:extLst>
              <a:ext uri="{FF2B5EF4-FFF2-40B4-BE49-F238E27FC236}">
                <a16:creationId xmlns:a16="http://schemas.microsoft.com/office/drawing/2014/main" id="{CE9F956F-4D43-B181-0DCA-EEE952DB9835}"/>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5194892" y="5341642"/>
            <a:ext cx="932848" cy="52472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1A2A1C20-FBD4-1ADE-D606-D8F21A34E125}"/>
              </a:ext>
            </a:extLst>
          </p:cNvPr>
          <p:cNvSpPr/>
          <p:nvPr/>
        </p:nvSpPr>
        <p:spPr>
          <a:xfrm>
            <a:off x="7445538" y="2445281"/>
            <a:ext cx="3004577" cy="859622"/>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prstClr val="white"/>
              </a:solidFill>
              <a:effectLst/>
              <a:uLnTx/>
              <a:uFillTx/>
              <a:latin typeface="Arial"/>
              <a:ea typeface="+mn-ea"/>
              <a:cs typeface="+mn-cs"/>
            </a:endParaRPr>
          </a:p>
        </p:txBody>
      </p:sp>
      <p:sp>
        <p:nvSpPr>
          <p:cNvPr id="7" name="TextBox 6">
            <a:extLst>
              <a:ext uri="{FF2B5EF4-FFF2-40B4-BE49-F238E27FC236}">
                <a16:creationId xmlns:a16="http://schemas.microsoft.com/office/drawing/2014/main" id="{59CD3983-7289-11BF-DD37-E3D14E713605}"/>
              </a:ext>
            </a:extLst>
          </p:cNvPr>
          <p:cNvSpPr txBox="1"/>
          <p:nvPr/>
        </p:nvSpPr>
        <p:spPr>
          <a:xfrm>
            <a:off x="7544858" y="2502979"/>
            <a:ext cx="775769" cy="169082"/>
          </a:xfrm>
          <a:prstGeom prst="rect">
            <a:avLst/>
          </a:prstGeom>
        </p:spPr>
        <p:txBody>
          <a:bodyPr vert="horz" wrap="non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50" b="1">
                <a:solidFill>
                  <a:srgbClr val="000000">
                    <a:lumMod val="85000"/>
                    <a:lumOff val="15000"/>
                  </a:srgbClr>
                </a:solidFill>
                <a:latin typeface="Arial"/>
              </a:rPr>
              <a:t>Enterprise IAM</a:t>
            </a:r>
            <a:endParaRPr kumimoji="0" lang="en-US" sz="1050" b="1" i="0" u="none" strike="noStrike" kern="1200" cap="none" spc="0" normalizeH="0" baseline="0" noProof="0">
              <a:ln>
                <a:noFill/>
              </a:ln>
              <a:solidFill>
                <a:srgbClr val="000000">
                  <a:lumMod val="85000"/>
                  <a:lumOff val="15000"/>
                </a:srgbClr>
              </a:solidFill>
              <a:effectLst/>
              <a:uLnTx/>
              <a:uFillTx/>
              <a:latin typeface="Arial"/>
              <a:ea typeface="+mn-ea"/>
              <a:cs typeface="+mn-cs"/>
            </a:endParaRPr>
          </a:p>
        </p:txBody>
      </p:sp>
      <p:sp>
        <p:nvSpPr>
          <p:cNvPr id="9" name="TextBox 8">
            <a:extLst>
              <a:ext uri="{FF2B5EF4-FFF2-40B4-BE49-F238E27FC236}">
                <a16:creationId xmlns:a16="http://schemas.microsoft.com/office/drawing/2014/main" id="{87DD91DD-F78F-8374-D6B4-D80D4658A777}"/>
              </a:ext>
            </a:extLst>
          </p:cNvPr>
          <p:cNvSpPr txBox="1"/>
          <p:nvPr/>
        </p:nvSpPr>
        <p:spPr>
          <a:xfrm>
            <a:off x="8262651" y="6048799"/>
            <a:ext cx="2202009" cy="494716"/>
          </a:xfrm>
          <a:prstGeom prst="rect">
            <a:avLst/>
          </a:prstGeom>
        </p:spPr>
        <p:txBody>
          <a:bodyPr vert="horz" wrap="square" lIns="0" tIns="0" rIns="0" bIns="0" rtlCol="0" anchor="t" anchorCtr="0">
            <a:noAutofit/>
          </a:bodyPr>
          <a:lstStyle/>
          <a:p>
            <a:pPr algn="l">
              <a:spcAft>
                <a:spcPts val="600"/>
              </a:spcAft>
            </a:pPr>
            <a:r>
              <a:rPr lang="en-US" sz="800"/>
              <a:t>Olaf, Cognos, and OSA (getting an API later in 2025) are not currently accessible by API</a:t>
            </a:r>
          </a:p>
        </p:txBody>
      </p:sp>
      <p:grpSp>
        <p:nvGrpSpPr>
          <p:cNvPr id="10" name="Group 9">
            <a:extLst>
              <a:ext uri="{FF2B5EF4-FFF2-40B4-BE49-F238E27FC236}">
                <a16:creationId xmlns:a16="http://schemas.microsoft.com/office/drawing/2014/main" id="{1D74A6B0-DAAA-6EB8-96B9-B1B1C4278BF2}"/>
              </a:ext>
            </a:extLst>
          </p:cNvPr>
          <p:cNvGrpSpPr/>
          <p:nvPr/>
        </p:nvGrpSpPr>
        <p:grpSpPr>
          <a:xfrm>
            <a:off x="3782724" y="5072707"/>
            <a:ext cx="1236143" cy="679341"/>
            <a:chOff x="1089558" y="5226976"/>
            <a:chExt cx="1236143" cy="679341"/>
          </a:xfrm>
        </p:grpSpPr>
        <p:pic>
          <p:nvPicPr>
            <p:cNvPr id="11" name="Picture 12" descr="Thomson Reuters Unveils New Brand Evolution">
              <a:extLst>
                <a:ext uri="{FF2B5EF4-FFF2-40B4-BE49-F238E27FC236}">
                  <a16:creationId xmlns:a16="http://schemas.microsoft.com/office/drawing/2014/main" id="{17BFFB59-5737-002C-E444-54F526CF1481}"/>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0383" t="22340" r="4371" b="19596"/>
            <a:stretch/>
          </p:blipFill>
          <p:spPr bwMode="auto">
            <a:xfrm>
              <a:off x="1262164" y="5226976"/>
              <a:ext cx="742950" cy="38100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338">
              <a:extLst>
                <a:ext uri="{FF2B5EF4-FFF2-40B4-BE49-F238E27FC236}">
                  <a16:creationId xmlns:a16="http://schemas.microsoft.com/office/drawing/2014/main" id="{5F58E8AE-2B02-DDCA-6D04-15DA5A413291}"/>
                </a:ext>
              </a:extLst>
            </p:cNvPr>
            <p:cNvSpPr txBox="1">
              <a:spLocks/>
            </p:cNvSpPr>
            <p:nvPr/>
          </p:nvSpPr>
          <p:spPr>
            <a:xfrm>
              <a:off x="1089558" y="5515595"/>
              <a:ext cx="1236143" cy="390722"/>
            </a:xfrm>
            <a:prstGeom prst="rect">
              <a:avLst/>
            </a:prstGeom>
            <a:ln w="9525">
              <a:noFill/>
            </a:ln>
            <a:extLst>
              <a:ext uri="{91240B29-F687-4F45-9708-019B960494DF}">
                <a14:hiddenLine xmlns:a14="http://schemas.microsoft.com/office/drawing/2010/main" w="9525" cap="flat" cmpd="sng" algn="ctr">
                  <a:solidFill>
                    <a:schemeClr val="tx1">
                      <a:lumMod val="100000"/>
                      <a:alpha val="0"/>
                    </a:schemeClr>
                  </a:solidFill>
                  <a:prstDash val="solid"/>
                  <a:round/>
                  <a:headEnd type="none" w="med" len="med"/>
                  <a:tailEnd type="none" w="med" len="med"/>
                </a14:hiddenLine>
              </a:ext>
            </a:extLst>
          </p:spPr>
          <p:txBody>
            <a:bodyPr lIns="45720" rIns="45720"/>
            <a:lstStyle>
              <a:lvl1pPr marL="112713" indent="-112713" algn="l" defTabSz="914400" rtl="0" eaLnBrk="1" latinLnBrk="0" hangingPunct="1">
                <a:lnSpc>
                  <a:spcPct val="100000"/>
                </a:lnSpc>
                <a:spcBef>
                  <a:spcPts val="0"/>
                </a:spcBef>
                <a:spcAft>
                  <a:spcPts val="600"/>
                </a:spcAft>
                <a:buFont typeface="Wingdings" panose="05000000000000000000" pitchFamily="2" charset="2"/>
                <a:buChar char="§"/>
                <a:defRPr lang="en-US" sz="1500" b="0" kern="1200" dirty="0" smtClean="0">
                  <a:solidFill>
                    <a:schemeClr val="tx1"/>
                  </a:solidFill>
                  <a:latin typeface="+mn-lt"/>
                  <a:ea typeface="+mn-ea"/>
                  <a:cs typeface="+mn-cs"/>
                </a:defRPr>
              </a:lvl1pPr>
              <a:lvl2pPr marL="233363" indent="-120650" algn="l" defTabSz="914400" rtl="0" eaLnBrk="1" latinLnBrk="0" hangingPunct="1">
                <a:lnSpc>
                  <a:spcPct val="100000"/>
                </a:lnSpc>
                <a:spcBef>
                  <a:spcPts val="0"/>
                </a:spcBef>
                <a:spcAft>
                  <a:spcPts val="600"/>
                </a:spcAft>
                <a:buFont typeface="Arial" panose="020B0604020202020204" pitchFamily="34" charset="0"/>
                <a:buChar char="­"/>
                <a:defRPr lang="en-US" sz="1500" b="0" kern="1200" dirty="0" smtClean="0">
                  <a:solidFill>
                    <a:schemeClr val="tx1"/>
                  </a:solidFill>
                  <a:latin typeface="+mn-lt"/>
                  <a:ea typeface="+mn-ea"/>
                  <a:cs typeface="+mn-cs"/>
                </a:defRPr>
              </a:lvl2pPr>
              <a:lvl3pPr marL="344488" indent="-111125" algn="l" defTabSz="914400" rtl="0" eaLnBrk="1" latinLnBrk="0" hangingPunct="1">
                <a:lnSpc>
                  <a:spcPct val="100000"/>
                </a:lnSpc>
                <a:spcBef>
                  <a:spcPts val="0"/>
                </a:spcBef>
                <a:spcAft>
                  <a:spcPts val="600"/>
                </a:spcAft>
                <a:buClr>
                  <a:schemeClr val="tx1"/>
                </a:buClr>
                <a:buFont typeface="Wingdings" panose="05000000000000000000" pitchFamily="2" charset="2"/>
                <a:buChar char="§"/>
                <a:defRPr lang="en-US" sz="1500" b="0" kern="1200" dirty="0" smtClean="0">
                  <a:solidFill>
                    <a:schemeClr val="tx1"/>
                  </a:solidFill>
                  <a:latin typeface="+mn-lt"/>
                  <a:ea typeface="+mn-ea"/>
                  <a:cs typeface="+mn-cs"/>
                </a:defRPr>
              </a:lvl3pPr>
              <a:lvl4pPr marL="457200" indent="-112713" algn="l" defTabSz="914400" rtl="0" eaLnBrk="1" latinLnBrk="0" hangingPunct="1">
                <a:lnSpc>
                  <a:spcPct val="100000"/>
                </a:lnSpc>
                <a:spcBef>
                  <a:spcPts val="0"/>
                </a:spcBef>
                <a:spcAft>
                  <a:spcPts val="600"/>
                </a:spcAft>
                <a:buClr>
                  <a:schemeClr val="tx1"/>
                </a:buClr>
                <a:buFont typeface="Arial" panose="020B0604020202020204" pitchFamily="34" charset="0"/>
                <a:buChar char="­"/>
                <a:defRPr lang="en-US" sz="1500" b="0" kern="1200" dirty="0" smtClean="0">
                  <a:solidFill>
                    <a:schemeClr val="tx1"/>
                  </a:solidFill>
                  <a:latin typeface="+mn-lt"/>
                  <a:ea typeface="+mn-ea"/>
                  <a:cs typeface="+mn-cs"/>
                </a:defRPr>
              </a:lvl4pPr>
              <a:lvl5pPr marL="569913" indent="-112713" algn="l" defTabSz="914400" rtl="0" eaLnBrk="1" latinLnBrk="0" hangingPunct="1">
                <a:lnSpc>
                  <a:spcPct val="100000"/>
                </a:lnSpc>
                <a:spcBef>
                  <a:spcPts val="0"/>
                </a:spcBef>
                <a:spcAft>
                  <a:spcPts val="600"/>
                </a:spcAft>
                <a:buClr>
                  <a:schemeClr val="tx1"/>
                </a:buClr>
                <a:buFont typeface="Wingdings" panose="05000000000000000000" pitchFamily="2" charset="2"/>
                <a:buChar char="§"/>
                <a:defRPr lang="en-US" sz="1500" b="0" kern="1200" baseline="0" dirty="0" smtClean="0">
                  <a:solidFill>
                    <a:schemeClr val="tx1"/>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en-US" sz="800" b="1">
                  <a:solidFill>
                    <a:srgbClr val="000000"/>
                  </a:solidFill>
                  <a:latin typeface="Arial" panose="020B0604020202020204" pitchFamily="34" charset="0"/>
                </a:rPr>
                <a:t>Data Hub &amp; Data Flow, Tax Provision, Common Entities</a:t>
              </a:r>
            </a:p>
          </p:txBody>
        </p:sp>
      </p:grpSp>
      <p:sp>
        <p:nvSpPr>
          <p:cNvPr id="13" name="TextBox 12">
            <a:extLst>
              <a:ext uri="{FF2B5EF4-FFF2-40B4-BE49-F238E27FC236}">
                <a16:creationId xmlns:a16="http://schemas.microsoft.com/office/drawing/2014/main" id="{6A970822-CD67-CF0D-262F-B80627031492}"/>
              </a:ext>
            </a:extLst>
          </p:cNvPr>
          <p:cNvSpPr txBox="1"/>
          <p:nvPr/>
        </p:nvSpPr>
        <p:spPr>
          <a:xfrm>
            <a:off x="9154909" y="4617259"/>
            <a:ext cx="1200887" cy="800219"/>
          </a:xfrm>
          <a:prstGeom prst="rect">
            <a:avLst/>
          </a:prstGeom>
          <a:noFill/>
        </p:spPr>
        <p:txBody>
          <a:bodyPr wrap="square">
            <a:spAutoFit/>
          </a:bodyPr>
          <a:lstStyle/>
          <a:p>
            <a:pPr algn="l">
              <a:spcAft>
                <a:spcPts val="600"/>
              </a:spcAft>
            </a:pPr>
            <a:r>
              <a:rPr lang="en-US" sz="1200" b="1" err="1">
                <a:solidFill>
                  <a:schemeClr val="tx2"/>
                </a:solidFill>
              </a:rPr>
              <a:t>fshelp</a:t>
            </a:r>
            <a:endParaRPr lang="en-US" sz="1200" b="1">
              <a:solidFill>
                <a:schemeClr val="tx2"/>
              </a:solidFill>
            </a:endParaRPr>
          </a:p>
          <a:p>
            <a:pPr algn="l">
              <a:spcAft>
                <a:spcPts val="600"/>
              </a:spcAft>
            </a:pPr>
            <a:r>
              <a:rPr lang="en-US" sz="1200" b="1" err="1">
                <a:solidFill>
                  <a:schemeClr val="tx2"/>
                </a:solidFill>
              </a:rPr>
              <a:t>ControlPoint</a:t>
            </a:r>
            <a:endParaRPr lang="en-US" sz="1200" b="1">
              <a:solidFill>
                <a:schemeClr val="tx2"/>
              </a:solidFill>
            </a:endParaRPr>
          </a:p>
          <a:p>
            <a:pPr algn="l">
              <a:spcAft>
                <a:spcPts val="600"/>
              </a:spcAft>
            </a:pPr>
            <a:r>
              <a:rPr lang="en-US" sz="1200" b="1">
                <a:solidFill>
                  <a:schemeClr val="tx2"/>
                </a:solidFill>
              </a:rPr>
              <a:t>Concur </a:t>
            </a:r>
            <a:endParaRPr lang="en-US" sz="1200"/>
          </a:p>
        </p:txBody>
      </p:sp>
      <p:sp>
        <p:nvSpPr>
          <p:cNvPr id="19" name="Star: 5 Points 18">
            <a:extLst>
              <a:ext uri="{FF2B5EF4-FFF2-40B4-BE49-F238E27FC236}">
                <a16:creationId xmlns:a16="http://schemas.microsoft.com/office/drawing/2014/main" id="{B25DFC19-A2FC-110D-EE17-29D1B9FE8E8F}"/>
              </a:ext>
            </a:extLst>
          </p:cNvPr>
          <p:cNvSpPr/>
          <p:nvPr/>
        </p:nvSpPr>
        <p:spPr>
          <a:xfrm>
            <a:off x="4488482" y="4597782"/>
            <a:ext cx="226521" cy="226521"/>
          </a:xfrm>
          <a:prstGeom prst="star5">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0" name="Star: 5 Points 19">
            <a:extLst>
              <a:ext uri="{FF2B5EF4-FFF2-40B4-BE49-F238E27FC236}">
                <a16:creationId xmlns:a16="http://schemas.microsoft.com/office/drawing/2014/main" id="{5FF3739E-EEEB-4D65-7984-30185149F27D}"/>
              </a:ext>
            </a:extLst>
          </p:cNvPr>
          <p:cNvSpPr/>
          <p:nvPr/>
        </p:nvSpPr>
        <p:spPr>
          <a:xfrm>
            <a:off x="5776192" y="4731963"/>
            <a:ext cx="226521" cy="226521"/>
          </a:xfrm>
          <a:prstGeom prst="star5">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2" name="Star: 5 Points 21">
            <a:extLst>
              <a:ext uri="{FF2B5EF4-FFF2-40B4-BE49-F238E27FC236}">
                <a16:creationId xmlns:a16="http://schemas.microsoft.com/office/drawing/2014/main" id="{9EA02851-4CFF-FD9F-E253-34CD47B0E2A4}"/>
              </a:ext>
            </a:extLst>
          </p:cNvPr>
          <p:cNvSpPr/>
          <p:nvPr/>
        </p:nvSpPr>
        <p:spPr>
          <a:xfrm>
            <a:off x="7083674" y="4968604"/>
            <a:ext cx="226521" cy="226521"/>
          </a:xfrm>
          <a:prstGeom prst="star5">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4" name="Star: 5 Points 23">
            <a:extLst>
              <a:ext uri="{FF2B5EF4-FFF2-40B4-BE49-F238E27FC236}">
                <a16:creationId xmlns:a16="http://schemas.microsoft.com/office/drawing/2014/main" id="{283AB7B2-54A1-E3A0-A6A2-BAAB9AC57576}"/>
              </a:ext>
            </a:extLst>
          </p:cNvPr>
          <p:cNvSpPr/>
          <p:nvPr/>
        </p:nvSpPr>
        <p:spPr>
          <a:xfrm>
            <a:off x="7165726" y="5317297"/>
            <a:ext cx="226521" cy="226521"/>
          </a:xfrm>
          <a:prstGeom prst="star5">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6" name="Star: 5 Points 25">
            <a:extLst>
              <a:ext uri="{FF2B5EF4-FFF2-40B4-BE49-F238E27FC236}">
                <a16:creationId xmlns:a16="http://schemas.microsoft.com/office/drawing/2014/main" id="{F749D9FC-94B9-5DDB-CED8-EDD8DCF0FE5F}"/>
              </a:ext>
            </a:extLst>
          </p:cNvPr>
          <p:cNvSpPr/>
          <p:nvPr/>
        </p:nvSpPr>
        <p:spPr>
          <a:xfrm>
            <a:off x="9778264" y="92714"/>
            <a:ext cx="226521" cy="226521"/>
          </a:xfrm>
          <a:prstGeom prst="star5">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7" name="TextBox 26">
            <a:extLst>
              <a:ext uri="{FF2B5EF4-FFF2-40B4-BE49-F238E27FC236}">
                <a16:creationId xmlns:a16="http://schemas.microsoft.com/office/drawing/2014/main" id="{C33A3D57-E59E-8CEF-E5D0-F83211BB5B67}"/>
              </a:ext>
            </a:extLst>
          </p:cNvPr>
          <p:cNvSpPr txBox="1"/>
          <p:nvPr/>
        </p:nvSpPr>
        <p:spPr>
          <a:xfrm>
            <a:off x="10109557" y="100208"/>
            <a:ext cx="1846536" cy="407792"/>
          </a:xfrm>
          <a:prstGeom prst="rect">
            <a:avLst/>
          </a:prstGeom>
        </p:spPr>
        <p:txBody>
          <a:bodyPr vert="horz" wrap="square" lIns="0" tIns="0" rIns="0" bIns="0" rtlCol="0" anchor="t" anchorCtr="0">
            <a:noAutofit/>
          </a:bodyPr>
          <a:lstStyle/>
          <a:p>
            <a:pPr algn="l">
              <a:spcAft>
                <a:spcPts val="600"/>
              </a:spcAft>
            </a:pPr>
            <a:r>
              <a:rPr lang="en-US" sz="1000"/>
              <a:t>Key enterprise data source for priority use cases</a:t>
            </a:r>
          </a:p>
        </p:txBody>
      </p:sp>
      <p:sp>
        <p:nvSpPr>
          <p:cNvPr id="28" name="Star: 5 Points 27">
            <a:extLst>
              <a:ext uri="{FF2B5EF4-FFF2-40B4-BE49-F238E27FC236}">
                <a16:creationId xmlns:a16="http://schemas.microsoft.com/office/drawing/2014/main" id="{C6077DD1-C742-6D87-EE8E-2DAF53B93E26}"/>
              </a:ext>
            </a:extLst>
          </p:cNvPr>
          <p:cNvSpPr/>
          <p:nvPr/>
        </p:nvSpPr>
        <p:spPr>
          <a:xfrm>
            <a:off x="7194575" y="4545388"/>
            <a:ext cx="226521" cy="226521"/>
          </a:xfrm>
          <a:prstGeom prst="star5">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32" name="Picture 31">
            <a:extLst>
              <a:ext uri="{FF2B5EF4-FFF2-40B4-BE49-F238E27FC236}">
                <a16:creationId xmlns:a16="http://schemas.microsoft.com/office/drawing/2014/main" id="{5D44EEDB-598C-00AE-5869-1B0C3F938D35}"/>
              </a:ext>
            </a:extLst>
          </p:cNvPr>
          <p:cNvPicPr>
            <a:picLocks noChangeAspect="1"/>
          </p:cNvPicPr>
          <p:nvPr/>
        </p:nvPicPr>
        <p:blipFill>
          <a:blip r:embed="rId23"/>
          <a:stretch>
            <a:fillRect/>
          </a:stretch>
        </p:blipFill>
        <p:spPr>
          <a:xfrm>
            <a:off x="9154909" y="5536604"/>
            <a:ext cx="727510" cy="185844"/>
          </a:xfrm>
          <a:prstGeom prst="rect">
            <a:avLst/>
          </a:prstGeom>
        </p:spPr>
      </p:pic>
      <p:pic>
        <p:nvPicPr>
          <p:cNvPr id="33" name="Picture 32">
            <a:extLst>
              <a:ext uri="{FF2B5EF4-FFF2-40B4-BE49-F238E27FC236}">
                <a16:creationId xmlns:a16="http://schemas.microsoft.com/office/drawing/2014/main" id="{AF6A61DD-D867-D306-4B60-B49345A0CB35}"/>
              </a:ext>
            </a:extLst>
          </p:cNvPr>
          <p:cNvPicPr>
            <a:picLocks noChangeAspect="1"/>
          </p:cNvPicPr>
          <p:nvPr/>
        </p:nvPicPr>
        <p:blipFill>
          <a:blip r:embed="rId23"/>
          <a:stretch>
            <a:fillRect/>
          </a:stretch>
        </p:blipFill>
        <p:spPr>
          <a:xfrm>
            <a:off x="8293787" y="1903968"/>
            <a:ext cx="727510" cy="185844"/>
          </a:xfrm>
          <a:prstGeom prst="rect">
            <a:avLst/>
          </a:prstGeom>
        </p:spPr>
      </p:pic>
      <p:sp>
        <p:nvSpPr>
          <p:cNvPr id="6" name="Star: 5 Points 5">
            <a:extLst>
              <a:ext uri="{FF2B5EF4-FFF2-40B4-BE49-F238E27FC236}">
                <a16:creationId xmlns:a16="http://schemas.microsoft.com/office/drawing/2014/main" id="{7FCB3AB5-0C78-E90C-EC54-44FAE683B777}"/>
              </a:ext>
            </a:extLst>
          </p:cNvPr>
          <p:cNvSpPr/>
          <p:nvPr/>
        </p:nvSpPr>
        <p:spPr>
          <a:xfrm>
            <a:off x="9778264" y="500506"/>
            <a:ext cx="226521" cy="226521"/>
          </a:xfrm>
          <a:prstGeom prst="star5">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8" name="TextBox 17">
            <a:extLst>
              <a:ext uri="{FF2B5EF4-FFF2-40B4-BE49-F238E27FC236}">
                <a16:creationId xmlns:a16="http://schemas.microsoft.com/office/drawing/2014/main" id="{A1883604-A5DD-0173-01C6-3ACAE59FFB74}"/>
              </a:ext>
            </a:extLst>
          </p:cNvPr>
          <p:cNvSpPr txBox="1"/>
          <p:nvPr/>
        </p:nvSpPr>
        <p:spPr>
          <a:xfrm>
            <a:off x="10109557" y="508000"/>
            <a:ext cx="1846536" cy="407792"/>
          </a:xfrm>
          <a:prstGeom prst="rect">
            <a:avLst/>
          </a:prstGeom>
        </p:spPr>
        <p:txBody>
          <a:bodyPr vert="horz" wrap="square" lIns="0" tIns="0" rIns="0" bIns="0" rtlCol="0" anchor="t" anchorCtr="0">
            <a:noAutofit/>
          </a:bodyPr>
          <a:lstStyle/>
          <a:p>
            <a:pPr algn="l">
              <a:spcAft>
                <a:spcPts val="600"/>
              </a:spcAft>
            </a:pPr>
            <a:r>
              <a:rPr lang="en-US" sz="1000"/>
              <a:t>Key tax data source for priority use cases</a:t>
            </a:r>
          </a:p>
        </p:txBody>
      </p:sp>
      <p:sp>
        <p:nvSpPr>
          <p:cNvPr id="35" name="Rectangle 34">
            <a:extLst>
              <a:ext uri="{FF2B5EF4-FFF2-40B4-BE49-F238E27FC236}">
                <a16:creationId xmlns:a16="http://schemas.microsoft.com/office/drawing/2014/main" id="{E0E04F3C-30EE-3196-BD89-CA0AD64F07CC}"/>
              </a:ext>
            </a:extLst>
          </p:cNvPr>
          <p:cNvSpPr/>
          <p:nvPr/>
        </p:nvSpPr>
        <p:spPr>
          <a:xfrm>
            <a:off x="430910" y="3493401"/>
            <a:ext cx="2005148" cy="865209"/>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 tIns="54610" rIns="54610" bIns="54610" rtlCol="0" anchor="ctr"/>
          <a:lstStyle/>
          <a:p>
            <a:pPr algn="ctr">
              <a:spcAft>
                <a:spcPts val="600"/>
              </a:spcAft>
            </a:pPr>
            <a:r>
              <a:rPr lang="en-US" sz="2400">
                <a:solidFill>
                  <a:schemeClr val="bg1"/>
                </a:solidFill>
                <a:latin typeface="+mj-lt"/>
              </a:rPr>
              <a:t>Compute</a:t>
            </a:r>
            <a:endParaRPr lang="en-US" sz="1500">
              <a:solidFill>
                <a:schemeClr val="bg1"/>
              </a:solidFill>
              <a:latin typeface="+mj-lt"/>
            </a:endParaRPr>
          </a:p>
          <a:p>
            <a:pPr algn="ctr">
              <a:defRPr/>
            </a:pPr>
            <a:r>
              <a:rPr lang="en-US" sz="1000">
                <a:solidFill>
                  <a:srgbClr val="FFFFFF"/>
                </a:solidFill>
              </a:rPr>
              <a:t>Hardware and software resources train, tune, run, and serve models</a:t>
            </a:r>
          </a:p>
        </p:txBody>
      </p:sp>
      <p:sp>
        <p:nvSpPr>
          <p:cNvPr id="36" name="Rectangle 35">
            <a:extLst>
              <a:ext uri="{FF2B5EF4-FFF2-40B4-BE49-F238E27FC236}">
                <a16:creationId xmlns:a16="http://schemas.microsoft.com/office/drawing/2014/main" id="{844579BC-246B-8557-FE1C-DD337B515F9A}"/>
              </a:ext>
            </a:extLst>
          </p:cNvPr>
          <p:cNvSpPr/>
          <p:nvPr/>
        </p:nvSpPr>
        <p:spPr>
          <a:xfrm>
            <a:off x="430910" y="2411615"/>
            <a:ext cx="2005148" cy="9096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54864" tIns="54610" rIns="54610" bIns="5461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2400">
                <a:solidFill>
                  <a:srgbClr val="FFFFFF"/>
                </a:solidFill>
                <a:latin typeface="KPMG Bold"/>
              </a:rPr>
              <a:t>Models</a:t>
            </a:r>
            <a:endParaRPr kumimoji="0" lang="en-US" sz="1500" b="0" i="0" u="none" strike="noStrike" kern="1200" cap="none" spc="0" normalizeH="0" baseline="0" noProof="0">
              <a:ln>
                <a:noFill/>
              </a:ln>
              <a:solidFill>
                <a:srgbClr val="FFFFFF"/>
              </a:solidFill>
              <a:effectLst/>
              <a:uLnTx/>
              <a:uFillTx/>
              <a:latin typeface="KPMG Bold"/>
              <a:ea typeface="+mn-ea"/>
              <a:cs typeface="+mn-cs"/>
            </a:endParaRPr>
          </a:p>
          <a:p>
            <a:pPr algn="ctr">
              <a:defRPr/>
            </a:pPr>
            <a:r>
              <a:rPr lang="en-US" sz="1000">
                <a:solidFill>
                  <a:srgbClr val="FFFFFF"/>
                </a:solidFill>
              </a:rPr>
              <a:t>FMs, LLMs, other AI models incl tools &amp; capabilities to tune and train models</a:t>
            </a:r>
          </a:p>
        </p:txBody>
      </p:sp>
      <p:sp>
        <p:nvSpPr>
          <p:cNvPr id="37" name="Rectangle 36">
            <a:extLst>
              <a:ext uri="{FF2B5EF4-FFF2-40B4-BE49-F238E27FC236}">
                <a16:creationId xmlns:a16="http://schemas.microsoft.com/office/drawing/2014/main" id="{90B15FD1-0998-335D-9AAF-488E4B7D3178}"/>
              </a:ext>
            </a:extLst>
          </p:cNvPr>
          <p:cNvSpPr/>
          <p:nvPr/>
        </p:nvSpPr>
        <p:spPr>
          <a:xfrm>
            <a:off x="450426" y="1099140"/>
            <a:ext cx="2005148" cy="119871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 tIns="54610" rIns="54610" bIns="5461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400" b="0" i="0" u="none" strike="noStrike" kern="1200" cap="none" spc="0" normalizeH="0" baseline="0" noProof="0">
                <a:ln>
                  <a:noFill/>
                </a:ln>
                <a:solidFill>
                  <a:srgbClr val="FFFFFF"/>
                </a:solidFill>
                <a:effectLst/>
                <a:uLnTx/>
                <a:uFillTx/>
                <a:latin typeface="KPMG Bold"/>
                <a:ea typeface="+mn-ea"/>
                <a:cs typeface="+mn-cs"/>
              </a:rPr>
              <a:t>Apps</a:t>
            </a:r>
            <a:endParaRPr kumimoji="0" lang="en-US" sz="1500" b="0" i="0" u="none" strike="noStrike" kern="1200" cap="none" spc="0" normalizeH="0" baseline="0" noProof="0">
              <a:ln>
                <a:noFill/>
              </a:ln>
              <a:solidFill>
                <a:srgbClr val="FFFFFF"/>
              </a:solidFill>
              <a:effectLst/>
              <a:uLnTx/>
              <a:uFillTx/>
              <a:latin typeface="KPMG Bold"/>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ea typeface="+mn-ea"/>
                <a:cs typeface="+mn-cs"/>
              </a:rPr>
              <a:t>AI-powered apps</a:t>
            </a:r>
            <a:r>
              <a:rPr lang="en-US" sz="1000">
                <a:solidFill>
                  <a:srgbClr val="FFFFFF"/>
                </a:solidFill>
              </a:rPr>
              <a:t> (</a:t>
            </a:r>
            <a:r>
              <a:rPr kumimoji="0" lang="en-US" sz="1000" b="0" i="0" u="none" strike="noStrike" kern="1200" cap="none" spc="0" normalizeH="0" baseline="0" noProof="0">
                <a:ln>
                  <a:noFill/>
                </a:ln>
                <a:solidFill>
                  <a:srgbClr val="FFFFFF"/>
                </a:solidFill>
                <a:effectLst/>
                <a:uLnTx/>
                <a:uFillTx/>
                <a:ea typeface="+mn-ea"/>
                <a:cs typeface="+mn-cs"/>
              </a:rPr>
              <a:t>copilots, knowledge assistants) and existing Tax applications used by Disney Tax teams. </a:t>
            </a:r>
          </a:p>
        </p:txBody>
      </p:sp>
      <p:sp>
        <p:nvSpPr>
          <p:cNvPr id="38" name="Rectangle 37">
            <a:extLst>
              <a:ext uri="{FF2B5EF4-FFF2-40B4-BE49-F238E27FC236}">
                <a16:creationId xmlns:a16="http://schemas.microsoft.com/office/drawing/2014/main" id="{1A4EBF00-D87B-846B-B3C8-ABB13E62A110}"/>
              </a:ext>
            </a:extLst>
          </p:cNvPr>
          <p:cNvSpPr/>
          <p:nvPr/>
        </p:nvSpPr>
        <p:spPr>
          <a:xfrm>
            <a:off x="435951" y="4530777"/>
            <a:ext cx="2005148" cy="141683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 tIns="54610" rIns="54610" bIns="54610" rtlCol="0" anchor="ctr"/>
          <a:lstStyle/>
          <a:p>
            <a:pPr algn="ctr">
              <a:spcAft>
                <a:spcPts val="600"/>
              </a:spcAft>
            </a:pPr>
            <a:r>
              <a:rPr lang="en-US" sz="2400">
                <a:solidFill>
                  <a:schemeClr val="bg1"/>
                </a:solidFill>
                <a:latin typeface="+mj-lt"/>
              </a:rPr>
              <a:t>Content / Data</a:t>
            </a:r>
            <a:endParaRPr lang="en-US" sz="1500">
              <a:solidFill>
                <a:schemeClr val="bg1"/>
              </a:solidFill>
              <a:latin typeface="+mj-lt"/>
            </a:endParaRPr>
          </a:p>
          <a:p>
            <a:pPr algn="ctr">
              <a:defRPr/>
            </a:pPr>
            <a:r>
              <a:rPr lang="en-US" sz="1000">
                <a:solidFill>
                  <a:srgbClr val="FFFFFF"/>
                </a:solidFill>
              </a:rPr>
              <a:t>Data sources and platforms frequently used by Disney Tax teams and needed to develop AI use cases. </a:t>
            </a:r>
          </a:p>
        </p:txBody>
      </p:sp>
    </p:spTree>
    <p:extLst>
      <p:ext uri="{BB962C8B-B14F-4D97-AF65-F5344CB8AC3E}">
        <p14:creationId xmlns:p14="http://schemas.microsoft.com/office/powerpoint/2010/main" val="332758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6713E-451F-527A-4F64-3EB1FDAD6E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6EF8BD-DCA8-B790-56A5-27FEB368B84F}"/>
              </a:ext>
            </a:extLst>
          </p:cNvPr>
          <p:cNvSpPr>
            <a:spLocks noGrp="1"/>
          </p:cNvSpPr>
          <p:nvPr>
            <p:ph type="title"/>
          </p:nvPr>
        </p:nvSpPr>
        <p:spPr>
          <a:xfrm>
            <a:off x="995364" y="431799"/>
            <a:ext cx="10204450" cy="678221"/>
          </a:xfrm>
        </p:spPr>
        <p:txBody>
          <a:bodyPr/>
          <a:lstStyle/>
          <a:p>
            <a:r>
              <a:rPr lang="en-US"/>
              <a:t>Prioritization Matrix</a:t>
            </a:r>
            <a:br>
              <a:rPr lang="en-US"/>
            </a:br>
            <a:endParaRPr lang="en-US" sz="1200">
              <a:latin typeface="+mn-lt"/>
            </a:endParaRPr>
          </a:p>
        </p:txBody>
      </p:sp>
      <p:sp>
        <p:nvSpPr>
          <p:cNvPr id="97" name="TextBox 96">
            <a:extLst>
              <a:ext uri="{FF2B5EF4-FFF2-40B4-BE49-F238E27FC236}">
                <a16:creationId xmlns:a16="http://schemas.microsoft.com/office/drawing/2014/main" id="{256E00C3-F38D-20AE-CE58-973C2E130927}"/>
              </a:ext>
            </a:extLst>
          </p:cNvPr>
          <p:cNvSpPr txBox="1"/>
          <p:nvPr/>
        </p:nvSpPr>
        <p:spPr>
          <a:xfrm>
            <a:off x="8464700" y="4872844"/>
            <a:ext cx="3246407" cy="678221"/>
          </a:xfrm>
          <a:prstGeom prst="rect">
            <a:avLst/>
          </a:prstGeom>
        </p:spPr>
        <p:txBody>
          <a:bodyPr vert="horz" wrap="square" lIns="0" tIns="0" rIns="0" bIns="0" rtlCol="0" anchor="t" anchorCtr="0">
            <a:noAutofit/>
          </a:bodyPr>
          <a:lstStyle/>
          <a:p>
            <a:pPr>
              <a:spcAft>
                <a:spcPts val="600"/>
              </a:spcAft>
            </a:pPr>
            <a:r>
              <a:rPr lang="en-US" sz="1400"/>
              <a:t>For more details on specific use cases and prioritization scoring, </a:t>
            </a:r>
            <a:r>
              <a:rPr lang="en-US" altLang="en-US" sz="1400">
                <a:latin typeface="Arial" panose="020B0604020202020204" pitchFamily="34" charset="0"/>
                <a:hlinkClick r:id="rId3"/>
              </a:rPr>
              <a:t>click here</a:t>
            </a:r>
            <a:endParaRPr lang="en-US" altLang="en-US" sz="1400">
              <a:latin typeface="Arial" panose="020B0604020202020204" pitchFamily="34" charset="0"/>
            </a:endParaRPr>
          </a:p>
        </p:txBody>
      </p:sp>
      <p:graphicFrame>
        <p:nvGraphicFramePr>
          <p:cNvPr id="26" name="Table 25">
            <a:extLst>
              <a:ext uri="{FF2B5EF4-FFF2-40B4-BE49-F238E27FC236}">
                <a16:creationId xmlns:a16="http://schemas.microsoft.com/office/drawing/2014/main" id="{1B7F624F-AB78-7223-25EE-C760F237DD83}"/>
              </a:ext>
            </a:extLst>
          </p:cNvPr>
          <p:cNvGraphicFramePr>
            <a:graphicFrameLocks noGrp="1"/>
          </p:cNvGraphicFramePr>
          <p:nvPr/>
        </p:nvGraphicFramePr>
        <p:xfrm>
          <a:off x="7849754" y="1356641"/>
          <a:ext cx="4028119" cy="3383280"/>
        </p:xfrm>
        <a:graphic>
          <a:graphicData uri="http://schemas.openxmlformats.org/drawingml/2006/table">
            <a:tbl>
              <a:tblPr firstRow="1" bandRow="1" bandCol="1">
                <a:tableStyleId>{5C22544A-7EE6-4342-B048-85BDC9FD1C3A}</a:tableStyleId>
              </a:tblPr>
              <a:tblGrid>
                <a:gridCol w="1090457">
                  <a:extLst>
                    <a:ext uri="{9D8B030D-6E8A-4147-A177-3AD203B41FA5}">
                      <a16:colId xmlns:a16="http://schemas.microsoft.com/office/drawing/2014/main" val="2968104342"/>
                    </a:ext>
                  </a:extLst>
                </a:gridCol>
                <a:gridCol w="911800">
                  <a:extLst>
                    <a:ext uri="{9D8B030D-6E8A-4147-A177-3AD203B41FA5}">
                      <a16:colId xmlns:a16="http://schemas.microsoft.com/office/drawing/2014/main" val="266477744"/>
                    </a:ext>
                  </a:extLst>
                </a:gridCol>
                <a:gridCol w="2025862">
                  <a:extLst>
                    <a:ext uri="{9D8B030D-6E8A-4147-A177-3AD203B41FA5}">
                      <a16:colId xmlns:a16="http://schemas.microsoft.com/office/drawing/2014/main" val="3342766181"/>
                    </a:ext>
                  </a:extLst>
                </a:gridCol>
              </a:tblGrid>
              <a:tr h="230321">
                <a:tc gridSpan="2">
                  <a:txBody>
                    <a:bodyPr/>
                    <a:lstStyle/>
                    <a:p>
                      <a:pPr algn="ctr"/>
                      <a:r>
                        <a:rPr lang="en-US" sz="1200"/>
                        <a:t>Dimension</a:t>
                      </a:r>
                    </a:p>
                  </a:txBody>
                  <a:tcPr>
                    <a:solidFill>
                      <a:schemeClr val="accent2"/>
                    </a:solidFill>
                  </a:tcPr>
                </a:tc>
                <a:tc hMerge="1">
                  <a:txBody>
                    <a:bodyPr/>
                    <a:lstStyle/>
                    <a:p>
                      <a:endParaRPr lang="en-US"/>
                    </a:p>
                  </a:txBody>
                  <a:tcPr/>
                </a:tc>
                <a:tc>
                  <a:txBody>
                    <a:bodyPr/>
                    <a:lstStyle/>
                    <a:p>
                      <a:pPr algn="ctr"/>
                      <a:r>
                        <a:rPr lang="en-US" sz="1200"/>
                        <a:t>Definition</a:t>
                      </a:r>
                    </a:p>
                  </a:txBody>
                  <a:tcPr>
                    <a:solidFill>
                      <a:schemeClr val="accent2"/>
                    </a:solidFill>
                  </a:tcPr>
                </a:tc>
                <a:extLst>
                  <a:ext uri="{0D108BD9-81ED-4DB2-BD59-A6C34878D82A}">
                    <a16:rowId xmlns:a16="http://schemas.microsoft.com/office/drawing/2014/main" val="181252375"/>
                  </a:ext>
                </a:extLst>
              </a:tr>
              <a:tr h="537416">
                <a:tc rowSpan="4">
                  <a:txBody>
                    <a:bodyPr/>
                    <a:lstStyle/>
                    <a:p>
                      <a:pPr algn="ctr"/>
                      <a:r>
                        <a:rPr lang="en-US" sz="1200">
                          <a:solidFill>
                            <a:schemeClr val="bg1"/>
                          </a:solidFill>
                        </a:rPr>
                        <a:t>Complexity</a:t>
                      </a:r>
                    </a:p>
                  </a:txBody>
                  <a:tcPr anchor="ctr">
                    <a:solidFill>
                      <a:schemeClr val="accent2"/>
                    </a:solidFill>
                  </a:tcPr>
                </a:tc>
                <a:tc>
                  <a:txBody>
                    <a:bodyPr/>
                    <a:lstStyle/>
                    <a:p>
                      <a:r>
                        <a:rPr lang="en-US" sz="1200"/>
                        <a:t>Data Readiness</a:t>
                      </a:r>
                    </a:p>
                  </a:txBody>
                  <a:tcPr>
                    <a:solidFill>
                      <a:schemeClr val="bg1">
                        <a:lumMod val="95000"/>
                      </a:schemeClr>
                    </a:solidFill>
                  </a:tcPr>
                </a:tc>
                <a:tc>
                  <a:txBody>
                    <a:bodyPr/>
                    <a:lstStyle/>
                    <a:p>
                      <a:r>
                        <a:rPr lang="en-US" sz="1200"/>
                        <a:t>Is the data accessible? Is the data clean? Are there restrictions on the data? </a:t>
                      </a:r>
                    </a:p>
                  </a:txBody>
                  <a:tcPr>
                    <a:solidFill>
                      <a:schemeClr val="bg1">
                        <a:lumMod val="95000"/>
                      </a:schemeClr>
                    </a:solidFill>
                  </a:tcPr>
                </a:tc>
                <a:extLst>
                  <a:ext uri="{0D108BD9-81ED-4DB2-BD59-A6C34878D82A}">
                    <a16:rowId xmlns:a16="http://schemas.microsoft.com/office/drawing/2014/main" val="2177004011"/>
                  </a:ext>
                </a:extLst>
              </a:tr>
              <a:tr h="383868">
                <a:tc vMerge="1">
                  <a:txBody>
                    <a:bodyPr/>
                    <a:lstStyle/>
                    <a:p>
                      <a:endParaRPr lang="en-US"/>
                    </a:p>
                  </a:txBody>
                  <a:tcPr/>
                </a:tc>
                <a:tc>
                  <a:txBody>
                    <a:bodyPr/>
                    <a:lstStyle/>
                    <a:p>
                      <a:r>
                        <a:rPr lang="en-US" sz="1200"/>
                        <a:t>Technical Readiness</a:t>
                      </a:r>
                    </a:p>
                  </a:txBody>
                  <a:tcPr>
                    <a:solidFill>
                      <a:schemeClr val="bg1">
                        <a:lumMod val="95000"/>
                      </a:schemeClr>
                    </a:solidFill>
                  </a:tcPr>
                </a:tc>
                <a:tc>
                  <a:txBody>
                    <a:bodyPr/>
                    <a:lstStyle/>
                    <a:p>
                      <a:r>
                        <a:rPr lang="en-US" sz="1200"/>
                        <a:t>How much development effort will this require?</a:t>
                      </a:r>
                    </a:p>
                  </a:txBody>
                  <a:tcPr>
                    <a:solidFill>
                      <a:schemeClr val="bg1">
                        <a:lumMod val="95000"/>
                      </a:schemeClr>
                    </a:solidFill>
                  </a:tcPr>
                </a:tc>
                <a:extLst>
                  <a:ext uri="{0D108BD9-81ED-4DB2-BD59-A6C34878D82A}">
                    <a16:rowId xmlns:a16="http://schemas.microsoft.com/office/drawing/2014/main" val="2734311501"/>
                  </a:ext>
                </a:extLst>
              </a:tr>
              <a:tr h="479035">
                <a:tc vMerge="1">
                  <a:txBody>
                    <a:bodyPr/>
                    <a:lstStyle/>
                    <a:p>
                      <a:endParaRPr lang="en-US"/>
                    </a:p>
                  </a:txBody>
                  <a:tcPr/>
                </a:tc>
                <a:tc>
                  <a:txBody>
                    <a:bodyPr/>
                    <a:lstStyle/>
                    <a:p>
                      <a:r>
                        <a:rPr lang="en-US" sz="1200"/>
                        <a:t>Business Risk</a:t>
                      </a:r>
                    </a:p>
                  </a:txBody>
                  <a:tcPr>
                    <a:solidFill>
                      <a:schemeClr val="bg1">
                        <a:lumMod val="95000"/>
                      </a:schemeClr>
                    </a:solidFill>
                  </a:tcPr>
                </a:tc>
                <a:tc>
                  <a:txBody>
                    <a:bodyPr/>
                    <a:lstStyle/>
                    <a:p>
                      <a:r>
                        <a:rPr lang="en-US" sz="1200"/>
                        <a:t>What is the level of reputational, regulatory, or other external risk?</a:t>
                      </a:r>
                    </a:p>
                  </a:txBody>
                  <a:tcPr>
                    <a:solidFill>
                      <a:schemeClr val="bg1">
                        <a:lumMod val="95000"/>
                      </a:schemeClr>
                    </a:solidFill>
                  </a:tcPr>
                </a:tc>
                <a:extLst>
                  <a:ext uri="{0D108BD9-81ED-4DB2-BD59-A6C34878D82A}">
                    <a16:rowId xmlns:a16="http://schemas.microsoft.com/office/drawing/2014/main" val="850717849"/>
                  </a:ext>
                </a:extLst>
              </a:tr>
              <a:tr h="383868">
                <a:tc vMerge="1">
                  <a:txBody>
                    <a:bodyPr/>
                    <a:lstStyle/>
                    <a:p>
                      <a:endParaRPr lang="en-US"/>
                    </a:p>
                  </a:txBody>
                  <a:tcPr/>
                </a:tc>
                <a:tc>
                  <a:txBody>
                    <a:bodyPr/>
                    <a:lstStyle/>
                    <a:p>
                      <a:r>
                        <a:rPr lang="en-US" sz="1200"/>
                        <a:t>Quality of Output</a:t>
                      </a:r>
                    </a:p>
                  </a:txBody>
                  <a:tcPr>
                    <a:solidFill>
                      <a:schemeClr val="bg1">
                        <a:lumMod val="95000"/>
                      </a:schemeClr>
                    </a:solidFill>
                  </a:tcPr>
                </a:tc>
                <a:tc>
                  <a:txBody>
                    <a:bodyPr/>
                    <a:lstStyle/>
                    <a:p>
                      <a:r>
                        <a:rPr lang="en-US" sz="1200"/>
                        <a:t>How accurate do the results need to be?</a:t>
                      </a:r>
                    </a:p>
                  </a:txBody>
                  <a:tcPr>
                    <a:solidFill>
                      <a:schemeClr val="bg1">
                        <a:lumMod val="95000"/>
                      </a:schemeClr>
                    </a:solidFill>
                  </a:tcPr>
                </a:tc>
                <a:extLst>
                  <a:ext uri="{0D108BD9-81ED-4DB2-BD59-A6C34878D82A}">
                    <a16:rowId xmlns:a16="http://schemas.microsoft.com/office/drawing/2014/main" val="1200272538"/>
                  </a:ext>
                </a:extLst>
              </a:tr>
              <a:tr h="383868">
                <a:tc rowSpan="2">
                  <a:txBody>
                    <a:bodyPr/>
                    <a:lstStyle/>
                    <a:p>
                      <a:pPr algn="ctr"/>
                      <a:r>
                        <a:rPr lang="en-US" sz="1200">
                          <a:solidFill>
                            <a:schemeClr val="bg1"/>
                          </a:solidFill>
                        </a:rPr>
                        <a:t>Value</a:t>
                      </a:r>
                    </a:p>
                  </a:txBody>
                  <a:tcPr anchor="ctr">
                    <a:solidFill>
                      <a:schemeClr val="accent2"/>
                    </a:solidFill>
                  </a:tcPr>
                </a:tc>
                <a:tc>
                  <a:txBody>
                    <a:bodyPr/>
                    <a:lstStyle/>
                    <a:p>
                      <a:r>
                        <a:rPr lang="en-US" sz="1200"/>
                        <a:t>Business Impact</a:t>
                      </a:r>
                    </a:p>
                  </a:txBody>
                  <a:tcPr>
                    <a:solidFill>
                      <a:schemeClr val="bg1">
                        <a:lumMod val="95000"/>
                      </a:schemeClr>
                    </a:solidFill>
                  </a:tcPr>
                </a:tc>
                <a:tc>
                  <a:txBody>
                    <a:bodyPr/>
                    <a:lstStyle/>
                    <a:p>
                      <a:r>
                        <a:rPr lang="en-US" sz="1200"/>
                        <a:t>What benefits are realized by this use case?</a:t>
                      </a:r>
                    </a:p>
                  </a:txBody>
                  <a:tcPr>
                    <a:solidFill>
                      <a:schemeClr val="bg1">
                        <a:lumMod val="95000"/>
                      </a:schemeClr>
                    </a:solidFill>
                  </a:tcPr>
                </a:tc>
                <a:extLst>
                  <a:ext uri="{0D108BD9-81ED-4DB2-BD59-A6C34878D82A}">
                    <a16:rowId xmlns:a16="http://schemas.microsoft.com/office/drawing/2014/main" val="1542001013"/>
                  </a:ext>
                </a:extLst>
              </a:tr>
              <a:tr h="383868">
                <a:tc vMerge="1">
                  <a:txBody>
                    <a:bodyPr/>
                    <a:lstStyle/>
                    <a:p>
                      <a:endParaRPr lang="en-US"/>
                    </a:p>
                  </a:txBody>
                  <a:tcPr/>
                </a:tc>
                <a:tc>
                  <a:txBody>
                    <a:bodyPr/>
                    <a:lstStyle/>
                    <a:p>
                      <a:r>
                        <a:rPr lang="en-US" sz="1200"/>
                        <a:t>Scalability</a:t>
                      </a:r>
                    </a:p>
                  </a:txBody>
                  <a:tcPr>
                    <a:solidFill>
                      <a:schemeClr val="bg1">
                        <a:lumMod val="95000"/>
                      </a:schemeClr>
                    </a:solidFill>
                  </a:tcPr>
                </a:tc>
                <a:tc>
                  <a:txBody>
                    <a:bodyPr/>
                    <a:lstStyle/>
                    <a:p>
                      <a:r>
                        <a:rPr lang="en-US" sz="1200"/>
                        <a:t>How scalable is the impact to the business? </a:t>
                      </a:r>
                    </a:p>
                  </a:txBody>
                  <a:tcPr>
                    <a:solidFill>
                      <a:schemeClr val="bg1">
                        <a:lumMod val="95000"/>
                      </a:schemeClr>
                    </a:solidFill>
                  </a:tcPr>
                </a:tc>
                <a:extLst>
                  <a:ext uri="{0D108BD9-81ED-4DB2-BD59-A6C34878D82A}">
                    <a16:rowId xmlns:a16="http://schemas.microsoft.com/office/drawing/2014/main" val="459013677"/>
                  </a:ext>
                </a:extLst>
              </a:tr>
            </a:tbl>
          </a:graphicData>
        </a:graphic>
      </p:graphicFrame>
      <p:grpSp>
        <p:nvGrpSpPr>
          <p:cNvPr id="46" name="Group 45">
            <a:extLst>
              <a:ext uri="{FF2B5EF4-FFF2-40B4-BE49-F238E27FC236}">
                <a16:creationId xmlns:a16="http://schemas.microsoft.com/office/drawing/2014/main" id="{A0421B51-F4F8-50A4-D294-976611AEF879}"/>
              </a:ext>
            </a:extLst>
          </p:cNvPr>
          <p:cNvGrpSpPr/>
          <p:nvPr/>
        </p:nvGrpSpPr>
        <p:grpSpPr>
          <a:xfrm>
            <a:off x="-104357" y="1147745"/>
            <a:ext cx="7954111" cy="5116781"/>
            <a:chOff x="2118940" y="1124626"/>
            <a:chExt cx="7954111" cy="5116781"/>
          </a:xfrm>
        </p:grpSpPr>
        <p:grpSp>
          <p:nvGrpSpPr>
            <p:cNvPr id="52" name="Group 51">
              <a:extLst>
                <a:ext uri="{FF2B5EF4-FFF2-40B4-BE49-F238E27FC236}">
                  <a16:creationId xmlns:a16="http://schemas.microsoft.com/office/drawing/2014/main" id="{47F8B500-6377-B900-7593-AAA88B581062}"/>
                </a:ext>
              </a:extLst>
            </p:cNvPr>
            <p:cNvGrpSpPr/>
            <p:nvPr/>
          </p:nvGrpSpPr>
          <p:grpSpPr>
            <a:xfrm>
              <a:off x="2118940" y="1124626"/>
              <a:ext cx="7954111" cy="5116781"/>
              <a:chOff x="2118940" y="1124626"/>
              <a:chExt cx="7954111" cy="5116781"/>
            </a:xfrm>
          </p:grpSpPr>
          <p:grpSp>
            <p:nvGrpSpPr>
              <p:cNvPr id="94" name="Group 93">
                <a:extLst>
                  <a:ext uri="{FF2B5EF4-FFF2-40B4-BE49-F238E27FC236}">
                    <a16:creationId xmlns:a16="http://schemas.microsoft.com/office/drawing/2014/main" id="{DDD0F206-3EBD-C484-E61D-386B68A1F7A6}"/>
                  </a:ext>
                </a:extLst>
              </p:cNvPr>
              <p:cNvGrpSpPr/>
              <p:nvPr/>
            </p:nvGrpSpPr>
            <p:grpSpPr>
              <a:xfrm>
                <a:off x="2118940" y="1124626"/>
                <a:ext cx="7954111" cy="5116781"/>
                <a:chOff x="4286961" y="1242073"/>
                <a:chExt cx="7516348" cy="5100040"/>
              </a:xfrm>
            </p:grpSpPr>
            <p:sp>
              <p:nvSpPr>
                <p:cNvPr id="134" name="TextBox 27">
                  <a:extLst>
                    <a:ext uri="{FF2B5EF4-FFF2-40B4-BE49-F238E27FC236}">
                      <a16:creationId xmlns:a16="http://schemas.microsoft.com/office/drawing/2014/main" id="{74B20E34-60B6-3518-1FA7-6B2AA5CB5954}"/>
                    </a:ext>
                  </a:extLst>
                </p:cNvPr>
                <p:cNvSpPr txBox="1"/>
                <p:nvPr/>
              </p:nvSpPr>
              <p:spPr>
                <a:xfrm>
                  <a:off x="4286961" y="3399198"/>
                  <a:ext cx="883975" cy="374355"/>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b="1"/>
                    <a:t>Value</a:t>
                  </a:r>
                </a:p>
              </p:txBody>
            </p:sp>
            <p:grpSp>
              <p:nvGrpSpPr>
                <p:cNvPr id="135" name="Group 134">
                  <a:extLst>
                    <a:ext uri="{FF2B5EF4-FFF2-40B4-BE49-F238E27FC236}">
                      <a16:creationId xmlns:a16="http://schemas.microsoft.com/office/drawing/2014/main" id="{AF14996F-B269-9A79-853F-C9E02A13ADB6}"/>
                    </a:ext>
                  </a:extLst>
                </p:cNvPr>
                <p:cNvGrpSpPr/>
                <p:nvPr/>
              </p:nvGrpSpPr>
              <p:grpSpPr>
                <a:xfrm>
                  <a:off x="4506486" y="1242073"/>
                  <a:ext cx="7296823" cy="5100040"/>
                  <a:chOff x="4506486" y="1242073"/>
                  <a:chExt cx="7296823" cy="5100040"/>
                </a:xfrm>
              </p:grpSpPr>
              <p:cxnSp>
                <p:nvCxnSpPr>
                  <p:cNvPr id="136" name="Straight Arrow Connector 135">
                    <a:extLst>
                      <a:ext uri="{FF2B5EF4-FFF2-40B4-BE49-F238E27FC236}">
                        <a16:creationId xmlns:a16="http://schemas.microsoft.com/office/drawing/2014/main" id="{9BC21DF2-9308-7A54-DF5D-5B665FB1CC06}"/>
                      </a:ext>
                    </a:extLst>
                  </p:cNvPr>
                  <p:cNvCxnSpPr>
                    <a:cxnSpLocks/>
                  </p:cNvCxnSpPr>
                  <p:nvPr/>
                </p:nvCxnSpPr>
                <p:spPr>
                  <a:xfrm>
                    <a:off x="5410051" y="5866050"/>
                    <a:ext cx="6062796" cy="0"/>
                  </a:xfrm>
                  <a:prstGeom prst="straightConnector1">
                    <a:avLst/>
                  </a:prstGeom>
                  <a:ln w="25400">
                    <a:solidFill>
                      <a:schemeClr val="tx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8F1333B7-2FD0-4AF6-CBDF-37B501E1C0F7}"/>
                      </a:ext>
                    </a:extLst>
                  </p:cNvPr>
                  <p:cNvCxnSpPr>
                    <a:cxnSpLocks/>
                  </p:cNvCxnSpPr>
                  <p:nvPr/>
                </p:nvCxnSpPr>
                <p:spPr>
                  <a:xfrm flipV="1">
                    <a:off x="5186088" y="1242073"/>
                    <a:ext cx="0" cy="4549921"/>
                  </a:xfrm>
                  <a:prstGeom prst="straightConnector1">
                    <a:avLst/>
                  </a:prstGeom>
                  <a:ln w="25400">
                    <a:solidFill>
                      <a:schemeClr val="tx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sp>
                <p:nvSpPr>
                  <p:cNvPr id="138" name="TextBox 21">
                    <a:extLst>
                      <a:ext uri="{FF2B5EF4-FFF2-40B4-BE49-F238E27FC236}">
                        <a16:creationId xmlns:a16="http://schemas.microsoft.com/office/drawing/2014/main" id="{03F0A880-2E02-AD6F-1867-CE74EA9943AB}"/>
                      </a:ext>
                    </a:extLst>
                  </p:cNvPr>
                  <p:cNvSpPr txBox="1"/>
                  <p:nvPr/>
                </p:nvSpPr>
                <p:spPr>
                  <a:xfrm>
                    <a:off x="4506486" y="1451060"/>
                    <a:ext cx="679436" cy="340323"/>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400"/>
                      <a:t>High</a:t>
                    </a:r>
                    <a:endParaRPr lang="en-US" sz="1600"/>
                  </a:p>
                </p:txBody>
              </p:sp>
              <p:sp>
                <p:nvSpPr>
                  <p:cNvPr id="139" name="Rectangle 138">
                    <a:extLst>
                      <a:ext uri="{FF2B5EF4-FFF2-40B4-BE49-F238E27FC236}">
                        <a16:creationId xmlns:a16="http://schemas.microsoft.com/office/drawing/2014/main" id="{BA02C0A5-5603-AE92-946A-3EB4EC0A15FB}"/>
                      </a:ext>
                    </a:extLst>
                  </p:cNvPr>
                  <p:cNvSpPr/>
                  <p:nvPr/>
                </p:nvSpPr>
                <p:spPr>
                  <a:xfrm>
                    <a:off x="8524531" y="3629540"/>
                    <a:ext cx="2884971" cy="2050253"/>
                  </a:xfrm>
                  <a:prstGeom prst="rect">
                    <a:avLst/>
                  </a:prstGeom>
                  <a:noFill/>
                  <a:ln w="19050">
                    <a:solidFill>
                      <a:schemeClr val="tx1">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1050" b="1">
                      <a:solidFill>
                        <a:schemeClr val="tx1">
                          <a:lumMod val="75000"/>
                          <a:lumOff val="25000"/>
                        </a:schemeClr>
                      </a:solidFill>
                    </a:endParaRPr>
                  </a:p>
                  <a:p>
                    <a:endParaRPr lang="en-US" sz="1050" b="1">
                      <a:solidFill>
                        <a:schemeClr val="tx1">
                          <a:lumMod val="75000"/>
                          <a:lumOff val="25000"/>
                        </a:schemeClr>
                      </a:solidFill>
                    </a:endParaRPr>
                  </a:p>
                  <a:p>
                    <a:endParaRPr lang="en-US" sz="1050" b="1">
                      <a:solidFill>
                        <a:schemeClr val="tx1">
                          <a:lumMod val="75000"/>
                          <a:lumOff val="25000"/>
                        </a:schemeClr>
                      </a:solidFill>
                    </a:endParaRPr>
                  </a:p>
                  <a:p>
                    <a:endParaRPr lang="en-US" sz="1050" b="1">
                      <a:solidFill>
                        <a:schemeClr val="tx1">
                          <a:lumMod val="75000"/>
                          <a:lumOff val="25000"/>
                        </a:schemeClr>
                      </a:solidFill>
                    </a:endParaRPr>
                  </a:p>
                  <a:p>
                    <a:endParaRPr lang="en-US" sz="1050" b="1">
                      <a:solidFill>
                        <a:schemeClr val="tx1">
                          <a:lumMod val="75000"/>
                          <a:lumOff val="25000"/>
                        </a:schemeClr>
                      </a:solidFill>
                    </a:endParaRPr>
                  </a:p>
                  <a:p>
                    <a:endParaRPr lang="en-US" sz="1050" b="1">
                      <a:solidFill>
                        <a:schemeClr val="tx1">
                          <a:lumMod val="75000"/>
                          <a:lumOff val="25000"/>
                        </a:schemeClr>
                      </a:solidFill>
                    </a:endParaRPr>
                  </a:p>
                  <a:p>
                    <a:endParaRPr lang="en-US" sz="1050" b="1">
                      <a:solidFill>
                        <a:schemeClr val="tx1">
                          <a:lumMod val="75000"/>
                          <a:lumOff val="25000"/>
                        </a:schemeClr>
                      </a:solidFill>
                    </a:endParaRPr>
                  </a:p>
                  <a:p>
                    <a:endParaRPr lang="en-US" sz="1050" b="1">
                      <a:solidFill>
                        <a:schemeClr val="tx1">
                          <a:lumMod val="75000"/>
                          <a:lumOff val="25000"/>
                        </a:schemeClr>
                      </a:solidFill>
                    </a:endParaRPr>
                  </a:p>
                  <a:p>
                    <a:r>
                      <a:rPr lang="en-US" sz="1050" b="1">
                        <a:solidFill>
                          <a:schemeClr val="tx1">
                            <a:lumMod val="75000"/>
                            <a:lumOff val="25000"/>
                          </a:schemeClr>
                        </a:solidFill>
                      </a:rPr>
                      <a:t>Hold For Now</a:t>
                    </a:r>
                  </a:p>
                  <a:p>
                    <a:r>
                      <a:rPr lang="en-US" sz="900">
                        <a:solidFill>
                          <a:schemeClr val="tx1">
                            <a:lumMod val="75000"/>
                            <a:lumOff val="25000"/>
                          </a:schemeClr>
                        </a:solidFill>
                      </a:rPr>
                      <a:t>Capabilities that require a little further investment</a:t>
                    </a:r>
                  </a:p>
                </p:txBody>
              </p:sp>
              <p:sp>
                <p:nvSpPr>
                  <p:cNvPr id="140" name="Rectangle 139">
                    <a:extLst>
                      <a:ext uri="{FF2B5EF4-FFF2-40B4-BE49-F238E27FC236}">
                        <a16:creationId xmlns:a16="http://schemas.microsoft.com/office/drawing/2014/main" id="{71F92BC7-A6EB-569E-02DF-1BEF7CD5071D}"/>
                      </a:ext>
                    </a:extLst>
                  </p:cNvPr>
                  <p:cNvSpPr/>
                  <p:nvPr/>
                </p:nvSpPr>
                <p:spPr>
                  <a:xfrm>
                    <a:off x="5412743" y="1447486"/>
                    <a:ext cx="1799078" cy="2873332"/>
                  </a:xfrm>
                  <a:prstGeom prst="rect">
                    <a:avLst/>
                  </a:prstGeom>
                  <a:noFill/>
                  <a:ln w="19050">
                    <a:solidFill>
                      <a:srgbClr val="06A3F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050" b="1">
                        <a:solidFill>
                          <a:srgbClr val="06A3F1"/>
                        </a:solidFill>
                      </a:rPr>
                      <a:t>Now - Quick Wins</a:t>
                    </a:r>
                  </a:p>
                  <a:p>
                    <a:r>
                      <a:rPr lang="en-US" sz="900">
                        <a:solidFill>
                          <a:srgbClr val="06A3F1"/>
                        </a:solidFill>
                      </a:rPr>
                      <a:t>Shorter term plays with high value potential</a:t>
                    </a:r>
                  </a:p>
                </p:txBody>
              </p:sp>
              <p:sp>
                <p:nvSpPr>
                  <p:cNvPr id="141" name="L-Shape 140">
                    <a:extLst>
                      <a:ext uri="{FF2B5EF4-FFF2-40B4-BE49-F238E27FC236}">
                        <a16:creationId xmlns:a16="http://schemas.microsoft.com/office/drawing/2014/main" id="{B9E0A1A0-FA6D-AC5F-EBD2-30D93A1AF299}"/>
                      </a:ext>
                    </a:extLst>
                  </p:cNvPr>
                  <p:cNvSpPr/>
                  <p:nvPr/>
                </p:nvSpPr>
                <p:spPr>
                  <a:xfrm flipH="1">
                    <a:off x="5410044" y="3629540"/>
                    <a:ext cx="3004853" cy="2066348"/>
                  </a:xfrm>
                  <a:prstGeom prst="corner">
                    <a:avLst>
                      <a:gd name="adj1" fmla="val 61862"/>
                      <a:gd name="adj2" fmla="val 50513"/>
                    </a:avLst>
                  </a:prstGeom>
                  <a:noFill/>
                  <a:ln w="19050">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050" b="1">
                        <a:solidFill>
                          <a:schemeClr val="accent2"/>
                        </a:solidFill>
                      </a:rPr>
                      <a:t>			</a:t>
                    </a:r>
                  </a:p>
                  <a:p>
                    <a:r>
                      <a:rPr lang="en-US" sz="1050" b="1">
                        <a:solidFill>
                          <a:schemeClr val="accent2"/>
                        </a:solidFill>
                      </a:rPr>
                      <a:t>	</a:t>
                    </a:r>
                  </a:p>
                  <a:p>
                    <a:endParaRPr lang="en-US" sz="1050" b="1">
                      <a:solidFill>
                        <a:schemeClr val="accent2"/>
                      </a:solidFill>
                    </a:endParaRPr>
                  </a:p>
                  <a:p>
                    <a:r>
                      <a:rPr lang="en-US" sz="1050" b="1">
                        <a:solidFill>
                          <a:schemeClr val="accent2"/>
                        </a:solidFill>
                      </a:rPr>
                      <a:t>	Resource Distractors</a:t>
                    </a:r>
                  </a:p>
                  <a:p>
                    <a:r>
                      <a:rPr lang="en-US" sz="900">
                        <a:solidFill>
                          <a:schemeClr val="accent2"/>
                        </a:solidFill>
                      </a:rPr>
                      <a:t>	Attractive capabilities 		that produce minimal 		incremental value</a:t>
                    </a:r>
                  </a:p>
                  <a:p>
                    <a:endParaRPr lang="en-US" sz="1050" b="1">
                      <a:solidFill>
                        <a:schemeClr val="bg1">
                          <a:lumMod val="65000"/>
                        </a:schemeClr>
                      </a:solidFill>
                    </a:endParaRPr>
                  </a:p>
                </p:txBody>
              </p:sp>
              <p:sp>
                <p:nvSpPr>
                  <p:cNvPr id="142" name="Rectangle 141">
                    <a:extLst>
                      <a:ext uri="{FF2B5EF4-FFF2-40B4-BE49-F238E27FC236}">
                        <a16:creationId xmlns:a16="http://schemas.microsoft.com/office/drawing/2014/main" id="{DF735C20-4C9F-D76A-C06B-50338FFBFC8B}"/>
                      </a:ext>
                    </a:extLst>
                  </p:cNvPr>
                  <p:cNvSpPr/>
                  <p:nvPr/>
                </p:nvSpPr>
                <p:spPr>
                  <a:xfrm>
                    <a:off x="9610423" y="1435278"/>
                    <a:ext cx="1799078" cy="2068925"/>
                  </a:xfrm>
                  <a:prstGeom prst="rect">
                    <a:avLst/>
                  </a:prstGeom>
                  <a:noFill/>
                  <a:ln w="19050">
                    <a:solidFill>
                      <a:srgbClr val="560AA9"/>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050" b="1">
                        <a:solidFill>
                          <a:srgbClr val="560AA9"/>
                        </a:solidFill>
                      </a:rPr>
                      <a:t>Later: Advanced AI Solutions</a:t>
                    </a:r>
                  </a:p>
                  <a:p>
                    <a:r>
                      <a:rPr lang="en-US" sz="900">
                        <a:solidFill>
                          <a:srgbClr val="560AA9"/>
                        </a:solidFill>
                      </a:rPr>
                      <a:t>Longer term plays with high value potential</a:t>
                    </a:r>
                  </a:p>
                </p:txBody>
              </p:sp>
              <p:sp>
                <p:nvSpPr>
                  <p:cNvPr id="143" name="TextBox 26">
                    <a:extLst>
                      <a:ext uri="{FF2B5EF4-FFF2-40B4-BE49-F238E27FC236}">
                        <a16:creationId xmlns:a16="http://schemas.microsoft.com/office/drawing/2014/main" id="{5C494B58-FC31-A487-E2FD-13D8FA7BC8EC}"/>
                      </a:ext>
                    </a:extLst>
                  </p:cNvPr>
                  <p:cNvSpPr txBox="1"/>
                  <p:nvPr/>
                </p:nvSpPr>
                <p:spPr>
                  <a:xfrm>
                    <a:off x="4555691" y="5451671"/>
                    <a:ext cx="630230" cy="340323"/>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400"/>
                      <a:t>Low</a:t>
                    </a:r>
                    <a:endParaRPr lang="en-US" sz="1600"/>
                  </a:p>
                </p:txBody>
              </p:sp>
              <p:cxnSp>
                <p:nvCxnSpPr>
                  <p:cNvPr id="144" name="Straight Connector 143">
                    <a:extLst>
                      <a:ext uri="{FF2B5EF4-FFF2-40B4-BE49-F238E27FC236}">
                        <a16:creationId xmlns:a16="http://schemas.microsoft.com/office/drawing/2014/main" id="{7406A519-5BEB-7AE7-7CAF-A739C9FD91B6}"/>
                      </a:ext>
                    </a:extLst>
                  </p:cNvPr>
                  <p:cNvCxnSpPr>
                    <a:cxnSpLocks/>
                  </p:cNvCxnSpPr>
                  <p:nvPr/>
                </p:nvCxnSpPr>
                <p:spPr>
                  <a:xfrm flipV="1">
                    <a:off x="4865094" y="1884515"/>
                    <a:ext cx="1" cy="1514683"/>
                  </a:xfrm>
                  <a:prstGeom prst="line">
                    <a:avLst/>
                  </a:prstGeom>
                  <a:ln w="6350">
                    <a:solidFill>
                      <a:schemeClr val="bg1">
                        <a:lumMod val="75000"/>
                      </a:schemeClr>
                    </a:solidFill>
                    <a:headEnd w="sm" len="sm"/>
                    <a:tailEnd type="oval" w="sm" len="sm"/>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D5DFEF68-499F-7274-872A-73DB41A58AB7}"/>
                      </a:ext>
                    </a:extLst>
                  </p:cNvPr>
                  <p:cNvCxnSpPr>
                    <a:cxnSpLocks/>
                  </p:cNvCxnSpPr>
                  <p:nvPr/>
                </p:nvCxnSpPr>
                <p:spPr>
                  <a:xfrm>
                    <a:off x="4865094" y="3848806"/>
                    <a:ext cx="1" cy="1514683"/>
                  </a:xfrm>
                  <a:prstGeom prst="line">
                    <a:avLst/>
                  </a:prstGeom>
                  <a:ln w="6350">
                    <a:solidFill>
                      <a:schemeClr val="bg1">
                        <a:lumMod val="75000"/>
                      </a:schemeClr>
                    </a:solidFill>
                    <a:headEnd w="sm" len="sm"/>
                    <a:tailEnd type="oval" w="sm" len="sm"/>
                  </a:ln>
                </p:spPr>
                <p:style>
                  <a:lnRef idx="1">
                    <a:schemeClr val="accent1"/>
                  </a:lnRef>
                  <a:fillRef idx="0">
                    <a:schemeClr val="accent1"/>
                  </a:fillRef>
                  <a:effectRef idx="0">
                    <a:schemeClr val="accent1"/>
                  </a:effectRef>
                  <a:fontRef idx="minor">
                    <a:schemeClr val="tx1"/>
                  </a:fontRef>
                </p:style>
              </p:cxnSp>
              <p:sp>
                <p:nvSpPr>
                  <p:cNvPr id="146" name="TextBox 30">
                    <a:extLst>
                      <a:ext uri="{FF2B5EF4-FFF2-40B4-BE49-F238E27FC236}">
                        <a16:creationId xmlns:a16="http://schemas.microsoft.com/office/drawing/2014/main" id="{AB0DD589-C0D7-0791-2B64-0428C4DFD685}"/>
                      </a:ext>
                    </a:extLst>
                  </p:cNvPr>
                  <p:cNvSpPr txBox="1"/>
                  <p:nvPr/>
                </p:nvSpPr>
                <p:spPr>
                  <a:xfrm>
                    <a:off x="5266039" y="5917908"/>
                    <a:ext cx="591968" cy="340323"/>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a:t>Low</a:t>
                    </a:r>
                    <a:endParaRPr lang="en-US" sz="1600"/>
                  </a:p>
                </p:txBody>
              </p:sp>
              <p:sp>
                <p:nvSpPr>
                  <p:cNvPr id="147" name="TextBox 31">
                    <a:extLst>
                      <a:ext uri="{FF2B5EF4-FFF2-40B4-BE49-F238E27FC236}">
                        <a16:creationId xmlns:a16="http://schemas.microsoft.com/office/drawing/2014/main" id="{CD3C26F1-6576-A84A-86A5-D01F86708614}"/>
                      </a:ext>
                    </a:extLst>
                  </p:cNvPr>
                  <p:cNvSpPr txBox="1"/>
                  <p:nvPr/>
                </p:nvSpPr>
                <p:spPr>
                  <a:xfrm>
                    <a:off x="7654762" y="5881831"/>
                    <a:ext cx="1584824" cy="374355"/>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b="1"/>
                      <a:t>Complexity</a:t>
                    </a:r>
                  </a:p>
                </p:txBody>
              </p:sp>
              <p:sp>
                <p:nvSpPr>
                  <p:cNvPr id="148" name="TextBox 32">
                    <a:extLst>
                      <a:ext uri="{FF2B5EF4-FFF2-40B4-BE49-F238E27FC236}">
                        <a16:creationId xmlns:a16="http://schemas.microsoft.com/office/drawing/2014/main" id="{C7A1F54B-DC02-87EC-262F-966F3B77403F}"/>
                      </a:ext>
                    </a:extLst>
                  </p:cNvPr>
                  <p:cNvSpPr txBox="1"/>
                  <p:nvPr/>
                </p:nvSpPr>
                <p:spPr>
                  <a:xfrm>
                    <a:off x="11167175" y="6001790"/>
                    <a:ext cx="636134" cy="340323"/>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400"/>
                      <a:t>High</a:t>
                    </a:r>
                    <a:endParaRPr lang="en-US" sz="1600"/>
                  </a:p>
                </p:txBody>
              </p:sp>
              <p:cxnSp>
                <p:nvCxnSpPr>
                  <p:cNvPr id="149" name="Straight Connector 148">
                    <a:extLst>
                      <a:ext uri="{FF2B5EF4-FFF2-40B4-BE49-F238E27FC236}">
                        <a16:creationId xmlns:a16="http://schemas.microsoft.com/office/drawing/2014/main" id="{BE6ED2C0-7B2A-8B69-82D3-F9AF00B7880D}"/>
                      </a:ext>
                    </a:extLst>
                  </p:cNvPr>
                  <p:cNvCxnSpPr>
                    <a:cxnSpLocks/>
                  </p:cNvCxnSpPr>
                  <p:nvPr/>
                </p:nvCxnSpPr>
                <p:spPr>
                  <a:xfrm rot="16200000">
                    <a:off x="10027671" y="5245052"/>
                    <a:ext cx="1" cy="1681937"/>
                  </a:xfrm>
                  <a:prstGeom prst="line">
                    <a:avLst/>
                  </a:prstGeom>
                  <a:ln w="6350">
                    <a:solidFill>
                      <a:schemeClr val="bg1">
                        <a:lumMod val="75000"/>
                      </a:schemeClr>
                    </a:solidFill>
                    <a:headEnd w="sm" len="sm"/>
                    <a:tailEnd type="oval" w="sm" len="sm"/>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B33F7C99-12A5-9DF9-1F42-E0C89827729F}"/>
                      </a:ext>
                    </a:extLst>
                  </p:cNvPr>
                  <p:cNvCxnSpPr>
                    <a:cxnSpLocks/>
                  </p:cNvCxnSpPr>
                  <p:nvPr/>
                </p:nvCxnSpPr>
                <p:spPr>
                  <a:xfrm rot="5400000" flipH="1">
                    <a:off x="6855226" y="5245053"/>
                    <a:ext cx="1" cy="1681937"/>
                  </a:xfrm>
                  <a:prstGeom prst="line">
                    <a:avLst/>
                  </a:prstGeom>
                  <a:ln w="6350">
                    <a:solidFill>
                      <a:schemeClr val="bg1">
                        <a:lumMod val="75000"/>
                      </a:schemeClr>
                    </a:solidFill>
                    <a:headEnd w="sm" len="sm"/>
                    <a:tailEnd type="oval" w="sm" len="sm"/>
                  </a:ln>
                </p:spPr>
                <p:style>
                  <a:lnRef idx="1">
                    <a:schemeClr val="accent1"/>
                  </a:lnRef>
                  <a:fillRef idx="0">
                    <a:schemeClr val="accent1"/>
                  </a:fillRef>
                  <a:effectRef idx="0">
                    <a:schemeClr val="accent1"/>
                  </a:effectRef>
                  <a:fontRef idx="minor">
                    <a:schemeClr val="tx1"/>
                  </a:fontRef>
                </p:style>
              </p:cxnSp>
              <p:sp>
                <p:nvSpPr>
                  <p:cNvPr id="151" name="Rectangle 150">
                    <a:extLst>
                      <a:ext uri="{FF2B5EF4-FFF2-40B4-BE49-F238E27FC236}">
                        <a16:creationId xmlns:a16="http://schemas.microsoft.com/office/drawing/2014/main" id="{CEF14CA4-CFEF-CCBC-5B8A-86CBF5F50EF6}"/>
                      </a:ext>
                    </a:extLst>
                  </p:cNvPr>
                  <p:cNvSpPr/>
                  <p:nvPr/>
                </p:nvSpPr>
                <p:spPr>
                  <a:xfrm>
                    <a:off x="7362681" y="1443537"/>
                    <a:ext cx="2094240" cy="2068925"/>
                  </a:xfrm>
                  <a:prstGeom prst="rect">
                    <a:avLst/>
                  </a:prstGeom>
                  <a:noFill/>
                  <a:ln w="1905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050" b="1">
                        <a:solidFill>
                          <a:schemeClr val="accent1"/>
                        </a:solidFill>
                      </a:rPr>
                      <a:t>Next - Strategic Plays</a:t>
                    </a:r>
                  </a:p>
                  <a:p>
                    <a:r>
                      <a:rPr lang="en-US" sz="900">
                        <a:solidFill>
                          <a:schemeClr val="accent1"/>
                        </a:solidFill>
                      </a:rPr>
                      <a:t>Medium term plays with high value potential</a:t>
                    </a:r>
                  </a:p>
                </p:txBody>
              </p:sp>
              <p:grpSp>
                <p:nvGrpSpPr>
                  <p:cNvPr id="152" name="Group 151">
                    <a:extLst>
                      <a:ext uri="{FF2B5EF4-FFF2-40B4-BE49-F238E27FC236}">
                        <a16:creationId xmlns:a16="http://schemas.microsoft.com/office/drawing/2014/main" id="{CAAABE4C-81B3-4222-5A5D-445F603B835C}"/>
                      </a:ext>
                    </a:extLst>
                  </p:cNvPr>
                  <p:cNvGrpSpPr/>
                  <p:nvPr/>
                </p:nvGrpSpPr>
                <p:grpSpPr>
                  <a:xfrm>
                    <a:off x="5725927" y="2386599"/>
                    <a:ext cx="1096915" cy="303930"/>
                    <a:chOff x="5638380" y="2021348"/>
                    <a:chExt cx="1096915" cy="303930"/>
                  </a:xfrm>
                </p:grpSpPr>
                <p:sp>
                  <p:nvSpPr>
                    <p:cNvPr id="196" name="Oval 195">
                      <a:extLst>
                        <a:ext uri="{FF2B5EF4-FFF2-40B4-BE49-F238E27FC236}">
                          <a16:creationId xmlns:a16="http://schemas.microsoft.com/office/drawing/2014/main" id="{D821AF8D-3B4E-3435-4955-AE8890484C85}"/>
                        </a:ext>
                      </a:extLst>
                    </p:cNvPr>
                    <p:cNvSpPr/>
                    <p:nvPr/>
                  </p:nvSpPr>
                  <p:spPr>
                    <a:xfrm>
                      <a:off x="6312282" y="2032344"/>
                      <a:ext cx="120958" cy="1189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97" name="Oval 196">
                      <a:extLst>
                        <a:ext uri="{FF2B5EF4-FFF2-40B4-BE49-F238E27FC236}">
                          <a16:creationId xmlns:a16="http://schemas.microsoft.com/office/drawing/2014/main" id="{52862334-29A6-BFA6-136D-4B4B73945FF6}"/>
                        </a:ext>
                      </a:extLst>
                    </p:cNvPr>
                    <p:cNvSpPr/>
                    <p:nvPr/>
                  </p:nvSpPr>
                  <p:spPr>
                    <a:xfrm>
                      <a:off x="5905446" y="2110191"/>
                      <a:ext cx="120958" cy="1189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98" name="Oval 197">
                      <a:extLst>
                        <a:ext uri="{FF2B5EF4-FFF2-40B4-BE49-F238E27FC236}">
                          <a16:creationId xmlns:a16="http://schemas.microsoft.com/office/drawing/2014/main" id="{A373025A-117B-AB29-2098-311F0488F356}"/>
                        </a:ext>
                      </a:extLst>
                    </p:cNvPr>
                    <p:cNvSpPr/>
                    <p:nvPr/>
                  </p:nvSpPr>
                  <p:spPr>
                    <a:xfrm>
                      <a:off x="6104909" y="2043071"/>
                      <a:ext cx="120958" cy="1189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99" name="Oval 198">
                      <a:extLst>
                        <a:ext uri="{FF2B5EF4-FFF2-40B4-BE49-F238E27FC236}">
                          <a16:creationId xmlns:a16="http://schemas.microsoft.com/office/drawing/2014/main" id="{4E9ED2B8-C45B-197B-AF68-1AF58FC255E8}"/>
                        </a:ext>
                      </a:extLst>
                    </p:cNvPr>
                    <p:cNvSpPr/>
                    <p:nvPr/>
                  </p:nvSpPr>
                  <p:spPr>
                    <a:xfrm>
                      <a:off x="6433239" y="2135791"/>
                      <a:ext cx="120958" cy="1189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00" name="Oval 199">
                      <a:extLst>
                        <a:ext uri="{FF2B5EF4-FFF2-40B4-BE49-F238E27FC236}">
                          <a16:creationId xmlns:a16="http://schemas.microsoft.com/office/drawing/2014/main" id="{9965A0B1-4004-A6B1-5CEC-F79161D3B1E6}"/>
                        </a:ext>
                      </a:extLst>
                    </p:cNvPr>
                    <p:cNvSpPr/>
                    <p:nvPr/>
                  </p:nvSpPr>
                  <p:spPr>
                    <a:xfrm>
                      <a:off x="5638380" y="2144944"/>
                      <a:ext cx="120958" cy="1189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01" name="Oval 200">
                      <a:extLst>
                        <a:ext uri="{FF2B5EF4-FFF2-40B4-BE49-F238E27FC236}">
                          <a16:creationId xmlns:a16="http://schemas.microsoft.com/office/drawing/2014/main" id="{65277806-1740-3630-B5B6-740EEC248C4F}"/>
                        </a:ext>
                      </a:extLst>
                    </p:cNvPr>
                    <p:cNvSpPr/>
                    <p:nvPr/>
                  </p:nvSpPr>
                  <p:spPr>
                    <a:xfrm>
                      <a:off x="6614337" y="2116589"/>
                      <a:ext cx="120958" cy="1189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02" name="Oval 201">
                      <a:extLst>
                        <a:ext uri="{FF2B5EF4-FFF2-40B4-BE49-F238E27FC236}">
                          <a16:creationId xmlns:a16="http://schemas.microsoft.com/office/drawing/2014/main" id="{699512E3-7951-D69C-7C0B-E7E60BFF2AD2}"/>
                        </a:ext>
                      </a:extLst>
                    </p:cNvPr>
                    <p:cNvSpPr/>
                    <p:nvPr/>
                  </p:nvSpPr>
                  <p:spPr>
                    <a:xfrm>
                      <a:off x="6249067" y="2157471"/>
                      <a:ext cx="120958" cy="1189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03" name="Oval 202">
                      <a:extLst>
                        <a:ext uri="{FF2B5EF4-FFF2-40B4-BE49-F238E27FC236}">
                          <a16:creationId xmlns:a16="http://schemas.microsoft.com/office/drawing/2014/main" id="{9ED4A12F-9E6E-E616-283C-E2C225F978D4}"/>
                        </a:ext>
                      </a:extLst>
                    </p:cNvPr>
                    <p:cNvSpPr/>
                    <p:nvPr/>
                  </p:nvSpPr>
                  <p:spPr>
                    <a:xfrm>
                      <a:off x="6548458" y="2021348"/>
                      <a:ext cx="120958" cy="1189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04" name="Oval 203">
                      <a:extLst>
                        <a:ext uri="{FF2B5EF4-FFF2-40B4-BE49-F238E27FC236}">
                          <a16:creationId xmlns:a16="http://schemas.microsoft.com/office/drawing/2014/main" id="{88BDEC53-13E3-7FA0-E3D4-DEB31052E493}"/>
                        </a:ext>
                      </a:extLst>
                    </p:cNvPr>
                    <p:cNvSpPr/>
                    <p:nvPr/>
                  </p:nvSpPr>
                  <p:spPr>
                    <a:xfrm>
                      <a:off x="5798365" y="2206346"/>
                      <a:ext cx="120958" cy="1189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grpSp>
              <p:grpSp>
                <p:nvGrpSpPr>
                  <p:cNvPr id="153" name="Group 152">
                    <a:extLst>
                      <a:ext uri="{FF2B5EF4-FFF2-40B4-BE49-F238E27FC236}">
                        <a16:creationId xmlns:a16="http://schemas.microsoft.com/office/drawing/2014/main" id="{CB7A8D93-6BB5-77CD-9E6E-5E141E9D76AF}"/>
                      </a:ext>
                    </a:extLst>
                  </p:cNvPr>
                  <p:cNvGrpSpPr/>
                  <p:nvPr/>
                </p:nvGrpSpPr>
                <p:grpSpPr>
                  <a:xfrm>
                    <a:off x="7541565" y="2265964"/>
                    <a:ext cx="1681155" cy="470896"/>
                    <a:chOff x="7505561" y="1888400"/>
                    <a:chExt cx="1681155" cy="470896"/>
                  </a:xfrm>
                </p:grpSpPr>
                <p:sp>
                  <p:nvSpPr>
                    <p:cNvPr id="180" name="Oval 179">
                      <a:extLst>
                        <a:ext uri="{FF2B5EF4-FFF2-40B4-BE49-F238E27FC236}">
                          <a16:creationId xmlns:a16="http://schemas.microsoft.com/office/drawing/2014/main" id="{9E11C378-C848-7F2B-01B4-B03489BAF0BE}"/>
                        </a:ext>
                      </a:extLst>
                    </p:cNvPr>
                    <p:cNvSpPr/>
                    <p:nvPr/>
                  </p:nvSpPr>
                  <p:spPr>
                    <a:xfrm>
                      <a:off x="8006671" y="2011148"/>
                      <a:ext cx="120958" cy="11893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81" name="Oval 180">
                      <a:extLst>
                        <a:ext uri="{FF2B5EF4-FFF2-40B4-BE49-F238E27FC236}">
                          <a16:creationId xmlns:a16="http://schemas.microsoft.com/office/drawing/2014/main" id="{40EACAE7-E657-872A-78A8-287788FD9F4F}"/>
                        </a:ext>
                      </a:extLst>
                    </p:cNvPr>
                    <p:cNvSpPr/>
                    <p:nvPr/>
                  </p:nvSpPr>
                  <p:spPr>
                    <a:xfrm>
                      <a:off x="8742135" y="1905842"/>
                      <a:ext cx="120958" cy="11893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82" name="Oval 181">
                      <a:extLst>
                        <a:ext uri="{FF2B5EF4-FFF2-40B4-BE49-F238E27FC236}">
                          <a16:creationId xmlns:a16="http://schemas.microsoft.com/office/drawing/2014/main" id="{515FEA2A-A817-0F30-338C-E1107EA8A318}"/>
                        </a:ext>
                      </a:extLst>
                    </p:cNvPr>
                    <p:cNvSpPr/>
                    <p:nvPr/>
                  </p:nvSpPr>
                  <p:spPr>
                    <a:xfrm>
                      <a:off x="8464428" y="2052994"/>
                      <a:ext cx="120958" cy="11893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83" name="Oval 182">
                      <a:extLst>
                        <a:ext uri="{FF2B5EF4-FFF2-40B4-BE49-F238E27FC236}">
                          <a16:creationId xmlns:a16="http://schemas.microsoft.com/office/drawing/2014/main" id="{553498CD-745E-5670-DCF8-9EAD9F34CE7A}"/>
                        </a:ext>
                      </a:extLst>
                    </p:cNvPr>
                    <p:cNvSpPr/>
                    <p:nvPr/>
                  </p:nvSpPr>
                  <p:spPr>
                    <a:xfrm>
                      <a:off x="8179410" y="1960205"/>
                      <a:ext cx="120958" cy="11893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84" name="Oval 183">
                      <a:extLst>
                        <a:ext uri="{FF2B5EF4-FFF2-40B4-BE49-F238E27FC236}">
                          <a16:creationId xmlns:a16="http://schemas.microsoft.com/office/drawing/2014/main" id="{32836347-61BD-DEB3-722E-5DCE2A4351CE}"/>
                        </a:ext>
                      </a:extLst>
                    </p:cNvPr>
                    <p:cNvSpPr/>
                    <p:nvPr/>
                  </p:nvSpPr>
                  <p:spPr>
                    <a:xfrm>
                      <a:off x="8293945" y="2024638"/>
                      <a:ext cx="120958" cy="11893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85" name="Oval 184">
                      <a:extLst>
                        <a:ext uri="{FF2B5EF4-FFF2-40B4-BE49-F238E27FC236}">
                          <a16:creationId xmlns:a16="http://schemas.microsoft.com/office/drawing/2014/main" id="{AF340540-35B6-B615-043B-D8E79F843F4C}"/>
                        </a:ext>
                      </a:extLst>
                    </p:cNvPr>
                    <p:cNvSpPr/>
                    <p:nvPr/>
                  </p:nvSpPr>
                  <p:spPr>
                    <a:xfrm>
                      <a:off x="7622233" y="2011147"/>
                      <a:ext cx="120958" cy="11893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86" name="Oval 185">
                      <a:extLst>
                        <a:ext uri="{FF2B5EF4-FFF2-40B4-BE49-F238E27FC236}">
                          <a16:creationId xmlns:a16="http://schemas.microsoft.com/office/drawing/2014/main" id="{0D9BA7F4-B352-9C0A-2006-AF629D62EA08}"/>
                        </a:ext>
                      </a:extLst>
                    </p:cNvPr>
                    <p:cNvSpPr/>
                    <p:nvPr/>
                  </p:nvSpPr>
                  <p:spPr>
                    <a:xfrm>
                      <a:off x="7797931" y="2043072"/>
                      <a:ext cx="120958" cy="11893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87" name="Oval 186">
                      <a:extLst>
                        <a:ext uri="{FF2B5EF4-FFF2-40B4-BE49-F238E27FC236}">
                          <a16:creationId xmlns:a16="http://schemas.microsoft.com/office/drawing/2014/main" id="{AB85D3EE-3521-7F31-EF2E-2B1758BE6704}"/>
                        </a:ext>
                      </a:extLst>
                    </p:cNvPr>
                    <p:cNvSpPr/>
                    <p:nvPr/>
                  </p:nvSpPr>
                  <p:spPr>
                    <a:xfrm>
                      <a:off x="9065758" y="1952121"/>
                      <a:ext cx="120958" cy="11893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88" name="Oval 187">
                      <a:extLst>
                        <a:ext uri="{FF2B5EF4-FFF2-40B4-BE49-F238E27FC236}">
                          <a16:creationId xmlns:a16="http://schemas.microsoft.com/office/drawing/2014/main" id="{7D215CE5-4983-6DEE-C1F6-1572B72CF45F}"/>
                        </a:ext>
                      </a:extLst>
                    </p:cNvPr>
                    <p:cNvSpPr/>
                    <p:nvPr/>
                  </p:nvSpPr>
                  <p:spPr>
                    <a:xfrm>
                      <a:off x="7681259" y="2158218"/>
                      <a:ext cx="120958" cy="11893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90" name="Oval 189">
                      <a:extLst>
                        <a:ext uri="{FF2B5EF4-FFF2-40B4-BE49-F238E27FC236}">
                          <a16:creationId xmlns:a16="http://schemas.microsoft.com/office/drawing/2014/main" id="{02ECF8B5-DF07-F7DD-450C-20EC57036446}"/>
                        </a:ext>
                      </a:extLst>
                    </p:cNvPr>
                    <p:cNvSpPr/>
                    <p:nvPr/>
                  </p:nvSpPr>
                  <p:spPr>
                    <a:xfrm>
                      <a:off x="8348582" y="1908934"/>
                      <a:ext cx="120958" cy="11893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91" name="Oval 190">
                      <a:extLst>
                        <a:ext uri="{FF2B5EF4-FFF2-40B4-BE49-F238E27FC236}">
                          <a16:creationId xmlns:a16="http://schemas.microsoft.com/office/drawing/2014/main" id="{98351AFF-A115-1404-759B-F0DD972A34DA}"/>
                        </a:ext>
                      </a:extLst>
                    </p:cNvPr>
                    <p:cNvSpPr/>
                    <p:nvPr/>
                  </p:nvSpPr>
                  <p:spPr>
                    <a:xfrm>
                      <a:off x="7882517" y="1946695"/>
                      <a:ext cx="120958" cy="11893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92" name="Oval 191">
                      <a:extLst>
                        <a:ext uri="{FF2B5EF4-FFF2-40B4-BE49-F238E27FC236}">
                          <a16:creationId xmlns:a16="http://schemas.microsoft.com/office/drawing/2014/main" id="{9E9BF672-9DCA-CE44-EA92-CFB46FD23DBC}"/>
                        </a:ext>
                      </a:extLst>
                    </p:cNvPr>
                    <p:cNvSpPr/>
                    <p:nvPr/>
                  </p:nvSpPr>
                  <p:spPr>
                    <a:xfrm>
                      <a:off x="7505561" y="2105302"/>
                      <a:ext cx="120958" cy="11893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93" name="Oval 192">
                      <a:extLst>
                        <a:ext uri="{FF2B5EF4-FFF2-40B4-BE49-F238E27FC236}">
                          <a16:creationId xmlns:a16="http://schemas.microsoft.com/office/drawing/2014/main" id="{1CF41193-B121-F65A-0126-B14C0485BAD5}"/>
                        </a:ext>
                      </a:extLst>
                    </p:cNvPr>
                    <p:cNvSpPr/>
                    <p:nvPr/>
                  </p:nvSpPr>
                  <p:spPr>
                    <a:xfrm>
                      <a:off x="8927510" y="1981503"/>
                      <a:ext cx="120958" cy="11893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94" name="Oval 193">
                      <a:extLst>
                        <a:ext uri="{FF2B5EF4-FFF2-40B4-BE49-F238E27FC236}">
                          <a16:creationId xmlns:a16="http://schemas.microsoft.com/office/drawing/2014/main" id="{7CFE09F3-FD31-A8C9-494F-6B64505F6558}"/>
                        </a:ext>
                      </a:extLst>
                    </p:cNvPr>
                    <p:cNvSpPr/>
                    <p:nvPr/>
                  </p:nvSpPr>
                  <p:spPr>
                    <a:xfrm>
                      <a:off x="7518404" y="2240364"/>
                      <a:ext cx="120958" cy="11893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95" name="Oval 194">
                      <a:extLst>
                        <a:ext uri="{FF2B5EF4-FFF2-40B4-BE49-F238E27FC236}">
                          <a16:creationId xmlns:a16="http://schemas.microsoft.com/office/drawing/2014/main" id="{20D2864E-29C6-34A5-A234-D6CA94A333F7}"/>
                        </a:ext>
                      </a:extLst>
                    </p:cNvPr>
                    <p:cNvSpPr/>
                    <p:nvPr/>
                  </p:nvSpPr>
                  <p:spPr>
                    <a:xfrm>
                      <a:off x="8585386" y="1888400"/>
                      <a:ext cx="120958" cy="11893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grpSp>
              <p:grpSp>
                <p:nvGrpSpPr>
                  <p:cNvPr id="154" name="Group 153">
                    <a:extLst>
                      <a:ext uri="{FF2B5EF4-FFF2-40B4-BE49-F238E27FC236}">
                        <a16:creationId xmlns:a16="http://schemas.microsoft.com/office/drawing/2014/main" id="{3CC74398-06A9-2E11-205B-AC34EB0A6019}"/>
                      </a:ext>
                    </a:extLst>
                  </p:cNvPr>
                  <p:cNvGrpSpPr/>
                  <p:nvPr/>
                </p:nvGrpSpPr>
                <p:grpSpPr>
                  <a:xfrm>
                    <a:off x="9709616" y="2185026"/>
                    <a:ext cx="1205592" cy="377256"/>
                    <a:chOff x="9614088" y="1810363"/>
                    <a:chExt cx="1205592" cy="377256"/>
                  </a:xfrm>
                </p:grpSpPr>
                <p:sp>
                  <p:nvSpPr>
                    <p:cNvPr id="159" name="Oval 158">
                      <a:extLst>
                        <a:ext uri="{FF2B5EF4-FFF2-40B4-BE49-F238E27FC236}">
                          <a16:creationId xmlns:a16="http://schemas.microsoft.com/office/drawing/2014/main" id="{4E66B382-8CD4-635B-101C-71E02BBBD235}"/>
                        </a:ext>
                      </a:extLst>
                    </p:cNvPr>
                    <p:cNvSpPr/>
                    <p:nvPr/>
                  </p:nvSpPr>
                  <p:spPr>
                    <a:xfrm>
                      <a:off x="9619387" y="1922226"/>
                      <a:ext cx="120958" cy="11893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60" name="Oval 159">
                      <a:extLst>
                        <a:ext uri="{FF2B5EF4-FFF2-40B4-BE49-F238E27FC236}">
                          <a16:creationId xmlns:a16="http://schemas.microsoft.com/office/drawing/2014/main" id="{4239EF84-77AD-137C-61BA-23FF3A40C951}"/>
                        </a:ext>
                      </a:extLst>
                    </p:cNvPr>
                    <p:cNvSpPr/>
                    <p:nvPr/>
                  </p:nvSpPr>
                  <p:spPr>
                    <a:xfrm>
                      <a:off x="9855799" y="1956225"/>
                      <a:ext cx="120958" cy="11893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61" name="Oval 160">
                      <a:extLst>
                        <a:ext uri="{FF2B5EF4-FFF2-40B4-BE49-F238E27FC236}">
                          <a16:creationId xmlns:a16="http://schemas.microsoft.com/office/drawing/2014/main" id="{6AB4A22E-95DD-B4C7-82A5-7B5EE812EE74}"/>
                        </a:ext>
                      </a:extLst>
                    </p:cNvPr>
                    <p:cNvSpPr/>
                    <p:nvPr/>
                  </p:nvSpPr>
                  <p:spPr>
                    <a:xfrm>
                      <a:off x="10073047" y="1946694"/>
                      <a:ext cx="120958" cy="11893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63" name="Oval 162">
                      <a:extLst>
                        <a:ext uri="{FF2B5EF4-FFF2-40B4-BE49-F238E27FC236}">
                          <a16:creationId xmlns:a16="http://schemas.microsoft.com/office/drawing/2014/main" id="{B46DE926-500E-9DF6-9004-F50507F095F7}"/>
                        </a:ext>
                      </a:extLst>
                    </p:cNvPr>
                    <p:cNvSpPr/>
                    <p:nvPr/>
                  </p:nvSpPr>
                  <p:spPr>
                    <a:xfrm>
                      <a:off x="10211334" y="1924139"/>
                      <a:ext cx="120958" cy="11893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64" name="Oval 163">
                      <a:extLst>
                        <a:ext uri="{FF2B5EF4-FFF2-40B4-BE49-F238E27FC236}">
                          <a16:creationId xmlns:a16="http://schemas.microsoft.com/office/drawing/2014/main" id="{AA05821C-1471-73A0-F481-B881B4F667A5}"/>
                        </a:ext>
                      </a:extLst>
                    </p:cNvPr>
                    <p:cNvSpPr/>
                    <p:nvPr/>
                  </p:nvSpPr>
                  <p:spPr>
                    <a:xfrm>
                      <a:off x="10275253" y="2008083"/>
                      <a:ext cx="120958" cy="11893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66" name="Oval 165">
                      <a:extLst>
                        <a:ext uri="{FF2B5EF4-FFF2-40B4-BE49-F238E27FC236}">
                          <a16:creationId xmlns:a16="http://schemas.microsoft.com/office/drawing/2014/main" id="{4CCF3253-FA01-2266-559B-8EB1634E6401}"/>
                        </a:ext>
                      </a:extLst>
                    </p:cNvPr>
                    <p:cNvSpPr/>
                    <p:nvPr/>
                  </p:nvSpPr>
                  <p:spPr>
                    <a:xfrm>
                      <a:off x="9920646" y="2043870"/>
                      <a:ext cx="120958" cy="11893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67" name="Oval 166">
                      <a:extLst>
                        <a:ext uri="{FF2B5EF4-FFF2-40B4-BE49-F238E27FC236}">
                          <a16:creationId xmlns:a16="http://schemas.microsoft.com/office/drawing/2014/main" id="{5A48F206-53B0-E576-DD4D-869E77BF9EEF}"/>
                        </a:ext>
                      </a:extLst>
                    </p:cNvPr>
                    <p:cNvSpPr/>
                    <p:nvPr/>
                  </p:nvSpPr>
                  <p:spPr>
                    <a:xfrm>
                      <a:off x="10638243" y="1862760"/>
                      <a:ext cx="120958" cy="11893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68" name="Oval 167">
                      <a:extLst>
                        <a:ext uri="{FF2B5EF4-FFF2-40B4-BE49-F238E27FC236}">
                          <a16:creationId xmlns:a16="http://schemas.microsoft.com/office/drawing/2014/main" id="{5E0A70F9-A428-85D8-D6F5-121AADFE2AB4}"/>
                        </a:ext>
                      </a:extLst>
                    </p:cNvPr>
                    <p:cNvSpPr/>
                    <p:nvPr/>
                  </p:nvSpPr>
                  <p:spPr>
                    <a:xfrm>
                      <a:off x="10391228" y="1903828"/>
                      <a:ext cx="120958" cy="11893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69" name="Oval 168">
                      <a:extLst>
                        <a:ext uri="{FF2B5EF4-FFF2-40B4-BE49-F238E27FC236}">
                          <a16:creationId xmlns:a16="http://schemas.microsoft.com/office/drawing/2014/main" id="{22025E15-009B-65C1-EB67-137D301FDD6F}"/>
                        </a:ext>
                      </a:extLst>
                    </p:cNvPr>
                    <p:cNvSpPr/>
                    <p:nvPr/>
                  </p:nvSpPr>
                  <p:spPr>
                    <a:xfrm>
                      <a:off x="10429724" y="2030460"/>
                      <a:ext cx="120958" cy="11893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70" name="Oval 169">
                      <a:extLst>
                        <a:ext uri="{FF2B5EF4-FFF2-40B4-BE49-F238E27FC236}">
                          <a16:creationId xmlns:a16="http://schemas.microsoft.com/office/drawing/2014/main" id="{5F64AAC9-74FC-8EFC-F774-6DA5873A0E78}"/>
                        </a:ext>
                      </a:extLst>
                    </p:cNvPr>
                    <p:cNvSpPr/>
                    <p:nvPr/>
                  </p:nvSpPr>
                  <p:spPr>
                    <a:xfrm>
                      <a:off x="10287027" y="1860858"/>
                      <a:ext cx="120958" cy="11893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71" name="Oval 170">
                      <a:extLst>
                        <a:ext uri="{FF2B5EF4-FFF2-40B4-BE49-F238E27FC236}">
                          <a16:creationId xmlns:a16="http://schemas.microsoft.com/office/drawing/2014/main" id="{5222C12C-6A33-D921-41B5-20AADDE7F12A}"/>
                        </a:ext>
                      </a:extLst>
                    </p:cNvPr>
                    <p:cNvSpPr/>
                    <p:nvPr/>
                  </p:nvSpPr>
                  <p:spPr>
                    <a:xfrm>
                      <a:off x="9971618" y="1909817"/>
                      <a:ext cx="120958" cy="11893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74" name="Oval 173">
                      <a:extLst>
                        <a:ext uri="{FF2B5EF4-FFF2-40B4-BE49-F238E27FC236}">
                          <a16:creationId xmlns:a16="http://schemas.microsoft.com/office/drawing/2014/main" id="{D1827AC1-117D-09CB-1166-F5CA020793F7}"/>
                        </a:ext>
                      </a:extLst>
                    </p:cNvPr>
                    <p:cNvSpPr/>
                    <p:nvPr/>
                  </p:nvSpPr>
                  <p:spPr>
                    <a:xfrm>
                      <a:off x="10541875" y="1940520"/>
                      <a:ext cx="120958" cy="11893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76" name="Oval 175">
                      <a:extLst>
                        <a:ext uri="{FF2B5EF4-FFF2-40B4-BE49-F238E27FC236}">
                          <a16:creationId xmlns:a16="http://schemas.microsoft.com/office/drawing/2014/main" id="{FABEE0B1-D750-42BD-2AF2-3D1350BA2968}"/>
                        </a:ext>
                      </a:extLst>
                    </p:cNvPr>
                    <p:cNvSpPr/>
                    <p:nvPr/>
                  </p:nvSpPr>
                  <p:spPr>
                    <a:xfrm>
                      <a:off x="10134477" y="1810363"/>
                      <a:ext cx="120958" cy="11893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77" name="Oval 176">
                      <a:extLst>
                        <a:ext uri="{FF2B5EF4-FFF2-40B4-BE49-F238E27FC236}">
                          <a16:creationId xmlns:a16="http://schemas.microsoft.com/office/drawing/2014/main" id="{83FDDF0E-004C-8BE1-E337-EC1711FAEBA1}"/>
                        </a:ext>
                      </a:extLst>
                    </p:cNvPr>
                    <p:cNvSpPr/>
                    <p:nvPr/>
                  </p:nvSpPr>
                  <p:spPr>
                    <a:xfrm>
                      <a:off x="10698722" y="1976146"/>
                      <a:ext cx="120958" cy="11893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78" name="Oval 177">
                      <a:extLst>
                        <a:ext uri="{FF2B5EF4-FFF2-40B4-BE49-F238E27FC236}">
                          <a16:creationId xmlns:a16="http://schemas.microsoft.com/office/drawing/2014/main" id="{21E4A758-E3F3-2A86-2B44-D3FAD78D39DF}"/>
                        </a:ext>
                      </a:extLst>
                    </p:cNvPr>
                    <p:cNvSpPr/>
                    <p:nvPr/>
                  </p:nvSpPr>
                  <p:spPr>
                    <a:xfrm>
                      <a:off x="9739393" y="1903828"/>
                      <a:ext cx="120958" cy="11893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79" name="Oval 178">
                      <a:extLst>
                        <a:ext uri="{FF2B5EF4-FFF2-40B4-BE49-F238E27FC236}">
                          <a16:creationId xmlns:a16="http://schemas.microsoft.com/office/drawing/2014/main" id="{ED5573CF-390F-4806-44AE-5B06EEEC2C97}"/>
                        </a:ext>
                      </a:extLst>
                    </p:cNvPr>
                    <p:cNvSpPr/>
                    <p:nvPr/>
                  </p:nvSpPr>
                  <p:spPr>
                    <a:xfrm>
                      <a:off x="9614088" y="2068687"/>
                      <a:ext cx="120958" cy="11893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grpSp>
              <p:sp>
                <p:nvSpPr>
                  <p:cNvPr id="155" name="Freeform: Shape 154">
                    <a:extLst>
                      <a:ext uri="{FF2B5EF4-FFF2-40B4-BE49-F238E27FC236}">
                        <a16:creationId xmlns:a16="http://schemas.microsoft.com/office/drawing/2014/main" id="{D566CDC1-4EA7-9FFD-BD40-7F3F95900326}"/>
                      </a:ext>
                    </a:extLst>
                  </p:cNvPr>
                  <p:cNvSpPr/>
                  <p:nvPr/>
                </p:nvSpPr>
                <p:spPr>
                  <a:xfrm>
                    <a:off x="5409881" y="3504203"/>
                    <a:ext cx="5999613" cy="2203209"/>
                  </a:xfrm>
                  <a:custGeom>
                    <a:avLst/>
                    <a:gdLst>
                      <a:gd name="connsiteX0" fmla="*/ 0 w 4343400"/>
                      <a:gd name="connsiteY0" fmla="*/ 3181350 h 3181350"/>
                      <a:gd name="connsiteX1" fmla="*/ 1323975 w 4343400"/>
                      <a:gd name="connsiteY1" fmla="*/ 771525 h 3181350"/>
                      <a:gd name="connsiteX2" fmla="*/ 4343400 w 4343400"/>
                      <a:gd name="connsiteY2" fmla="*/ 0 h 3181350"/>
                    </a:gdLst>
                    <a:ahLst/>
                    <a:cxnLst>
                      <a:cxn ang="0">
                        <a:pos x="connsiteX0" y="connsiteY0"/>
                      </a:cxn>
                      <a:cxn ang="0">
                        <a:pos x="connsiteX1" y="connsiteY1"/>
                      </a:cxn>
                      <a:cxn ang="0">
                        <a:pos x="connsiteX2" y="connsiteY2"/>
                      </a:cxn>
                    </a:cxnLst>
                    <a:rect l="l" t="t" r="r" b="b"/>
                    <a:pathLst>
                      <a:path w="4343400" h="3181350">
                        <a:moveTo>
                          <a:pt x="0" y="3181350"/>
                        </a:moveTo>
                        <a:cubicBezTo>
                          <a:pt x="300037" y="2241550"/>
                          <a:pt x="600075" y="1301750"/>
                          <a:pt x="1323975" y="771525"/>
                        </a:cubicBezTo>
                        <a:cubicBezTo>
                          <a:pt x="2047875" y="241300"/>
                          <a:pt x="3822700" y="107950"/>
                          <a:pt x="4343400" y="0"/>
                        </a:cubicBezTo>
                      </a:path>
                    </a:pathLst>
                  </a:cu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56" name="TextBox 155">
                    <a:extLst>
                      <a:ext uri="{FF2B5EF4-FFF2-40B4-BE49-F238E27FC236}">
                        <a16:creationId xmlns:a16="http://schemas.microsoft.com/office/drawing/2014/main" id="{FD35614D-D57B-F5C0-C5C1-3139F965956F}"/>
                      </a:ext>
                    </a:extLst>
                  </p:cNvPr>
                  <p:cNvSpPr txBox="1"/>
                  <p:nvPr/>
                </p:nvSpPr>
                <p:spPr>
                  <a:xfrm>
                    <a:off x="5657858" y="2957387"/>
                    <a:ext cx="1306073" cy="247207"/>
                  </a:xfrm>
                  <a:prstGeom prst="rect">
                    <a:avLst/>
                  </a:prstGeom>
                  <a:noFill/>
                  <a:ln>
                    <a:solidFill>
                      <a:schemeClr val="accent4"/>
                    </a:solidFill>
                  </a:ln>
                </p:spPr>
                <p:txBody>
                  <a:bodyPr vert="horz" wrap="square" lIns="0" tIns="0" rIns="0" bIns="0" rtlCol="0" anchor="t" anchorCtr="0">
                    <a:noAutofit/>
                  </a:bodyPr>
                  <a:lstStyle/>
                  <a:p>
                    <a:pPr algn="ctr">
                      <a:spcAft>
                        <a:spcPts val="600"/>
                      </a:spcAft>
                    </a:pPr>
                    <a:r>
                      <a:rPr lang="en-US" sz="1400" b="1">
                        <a:solidFill>
                          <a:schemeClr val="accent4"/>
                        </a:solidFill>
                      </a:rPr>
                      <a:t>10 Use Cases</a:t>
                    </a:r>
                  </a:p>
                </p:txBody>
              </p:sp>
              <p:sp>
                <p:nvSpPr>
                  <p:cNvPr id="157" name="TextBox 156">
                    <a:extLst>
                      <a:ext uri="{FF2B5EF4-FFF2-40B4-BE49-F238E27FC236}">
                        <a16:creationId xmlns:a16="http://schemas.microsoft.com/office/drawing/2014/main" id="{427E2078-B31D-8960-76ED-1BB624979ECA}"/>
                      </a:ext>
                    </a:extLst>
                  </p:cNvPr>
                  <p:cNvSpPr txBox="1"/>
                  <p:nvPr/>
                </p:nvSpPr>
                <p:spPr>
                  <a:xfrm>
                    <a:off x="7784116" y="2957385"/>
                    <a:ext cx="1306073" cy="247207"/>
                  </a:xfrm>
                  <a:prstGeom prst="rect">
                    <a:avLst/>
                  </a:prstGeom>
                  <a:noFill/>
                  <a:ln>
                    <a:solidFill>
                      <a:schemeClr val="accent1"/>
                    </a:solidFill>
                  </a:ln>
                </p:spPr>
                <p:txBody>
                  <a:bodyPr vert="horz" wrap="square" lIns="0" tIns="0" rIns="0" bIns="0" rtlCol="0" anchor="t" anchorCtr="0">
                    <a:noAutofit/>
                  </a:bodyPr>
                  <a:lstStyle/>
                  <a:p>
                    <a:pPr algn="ctr">
                      <a:spcAft>
                        <a:spcPts val="600"/>
                      </a:spcAft>
                    </a:pPr>
                    <a:r>
                      <a:rPr lang="en-US" sz="1400" b="1">
                        <a:solidFill>
                          <a:schemeClr val="accent1"/>
                        </a:solidFill>
                      </a:rPr>
                      <a:t>17 Use Cases</a:t>
                    </a:r>
                  </a:p>
                </p:txBody>
              </p:sp>
              <p:sp>
                <p:nvSpPr>
                  <p:cNvPr id="158" name="TextBox 157">
                    <a:extLst>
                      <a:ext uri="{FF2B5EF4-FFF2-40B4-BE49-F238E27FC236}">
                        <a16:creationId xmlns:a16="http://schemas.microsoft.com/office/drawing/2014/main" id="{202C9657-DB78-330C-D559-09D603F06FA5}"/>
                      </a:ext>
                    </a:extLst>
                  </p:cNvPr>
                  <p:cNvSpPr txBox="1"/>
                  <p:nvPr/>
                </p:nvSpPr>
                <p:spPr>
                  <a:xfrm>
                    <a:off x="9873703" y="2957386"/>
                    <a:ext cx="1306073" cy="247207"/>
                  </a:xfrm>
                  <a:prstGeom prst="rect">
                    <a:avLst/>
                  </a:prstGeom>
                  <a:noFill/>
                  <a:ln>
                    <a:solidFill>
                      <a:schemeClr val="accent5"/>
                    </a:solidFill>
                  </a:ln>
                </p:spPr>
                <p:txBody>
                  <a:bodyPr vert="horz" wrap="square" lIns="0" tIns="0" rIns="0" bIns="0" rtlCol="0" anchor="t" anchorCtr="0">
                    <a:noAutofit/>
                  </a:bodyPr>
                  <a:lstStyle/>
                  <a:p>
                    <a:pPr algn="ctr">
                      <a:spcAft>
                        <a:spcPts val="600"/>
                      </a:spcAft>
                    </a:pPr>
                    <a:r>
                      <a:rPr lang="en-US" sz="1400" b="1">
                        <a:solidFill>
                          <a:schemeClr val="accent5"/>
                        </a:solidFill>
                      </a:rPr>
                      <a:t>17 Use Cases</a:t>
                    </a:r>
                  </a:p>
                </p:txBody>
              </p:sp>
            </p:grpSp>
          </p:grpSp>
          <p:sp>
            <p:nvSpPr>
              <p:cNvPr id="95" name="TextBox 94">
                <a:extLst>
                  <a:ext uri="{FF2B5EF4-FFF2-40B4-BE49-F238E27FC236}">
                    <a16:creationId xmlns:a16="http://schemas.microsoft.com/office/drawing/2014/main" id="{442C3FF6-3C51-6179-E23C-09E4BC35944C}"/>
                  </a:ext>
                </a:extLst>
              </p:cNvPr>
              <p:cNvSpPr txBox="1"/>
              <p:nvPr/>
            </p:nvSpPr>
            <p:spPr>
              <a:xfrm>
                <a:off x="7391128" y="4400345"/>
                <a:ext cx="1382141" cy="248018"/>
              </a:xfrm>
              <a:prstGeom prst="rect">
                <a:avLst/>
              </a:prstGeom>
              <a:noFill/>
              <a:ln>
                <a:solidFill>
                  <a:schemeClr val="tx1">
                    <a:lumMod val="75000"/>
                    <a:lumOff val="25000"/>
                  </a:schemeClr>
                </a:solidFill>
              </a:ln>
            </p:spPr>
            <p:txBody>
              <a:bodyPr vert="horz" wrap="square" lIns="0" tIns="0" rIns="0" bIns="0" rtlCol="0" anchor="t" anchorCtr="0">
                <a:noAutofit/>
              </a:bodyPr>
              <a:lstStyle/>
              <a:p>
                <a:pPr algn="ctr">
                  <a:spcAft>
                    <a:spcPts val="600"/>
                  </a:spcAft>
                </a:pPr>
                <a:r>
                  <a:rPr lang="en-US" sz="1400" b="1">
                    <a:solidFill>
                      <a:schemeClr val="tx1">
                        <a:lumMod val="75000"/>
                        <a:lumOff val="25000"/>
                      </a:schemeClr>
                    </a:solidFill>
                  </a:rPr>
                  <a:t>17 Use Cases</a:t>
                </a:r>
              </a:p>
            </p:txBody>
          </p:sp>
          <p:sp>
            <p:nvSpPr>
              <p:cNvPr id="108" name="Oval 107">
                <a:extLst>
                  <a:ext uri="{FF2B5EF4-FFF2-40B4-BE49-F238E27FC236}">
                    <a16:creationId xmlns:a16="http://schemas.microsoft.com/office/drawing/2014/main" id="{16673D9C-CC57-0524-1180-ED8242B851AD}"/>
                  </a:ext>
                </a:extLst>
              </p:cNvPr>
              <p:cNvSpPr/>
              <p:nvPr/>
            </p:nvSpPr>
            <p:spPr>
              <a:xfrm>
                <a:off x="7619004" y="3779110"/>
                <a:ext cx="128003" cy="119322"/>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09" name="Oval 108">
                <a:extLst>
                  <a:ext uri="{FF2B5EF4-FFF2-40B4-BE49-F238E27FC236}">
                    <a16:creationId xmlns:a16="http://schemas.microsoft.com/office/drawing/2014/main" id="{10D86755-9A14-E36C-7B29-C527716CDE6E}"/>
                  </a:ext>
                </a:extLst>
              </p:cNvPr>
              <p:cNvSpPr/>
              <p:nvPr/>
            </p:nvSpPr>
            <p:spPr>
              <a:xfrm>
                <a:off x="7404371" y="3787912"/>
                <a:ext cx="128003" cy="119322"/>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10" name="Oval 109">
                <a:extLst>
                  <a:ext uri="{FF2B5EF4-FFF2-40B4-BE49-F238E27FC236}">
                    <a16:creationId xmlns:a16="http://schemas.microsoft.com/office/drawing/2014/main" id="{D2E48081-4648-08F8-E6FE-3615F326CD55}"/>
                  </a:ext>
                </a:extLst>
              </p:cNvPr>
              <p:cNvSpPr/>
              <p:nvPr/>
            </p:nvSpPr>
            <p:spPr>
              <a:xfrm>
                <a:off x="8594129" y="3659788"/>
                <a:ext cx="128003" cy="119322"/>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11" name="Oval 110">
                <a:extLst>
                  <a:ext uri="{FF2B5EF4-FFF2-40B4-BE49-F238E27FC236}">
                    <a16:creationId xmlns:a16="http://schemas.microsoft.com/office/drawing/2014/main" id="{4246732C-05B9-5C64-1247-2C88AED8C9E0}"/>
                  </a:ext>
                </a:extLst>
              </p:cNvPr>
              <p:cNvSpPr/>
              <p:nvPr/>
            </p:nvSpPr>
            <p:spPr>
              <a:xfrm>
                <a:off x="7837627" y="3776413"/>
                <a:ext cx="128003" cy="119322"/>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22" name="Oval 121">
                <a:extLst>
                  <a:ext uri="{FF2B5EF4-FFF2-40B4-BE49-F238E27FC236}">
                    <a16:creationId xmlns:a16="http://schemas.microsoft.com/office/drawing/2014/main" id="{3306B142-0B6E-4B81-7992-5425C8FA4DD4}"/>
                  </a:ext>
                </a:extLst>
              </p:cNvPr>
              <p:cNvSpPr/>
              <p:nvPr/>
            </p:nvSpPr>
            <p:spPr>
              <a:xfrm>
                <a:off x="8408116" y="3661053"/>
                <a:ext cx="128003" cy="119322"/>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23" name="Oval 122">
                <a:extLst>
                  <a:ext uri="{FF2B5EF4-FFF2-40B4-BE49-F238E27FC236}">
                    <a16:creationId xmlns:a16="http://schemas.microsoft.com/office/drawing/2014/main" id="{17022D9C-3193-6C5F-6A75-8ED4C1AF4E0B}"/>
                  </a:ext>
                </a:extLst>
              </p:cNvPr>
              <p:cNvSpPr/>
              <p:nvPr/>
            </p:nvSpPr>
            <p:spPr>
              <a:xfrm>
                <a:off x="7287690" y="3678805"/>
                <a:ext cx="128003" cy="119322"/>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24" name="Oval 123">
                <a:extLst>
                  <a:ext uri="{FF2B5EF4-FFF2-40B4-BE49-F238E27FC236}">
                    <a16:creationId xmlns:a16="http://schemas.microsoft.com/office/drawing/2014/main" id="{2E00F9C1-EBD0-7859-ACDF-DAB14E605F5F}"/>
                  </a:ext>
                </a:extLst>
              </p:cNvPr>
              <p:cNvSpPr/>
              <p:nvPr/>
            </p:nvSpPr>
            <p:spPr>
              <a:xfrm>
                <a:off x="6753846" y="3719449"/>
                <a:ext cx="128003" cy="119322"/>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25" name="Oval 124">
                <a:extLst>
                  <a:ext uri="{FF2B5EF4-FFF2-40B4-BE49-F238E27FC236}">
                    <a16:creationId xmlns:a16="http://schemas.microsoft.com/office/drawing/2014/main" id="{B5A78700-76EA-0C6D-BEF1-1F0FA4C867AE}"/>
                  </a:ext>
                </a:extLst>
              </p:cNvPr>
              <p:cNvSpPr/>
              <p:nvPr/>
            </p:nvSpPr>
            <p:spPr>
              <a:xfrm>
                <a:off x="7595959" y="3614866"/>
                <a:ext cx="128003" cy="119322"/>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26" name="Oval 125">
                <a:extLst>
                  <a:ext uri="{FF2B5EF4-FFF2-40B4-BE49-F238E27FC236}">
                    <a16:creationId xmlns:a16="http://schemas.microsoft.com/office/drawing/2014/main" id="{B1580578-255B-6A85-188D-59D3B5247A98}"/>
                  </a:ext>
                </a:extLst>
              </p:cNvPr>
              <p:cNvSpPr/>
              <p:nvPr/>
            </p:nvSpPr>
            <p:spPr>
              <a:xfrm>
                <a:off x="7460951" y="3643398"/>
                <a:ext cx="128003" cy="119322"/>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27" name="Oval 126">
                <a:extLst>
                  <a:ext uri="{FF2B5EF4-FFF2-40B4-BE49-F238E27FC236}">
                    <a16:creationId xmlns:a16="http://schemas.microsoft.com/office/drawing/2014/main" id="{7C801374-3F9A-01D7-A16B-19BB9A1BC579}"/>
                  </a:ext>
                </a:extLst>
              </p:cNvPr>
              <p:cNvSpPr/>
              <p:nvPr/>
            </p:nvSpPr>
            <p:spPr>
              <a:xfrm>
                <a:off x="6939859" y="3658155"/>
                <a:ext cx="128003" cy="119322"/>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28" name="Oval 127">
                <a:extLst>
                  <a:ext uri="{FF2B5EF4-FFF2-40B4-BE49-F238E27FC236}">
                    <a16:creationId xmlns:a16="http://schemas.microsoft.com/office/drawing/2014/main" id="{91E91098-0E3D-37CD-C564-45CF9D3369B5}"/>
                  </a:ext>
                </a:extLst>
              </p:cNvPr>
              <p:cNvSpPr/>
              <p:nvPr/>
            </p:nvSpPr>
            <p:spPr>
              <a:xfrm>
                <a:off x="8830955" y="3613157"/>
                <a:ext cx="128003" cy="119322"/>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29" name="Oval 128">
                <a:extLst>
                  <a:ext uri="{FF2B5EF4-FFF2-40B4-BE49-F238E27FC236}">
                    <a16:creationId xmlns:a16="http://schemas.microsoft.com/office/drawing/2014/main" id="{E40EF076-0DA6-46EE-1159-7CA83AB5B67D}"/>
                  </a:ext>
                </a:extLst>
              </p:cNvPr>
              <p:cNvSpPr/>
              <p:nvPr/>
            </p:nvSpPr>
            <p:spPr>
              <a:xfrm>
                <a:off x="9069225" y="3747446"/>
                <a:ext cx="128003" cy="119322"/>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30" name="Oval 129">
                <a:extLst>
                  <a:ext uri="{FF2B5EF4-FFF2-40B4-BE49-F238E27FC236}">
                    <a16:creationId xmlns:a16="http://schemas.microsoft.com/office/drawing/2014/main" id="{4B146304-3314-2E0A-A7A5-8F740882EDC2}"/>
                  </a:ext>
                </a:extLst>
              </p:cNvPr>
              <p:cNvSpPr/>
              <p:nvPr/>
            </p:nvSpPr>
            <p:spPr>
              <a:xfrm>
                <a:off x="8053828" y="3694773"/>
                <a:ext cx="128003" cy="119322"/>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31" name="Oval 130">
                <a:extLst>
                  <a:ext uri="{FF2B5EF4-FFF2-40B4-BE49-F238E27FC236}">
                    <a16:creationId xmlns:a16="http://schemas.microsoft.com/office/drawing/2014/main" id="{B97F25E8-3F64-1295-0DFE-2A067638CCDC}"/>
                  </a:ext>
                </a:extLst>
              </p:cNvPr>
              <p:cNvSpPr/>
              <p:nvPr/>
            </p:nvSpPr>
            <p:spPr>
              <a:xfrm>
                <a:off x="7863026" y="3637173"/>
                <a:ext cx="128003" cy="119322"/>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32" name="Oval 131">
                <a:extLst>
                  <a:ext uri="{FF2B5EF4-FFF2-40B4-BE49-F238E27FC236}">
                    <a16:creationId xmlns:a16="http://schemas.microsoft.com/office/drawing/2014/main" id="{F839FFC9-DE99-7FF7-9945-079C0CCA4C3D}"/>
                  </a:ext>
                </a:extLst>
              </p:cNvPr>
              <p:cNvSpPr/>
              <p:nvPr/>
            </p:nvSpPr>
            <p:spPr>
              <a:xfrm>
                <a:off x="8823076" y="3754434"/>
                <a:ext cx="128003" cy="119322"/>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33" name="Oval 132">
                <a:extLst>
                  <a:ext uri="{FF2B5EF4-FFF2-40B4-BE49-F238E27FC236}">
                    <a16:creationId xmlns:a16="http://schemas.microsoft.com/office/drawing/2014/main" id="{D3B2A9A4-9C5B-2B7A-666D-C5FB616F7680}"/>
                  </a:ext>
                </a:extLst>
              </p:cNvPr>
              <p:cNvSpPr/>
              <p:nvPr/>
            </p:nvSpPr>
            <p:spPr>
              <a:xfrm>
                <a:off x="7137304" y="3686721"/>
                <a:ext cx="128003" cy="119322"/>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grpSp>
        <p:sp>
          <p:nvSpPr>
            <p:cNvPr id="60" name="Oval 59">
              <a:extLst>
                <a:ext uri="{FF2B5EF4-FFF2-40B4-BE49-F238E27FC236}">
                  <a16:creationId xmlns:a16="http://schemas.microsoft.com/office/drawing/2014/main" id="{25B3AF46-3ED5-2827-7305-BAEA862CE657}"/>
                </a:ext>
              </a:extLst>
            </p:cNvPr>
            <p:cNvSpPr/>
            <p:nvPr/>
          </p:nvSpPr>
          <p:spPr>
            <a:xfrm>
              <a:off x="5657453" y="3866768"/>
              <a:ext cx="128003" cy="11932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4" name="Oval 63">
              <a:extLst>
                <a:ext uri="{FF2B5EF4-FFF2-40B4-BE49-F238E27FC236}">
                  <a16:creationId xmlns:a16="http://schemas.microsoft.com/office/drawing/2014/main" id="{B8B1A1B6-65D7-C192-F6FB-42FAAB49B848}"/>
                </a:ext>
              </a:extLst>
            </p:cNvPr>
            <p:cNvSpPr/>
            <p:nvPr/>
          </p:nvSpPr>
          <p:spPr>
            <a:xfrm>
              <a:off x="5922477" y="3846048"/>
              <a:ext cx="128003" cy="11932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5" name="Oval 64">
              <a:extLst>
                <a:ext uri="{FF2B5EF4-FFF2-40B4-BE49-F238E27FC236}">
                  <a16:creationId xmlns:a16="http://schemas.microsoft.com/office/drawing/2014/main" id="{86E6641B-5569-CBDE-8AB8-C560D90A0EF4}"/>
                </a:ext>
              </a:extLst>
            </p:cNvPr>
            <p:cNvSpPr/>
            <p:nvPr/>
          </p:nvSpPr>
          <p:spPr>
            <a:xfrm>
              <a:off x="5773472" y="3913626"/>
              <a:ext cx="128003" cy="11932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7" name="Oval 66">
              <a:extLst>
                <a:ext uri="{FF2B5EF4-FFF2-40B4-BE49-F238E27FC236}">
                  <a16:creationId xmlns:a16="http://schemas.microsoft.com/office/drawing/2014/main" id="{3934CE76-E3A2-4277-49E4-7DE7115D565D}"/>
                </a:ext>
              </a:extLst>
            </p:cNvPr>
            <p:cNvSpPr/>
            <p:nvPr/>
          </p:nvSpPr>
          <p:spPr>
            <a:xfrm>
              <a:off x="6104389" y="3738465"/>
              <a:ext cx="128003" cy="11932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9" name="Oval 68">
              <a:extLst>
                <a:ext uri="{FF2B5EF4-FFF2-40B4-BE49-F238E27FC236}">
                  <a16:creationId xmlns:a16="http://schemas.microsoft.com/office/drawing/2014/main" id="{C7752E5D-166C-1011-8C3D-568117DDCBC4}"/>
                </a:ext>
              </a:extLst>
            </p:cNvPr>
            <p:cNvSpPr/>
            <p:nvPr/>
          </p:nvSpPr>
          <p:spPr>
            <a:xfrm>
              <a:off x="6320590" y="3800809"/>
              <a:ext cx="128003" cy="11932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76" name="Oval 75">
              <a:extLst>
                <a:ext uri="{FF2B5EF4-FFF2-40B4-BE49-F238E27FC236}">
                  <a16:creationId xmlns:a16="http://schemas.microsoft.com/office/drawing/2014/main" id="{DFB5079A-706A-1159-5672-8C5A4C159FBD}"/>
                </a:ext>
              </a:extLst>
            </p:cNvPr>
            <p:cNvSpPr/>
            <p:nvPr/>
          </p:nvSpPr>
          <p:spPr>
            <a:xfrm>
              <a:off x="5529450" y="3990089"/>
              <a:ext cx="128003" cy="11932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88" name="TextBox 87">
              <a:extLst>
                <a:ext uri="{FF2B5EF4-FFF2-40B4-BE49-F238E27FC236}">
                  <a16:creationId xmlns:a16="http://schemas.microsoft.com/office/drawing/2014/main" id="{4B827BDC-8758-8F55-E6E8-05C53C1D0590}"/>
                </a:ext>
              </a:extLst>
            </p:cNvPr>
            <p:cNvSpPr txBox="1"/>
            <p:nvPr/>
          </p:nvSpPr>
          <p:spPr>
            <a:xfrm>
              <a:off x="4991815" y="4400345"/>
              <a:ext cx="1382141" cy="248018"/>
            </a:xfrm>
            <a:prstGeom prst="rect">
              <a:avLst/>
            </a:prstGeom>
            <a:noFill/>
            <a:ln>
              <a:solidFill>
                <a:schemeClr val="accent2"/>
              </a:solidFill>
            </a:ln>
          </p:spPr>
          <p:txBody>
            <a:bodyPr vert="horz" wrap="square" lIns="0" tIns="0" rIns="0" bIns="0" rtlCol="0" anchor="t" anchorCtr="0">
              <a:noAutofit/>
            </a:bodyPr>
            <a:lstStyle/>
            <a:p>
              <a:pPr algn="ctr">
                <a:spcAft>
                  <a:spcPts val="600"/>
                </a:spcAft>
              </a:pPr>
              <a:r>
                <a:rPr lang="en-US" sz="1400" b="1">
                  <a:solidFill>
                    <a:schemeClr val="accent2"/>
                  </a:solidFill>
                </a:rPr>
                <a:t>6 Use Cases</a:t>
              </a:r>
            </a:p>
          </p:txBody>
        </p:sp>
        <p:sp>
          <p:nvSpPr>
            <p:cNvPr id="91" name="Oval 90">
              <a:extLst>
                <a:ext uri="{FF2B5EF4-FFF2-40B4-BE49-F238E27FC236}">
                  <a16:creationId xmlns:a16="http://schemas.microsoft.com/office/drawing/2014/main" id="{D8039E65-4B04-C37D-3A94-0164246BCD56}"/>
                </a:ext>
              </a:extLst>
            </p:cNvPr>
            <p:cNvSpPr/>
            <p:nvPr/>
          </p:nvSpPr>
          <p:spPr>
            <a:xfrm>
              <a:off x="8261817" y="3694773"/>
              <a:ext cx="128003" cy="119322"/>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93" name="Oval 92">
              <a:extLst>
                <a:ext uri="{FF2B5EF4-FFF2-40B4-BE49-F238E27FC236}">
                  <a16:creationId xmlns:a16="http://schemas.microsoft.com/office/drawing/2014/main" id="{757E9C0C-3508-1176-DA5B-74A68A641B54}"/>
                </a:ext>
              </a:extLst>
            </p:cNvPr>
            <p:cNvSpPr/>
            <p:nvPr/>
          </p:nvSpPr>
          <p:spPr>
            <a:xfrm>
              <a:off x="7994605" y="2275469"/>
              <a:ext cx="128003" cy="11932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grpSp>
      <p:sp>
        <p:nvSpPr>
          <p:cNvPr id="205" name="Oval 204">
            <a:extLst>
              <a:ext uri="{FF2B5EF4-FFF2-40B4-BE49-F238E27FC236}">
                <a16:creationId xmlns:a16="http://schemas.microsoft.com/office/drawing/2014/main" id="{095EE82B-BE0C-AACA-40EE-B774D32C1617}"/>
              </a:ext>
            </a:extLst>
          </p:cNvPr>
          <p:cNvSpPr/>
          <p:nvPr/>
        </p:nvSpPr>
        <p:spPr>
          <a:xfrm>
            <a:off x="1780258" y="2422827"/>
            <a:ext cx="128003" cy="11932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3" name="TextBox 2">
            <a:extLst>
              <a:ext uri="{FF2B5EF4-FFF2-40B4-BE49-F238E27FC236}">
                <a16:creationId xmlns:a16="http://schemas.microsoft.com/office/drawing/2014/main" id="{5DC26621-C36B-5240-5384-2D217CD4E35A}"/>
              </a:ext>
            </a:extLst>
          </p:cNvPr>
          <p:cNvSpPr txBox="1"/>
          <p:nvPr/>
        </p:nvSpPr>
        <p:spPr>
          <a:xfrm>
            <a:off x="995364" y="914400"/>
            <a:ext cx="10374385" cy="392358"/>
          </a:xfrm>
          <a:prstGeom prst="rect">
            <a:avLst/>
          </a:prstGeom>
        </p:spPr>
        <p:txBody>
          <a:bodyPr vert="horz" wrap="square" lIns="0" tIns="0" rIns="0" bIns="0" rtlCol="0" anchor="t" anchorCtr="0">
            <a:noAutofit/>
          </a:bodyPr>
          <a:lstStyle/>
          <a:p>
            <a:pPr algn="l">
              <a:spcAft>
                <a:spcPts val="600"/>
              </a:spcAft>
            </a:pPr>
            <a:r>
              <a:rPr lang="en-US" sz="1000">
                <a:solidFill>
                  <a:schemeClr val="tx2"/>
                </a:solidFill>
              </a:rPr>
              <a:t>We leveraged a prioritization framework that evaluates value GenAI use cases bring to the business against technical complexity – bucketing high value use cases into three buckets: quick wins, strategic plays, and advanced AI solutions.  </a:t>
            </a:r>
          </a:p>
        </p:txBody>
      </p:sp>
      <p:sp>
        <p:nvSpPr>
          <p:cNvPr id="4" name="Oval 3">
            <a:extLst>
              <a:ext uri="{FF2B5EF4-FFF2-40B4-BE49-F238E27FC236}">
                <a16:creationId xmlns:a16="http://schemas.microsoft.com/office/drawing/2014/main" id="{1A102C66-8732-81E0-5625-124261382882}"/>
              </a:ext>
            </a:extLst>
          </p:cNvPr>
          <p:cNvSpPr/>
          <p:nvPr/>
        </p:nvSpPr>
        <p:spPr>
          <a:xfrm>
            <a:off x="4559309" y="2310482"/>
            <a:ext cx="128003" cy="11932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Oval 4">
            <a:extLst>
              <a:ext uri="{FF2B5EF4-FFF2-40B4-BE49-F238E27FC236}">
                <a16:creationId xmlns:a16="http://schemas.microsoft.com/office/drawing/2014/main" id="{57DBA544-87B3-3FBF-EC28-AB503002F587}"/>
              </a:ext>
            </a:extLst>
          </p:cNvPr>
          <p:cNvSpPr/>
          <p:nvPr/>
        </p:nvSpPr>
        <p:spPr>
          <a:xfrm>
            <a:off x="4690008" y="2369378"/>
            <a:ext cx="128003" cy="11932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Tree>
    <p:extLst>
      <p:ext uri="{BB962C8B-B14F-4D97-AF65-F5344CB8AC3E}">
        <p14:creationId xmlns:p14="http://schemas.microsoft.com/office/powerpoint/2010/main" val="3228834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DF36F-AA0F-C3FA-01C9-D2D7332CA3EA}"/>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E07BE77A-7A64-8DC2-2165-C039F65098A8}"/>
              </a:ext>
            </a:extLst>
          </p:cNvPr>
          <p:cNvSpPr/>
          <p:nvPr/>
        </p:nvSpPr>
        <p:spPr>
          <a:xfrm>
            <a:off x="0" y="6052133"/>
            <a:ext cx="12192000" cy="8934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prstClr val="white"/>
              </a:solidFill>
              <a:effectLst/>
              <a:uLnTx/>
              <a:uFillTx/>
              <a:latin typeface="Arial"/>
              <a:ea typeface="+mn-ea"/>
              <a:cs typeface="+mn-cs"/>
            </a:endParaRPr>
          </a:p>
        </p:txBody>
      </p:sp>
      <p:sp>
        <p:nvSpPr>
          <p:cNvPr id="16" name="Rectangle 15">
            <a:extLst>
              <a:ext uri="{FF2B5EF4-FFF2-40B4-BE49-F238E27FC236}">
                <a16:creationId xmlns:a16="http://schemas.microsoft.com/office/drawing/2014/main" id="{9034EB42-D376-770F-B2F6-265E7A2D363F}"/>
              </a:ext>
            </a:extLst>
          </p:cNvPr>
          <p:cNvSpPr/>
          <p:nvPr/>
        </p:nvSpPr>
        <p:spPr>
          <a:xfrm>
            <a:off x="3054627" y="1762285"/>
            <a:ext cx="6964400" cy="4736592"/>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prstClr val="white"/>
              </a:solidFill>
              <a:effectLst/>
              <a:uLnTx/>
              <a:uFillTx/>
              <a:latin typeface="Arial"/>
              <a:ea typeface="+mn-ea"/>
              <a:cs typeface="+mn-cs"/>
            </a:endParaRPr>
          </a:p>
        </p:txBody>
      </p:sp>
      <p:sp>
        <p:nvSpPr>
          <p:cNvPr id="18" name="Rectangle: Rounded Corners 17">
            <a:extLst>
              <a:ext uri="{FF2B5EF4-FFF2-40B4-BE49-F238E27FC236}">
                <a16:creationId xmlns:a16="http://schemas.microsoft.com/office/drawing/2014/main" id="{E34413C2-176D-461E-6409-CFFCA7E5CA6C}"/>
              </a:ext>
            </a:extLst>
          </p:cNvPr>
          <p:cNvSpPr/>
          <p:nvPr/>
        </p:nvSpPr>
        <p:spPr>
          <a:xfrm>
            <a:off x="945954" y="1965814"/>
            <a:ext cx="1729615" cy="4216059"/>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Data Sources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Systems of record containing structured and unstructured tax data.</a:t>
            </a:r>
          </a:p>
        </p:txBody>
      </p:sp>
      <p:sp>
        <p:nvSpPr>
          <p:cNvPr id="2" name="Title 1">
            <a:extLst>
              <a:ext uri="{FF2B5EF4-FFF2-40B4-BE49-F238E27FC236}">
                <a16:creationId xmlns:a16="http://schemas.microsoft.com/office/drawing/2014/main" id="{1CAD52E6-303D-6090-466B-BBA86C6A8EEE}"/>
              </a:ext>
            </a:extLst>
          </p:cNvPr>
          <p:cNvSpPr>
            <a:spLocks noGrp="1"/>
          </p:cNvSpPr>
          <p:nvPr>
            <p:ph type="title"/>
          </p:nvPr>
        </p:nvSpPr>
        <p:spPr/>
        <p:txBody>
          <a:bodyPr/>
          <a:lstStyle/>
          <a:p>
            <a:r>
              <a:rPr lang="en-US"/>
              <a:t>Reference Architecture: Conceptual </a:t>
            </a:r>
          </a:p>
        </p:txBody>
      </p:sp>
      <p:sp>
        <p:nvSpPr>
          <p:cNvPr id="23" name="Rectangle: Rounded Corners 22">
            <a:extLst>
              <a:ext uri="{FF2B5EF4-FFF2-40B4-BE49-F238E27FC236}">
                <a16:creationId xmlns:a16="http://schemas.microsoft.com/office/drawing/2014/main" id="{FEBD68AB-0FD0-9AB0-4BFA-1CDCBF332E2B}"/>
              </a:ext>
            </a:extLst>
          </p:cNvPr>
          <p:cNvSpPr/>
          <p:nvPr/>
        </p:nvSpPr>
        <p:spPr>
          <a:xfrm>
            <a:off x="3298513" y="2014977"/>
            <a:ext cx="1321687" cy="2275415"/>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Data Ingestion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Applications to connect and extract data from source systems. </a:t>
            </a:r>
            <a:endParaRPr kumimoji="0" lang="en-US" sz="1000" b="1"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sp>
        <p:nvSpPr>
          <p:cNvPr id="24" name="Rectangle: Rounded Corners 23">
            <a:extLst>
              <a:ext uri="{FF2B5EF4-FFF2-40B4-BE49-F238E27FC236}">
                <a16:creationId xmlns:a16="http://schemas.microsoft.com/office/drawing/2014/main" id="{27794496-D669-86AD-DFA5-7DBD10C491A5}"/>
              </a:ext>
            </a:extLst>
          </p:cNvPr>
          <p:cNvSpPr/>
          <p:nvPr/>
        </p:nvSpPr>
        <p:spPr>
          <a:xfrm>
            <a:off x="3597299" y="2825761"/>
            <a:ext cx="716584" cy="524322"/>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mn-cs"/>
              </a:rPr>
              <a:t>Streaming</a:t>
            </a:r>
          </a:p>
        </p:txBody>
      </p:sp>
      <p:sp>
        <p:nvSpPr>
          <p:cNvPr id="25" name="Rectangle: Rounded Corners 24">
            <a:extLst>
              <a:ext uri="{FF2B5EF4-FFF2-40B4-BE49-F238E27FC236}">
                <a16:creationId xmlns:a16="http://schemas.microsoft.com/office/drawing/2014/main" id="{7F877F23-9463-8AB3-80AA-D8BC48CBF47C}"/>
              </a:ext>
            </a:extLst>
          </p:cNvPr>
          <p:cNvSpPr/>
          <p:nvPr/>
        </p:nvSpPr>
        <p:spPr>
          <a:xfrm>
            <a:off x="4856556" y="4652732"/>
            <a:ext cx="3043738" cy="1617927"/>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Data Processing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Combine, clean, and transform data to be ready for consumption.  </a:t>
            </a: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sp>
        <p:nvSpPr>
          <p:cNvPr id="27" name="Rectangle: Rounded Corners 26">
            <a:extLst>
              <a:ext uri="{FF2B5EF4-FFF2-40B4-BE49-F238E27FC236}">
                <a16:creationId xmlns:a16="http://schemas.microsoft.com/office/drawing/2014/main" id="{60A104F2-E0B5-D783-FDBA-9CE276F65A1D}"/>
              </a:ext>
            </a:extLst>
          </p:cNvPr>
          <p:cNvSpPr/>
          <p:nvPr/>
        </p:nvSpPr>
        <p:spPr>
          <a:xfrm>
            <a:off x="4917840" y="1995755"/>
            <a:ext cx="1321687" cy="2294638"/>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AI/ ML Accelerators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LLM base models, build and train AI models.</a:t>
            </a:r>
            <a:endParaRPr kumimoji="0" lang="en-US" sz="10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sp>
        <p:nvSpPr>
          <p:cNvPr id="30" name="Rectangle: Rounded Corners 29">
            <a:extLst>
              <a:ext uri="{FF2B5EF4-FFF2-40B4-BE49-F238E27FC236}">
                <a16:creationId xmlns:a16="http://schemas.microsoft.com/office/drawing/2014/main" id="{36A77A3F-3330-E6B9-FFE4-10155F066593}"/>
              </a:ext>
            </a:extLst>
          </p:cNvPr>
          <p:cNvSpPr/>
          <p:nvPr/>
        </p:nvSpPr>
        <p:spPr>
          <a:xfrm>
            <a:off x="3298513" y="4723560"/>
            <a:ext cx="1321687" cy="1461997"/>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Storage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sp>
        <p:nvSpPr>
          <p:cNvPr id="36" name="Rectangle: Rounded Corners 35">
            <a:extLst>
              <a:ext uri="{FF2B5EF4-FFF2-40B4-BE49-F238E27FC236}">
                <a16:creationId xmlns:a16="http://schemas.microsoft.com/office/drawing/2014/main" id="{AD50C5B7-CDAE-E8B5-8C3E-14936CE36161}"/>
              </a:ext>
            </a:extLst>
          </p:cNvPr>
          <p:cNvSpPr/>
          <p:nvPr/>
        </p:nvSpPr>
        <p:spPr>
          <a:xfrm>
            <a:off x="6444246" y="2014977"/>
            <a:ext cx="1321687" cy="2294638"/>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Applications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a:ea typeface="+mn-ea"/>
              <a:cs typeface="+mn-cs"/>
            </a:endParaRPr>
          </a:p>
        </p:txBody>
      </p:sp>
      <p:sp>
        <p:nvSpPr>
          <p:cNvPr id="37" name="Rectangle: Rounded Corners 36">
            <a:extLst>
              <a:ext uri="{FF2B5EF4-FFF2-40B4-BE49-F238E27FC236}">
                <a16:creationId xmlns:a16="http://schemas.microsoft.com/office/drawing/2014/main" id="{6038DFB6-4E4D-C11B-65D8-DA1A5D0C991E}"/>
              </a:ext>
            </a:extLst>
          </p:cNvPr>
          <p:cNvSpPr/>
          <p:nvPr/>
        </p:nvSpPr>
        <p:spPr>
          <a:xfrm>
            <a:off x="8156504" y="1935123"/>
            <a:ext cx="1511711" cy="4389547"/>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UI/UX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Users interact with applications and model outputs.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sp>
        <p:nvSpPr>
          <p:cNvPr id="40" name="Rectangle 39">
            <a:extLst>
              <a:ext uri="{FF2B5EF4-FFF2-40B4-BE49-F238E27FC236}">
                <a16:creationId xmlns:a16="http://schemas.microsoft.com/office/drawing/2014/main" id="{1E0D7C6B-7151-8829-86F0-ECFE1EC9F67D}"/>
              </a:ext>
            </a:extLst>
          </p:cNvPr>
          <p:cNvSpPr/>
          <p:nvPr/>
        </p:nvSpPr>
        <p:spPr>
          <a:xfrm>
            <a:off x="2675570" y="1710097"/>
            <a:ext cx="1035240" cy="2611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Cloud Network</a:t>
            </a:r>
            <a:r>
              <a:rPr kumimoji="0" lang="en-US" sz="1000" b="1" i="0" u="none" strike="noStrike" kern="1200" cap="none" spc="0" normalizeH="0" baseline="0" noProof="0">
                <a:ln>
                  <a:noFill/>
                </a:ln>
                <a:solidFill>
                  <a:prstClr val="white"/>
                </a:solidFill>
                <a:effectLst/>
                <a:uLnTx/>
                <a:uFillTx/>
                <a:latin typeface="Arial"/>
                <a:ea typeface="+mn-ea"/>
                <a:cs typeface="+mn-cs"/>
              </a:rPr>
              <a:t> </a:t>
            </a:r>
          </a:p>
        </p:txBody>
      </p:sp>
      <p:pic>
        <p:nvPicPr>
          <p:cNvPr id="39" name="Graphic 38" descr="Cloud with solid fill">
            <a:extLst>
              <a:ext uri="{FF2B5EF4-FFF2-40B4-BE49-F238E27FC236}">
                <a16:creationId xmlns:a16="http://schemas.microsoft.com/office/drawing/2014/main" id="{732AE797-EE57-3A5A-82FB-764282E804D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868535" y="1318739"/>
            <a:ext cx="586073" cy="586073"/>
          </a:xfrm>
          <a:prstGeom prst="rect">
            <a:avLst/>
          </a:prstGeom>
        </p:spPr>
      </p:pic>
      <p:pic>
        <p:nvPicPr>
          <p:cNvPr id="42" name="Graphic 41" descr="User with solid fill">
            <a:extLst>
              <a:ext uri="{FF2B5EF4-FFF2-40B4-BE49-F238E27FC236}">
                <a16:creationId xmlns:a16="http://schemas.microsoft.com/office/drawing/2014/main" id="{740FD3C7-DDA5-82A4-AEB5-5B4602933AE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24407" y="3863297"/>
            <a:ext cx="533400" cy="533400"/>
          </a:xfrm>
          <a:prstGeom prst="rect">
            <a:avLst/>
          </a:prstGeom>
        </p:spPr>
      </p:pic>
      <p:sp>
        <p:nvSpPr>
          <p:cNvPr id="43" name="Rectangle 42">
            <a:extLst>
              <a:ext uri="{FF2B5EF4-FFF2-40B4-BE49-F238E27FC236}">
                <a16:creationId xmlns:a16="http://schemas.microsoft.com/office/drawing/2014/main" id="{A2D1C0FC-E20F-45CF-C7FC-83F7D23BF9B2}"/>
              </a:ext>
            </a:extLst>
          </p:cNvPr>
          <p:cNvSpPr/>
          <p:nvPr/>
        </p:nvSpPr>
        <p:spPr>
          <a:xfrm>
            <a:off x="10324407" y="4324319"/>
            <a:ext cx="533400" cy="2611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User</a:t>
            </a:r>
            <a:endParaRPr kumimoji="0" lang="en-US" sz="1000" b="1" i="0" u="none" strike="noStrike" kern="1200" cap="none" spc="0" normalizeH="0" baseline="0" noProof="0">
              <a:ln>
                <a:noFill/>
              </a:ln>
              <a:solidFill>
                <a:prstClr val="white"/>
              </a:solidFill>
              <a:effectLst/>
              <a:uLnTx/>
              <a:uFillTx/>
              <a:latin typeface="Arial"/>
              <a:ea typeface="+mn-ea"/>
              <a:cs typeface="+mn-cs"/>
            </a:endParaRPr>
          </a:p>
        </p:txBody>
      </p:sp>
      <p:sp>
        <p:nvSpPr>
          <p:cNvPr id="46" name="Rectangle: Rounded Corners 45">
            <a:extLst>
              <a:ext uri="{FF2B5EF4-FFF2-40B4-BE49-F238E27FC236}">
                <a16:creationId xmlns:a16="http://schemas.microsoft.com/office/drawing/2014/main" id="{D1033D33-D7A7-FD03-3F66-CF19E9C39CB1}"/>
              </a:ext>
            </a:extLst>
          </p:cNvPr>
          <p:cNvSpPr/>
          <p:nvPr/>
        </p:nvSpPr>
        <p:spPr>
          <a:xfrm>
            <a:off x="3603893" y="3481090"/>
            <a:ext cx="716584" cy="524322"/>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mn-cs"/>
              </a:rPr>
              <a:t>Federation </a:t>
            </a:r>
          </a:p>
        </p:txBody>
      </p:sp>
      <p:cxnSp>
        <p:nvCxnSpPr>
          <p:cNvPr id="51" name="Straight Arrow Connector 50">
            <a:extLst>
              <a:ext uri="{FF2B5EF4-FFF2-40B4-BE49-F238E27FC236}">
                <a16:creationId xmlns:a16="http://schemas.microsoft.com/office/drawing/2014/main" id="{5E244DC0-DC53-CE57-09CB-F6DE97A16E44}"/>
              </a:ext>
            </a:extLst>
          </p:cNvPr>
          <p:cNvCxnSpPr>
            <a:cxnSpLocks/>
            <a:endCxn id="23" idx="1"/>
          </p:cNvCxnSpPr>
          <p:nvPr/>
        </p:nvCxnSpPr>
        <p:spPr>
          <a:xfrm flipV="1">
            <a:off x="2675569" y="3152685"/>
            <a:ext cx="622944" cy="9611"/>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615A43FC-D9BD-0052-F9CA-3950EC8B9A02}"/>
              </a:ext>
            </a:extLst>
          </p:cNvPr>
          <p:cNvCxnSpPr>
            <a:cxnSpLocks/>
            <a:stCxn id="23" idx="2"/>
            <a:endCxn id="30" idx="0"/>
          </p:cNvCxnSpPr>
          <p:nvPr/>
        </p:nvCxnSpPr>
        <p:spPr>
          <a:xfrm>
            <a:off x="3959357" y="4290392"/>
            <a:ext cx="0" cy="433168"/>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Rectangle: Rounded Corners 57">
            <a:extLst>
              <a:ext uri="{FF2B5EF4-FFF2-40B4-BE49-F238E27FC236}">
                <a16:creationId xmlns:a16="http://schemas.microsoft.com/office/drawing/2014/main" id="{0A54E957-5B25-43AD-2A44-DFB3E74D5C6B}"/>
              </a:ext>
            </a:extLst>
          </p:cNvPr>
          <p:cNvSpPr/>
          <p:nvPr/>
        </p:nvSpPr>
        <p:spPr>
          <a:xfrm>
            <a:off x="5188331" y="2792543"/>
            <a:ext cx="716584" cy="524322"/>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mn-cs"/>
              </a:rPr>
              <a:t>Models </a:t>
            </a:r>
          </a:p>
        </p:txBody>
      </p:sp>
      <p:cxnSp>
        <p:nvCxnSpPr>
          <p:cNvPr id="61" name="Straight Arrow Connector 60">
            <a:extLst>
              <a:ext uri="{FF2B5EF4-FFF2-40B4-BE49-F238E27FC236}">
                <a16:creationId xmlns:a16="http://schemas.microsoft.com/office/drawing/2014/main" id="{10A54CBA-2833-E6F1-ACB3-425F52198CDD}"/>
              </a:ext>
            </a:extLst>
          </p:cNvPr>
          <p:cNvCxnSpPr>
            <a:stCxn id="37" idx="3"/>
          </p:cNvCxnSpPr>
          <p:nvPr/>
        </p:nvCxnSpPr>
        <p:spPr>
          <a:xfrm flipV="1">
            <a:off x="9668215" y="4129896"/>
            <a:ext cx="658186" cy="1"/>
          </a:xfrm>
          <a:prstGeom prst="straightConnector1">
            <a:avLst/>
          </a:prstGeom>
          <a:ln w="63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7D297F14-68C5-1D20-2D21-312A823943C5}"/>
              </a:ext>
            </a:extLst>
          </p:cNvPr>
          <p:cNvSpPr/>
          <p:nvPr/>
        </p:nvSpPr>
        <p:spPr>
          <a:xfrm>
            <a:off x="3572767" y="5078930"/>
            <a:ext cx="716584" cy="417914"/>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mn-cs"/>
              </a:rPr>
              <a:t>Structured Data</a:t>
            </a:r>
          </a:p>
        </p:txBody>
      </p:sp>
      <p:sp>
        <p:nvSpPr>
          <p:cNvPr id="17" name="Rectangle: Rounded Corners 16">
            <a:extLst>
              <a:ext uri="{FF2B5EF4-FFF2-40B4-BE49-F238E27FC236}">
                <a16:creationId xmlns:a16="http://schemas.microsoft.com/office/drawing/2014/main" id="{98054509-54F7-5E48-5507-EEA708A08C6D}"/>
              </a:ext>
            </a:extLst>
          </p:cNvPr>
          <p:cNvSpPr/>
          <p:nvPr/>
        </p:nvSpPr>
        <p:spPr>
          <a:xfrm>
            <a:off x="1228391" y="2785129"/>
            <a:ext cx="1111634" cy="815648"/>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mn-cs"/>
              </a:rPr>
              <a:t>Tax Data</a:t>
            </a:r>
          </a:p>
        </p:txBody>
      </p:sp>
      <p:sp>
        <p:nvSpPr>
          <p:cNvPr id="19" name="Rectangle: Rounded Corners 18">
            <a:extLst>
              <a:ext uri="{FF2B5EF4-FFF2-40B4-BE49-F238E27FC236}">
                <a16:creationId xmlns:a16="http://schemas.microsoft.com/office/drawing/2014/main" id="{17D780FC-D40D-A9AE-710D-68E34DB879D3}"/>
              </a:ext>
            </a:extLst>
          </p:cNvPr>
          <p:cNvSpPr/>
          <p:nvPr/>
        </p:nvSpPr>
        <p:spPr>
          <a:xfrm>
            <a:off x="1228391" y="3774148"/>
            <a:ext cx="1111634" cy="815648"/>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mn-cs"/>
              </a:rPr>
              <a:t>Enterprise Data</a:t>
            </a:r>
          </a:p>
        </p:txBody>
      </p:sp>
      <p:sp>
        <p:nvSpPr>
          <p:cNvPr id="20" name="Rectangle: Rounded Corners 19">
            <a:extLst>
              <a:ext uri="{FF2B5EF4-FFF2-40B4-BE49-F238E27FC236}">
                <a16:creationId xmlns:a16="http://schemas.microsoft.com/office/drawing/2014/main" id="{FBC04399-3F2C-41E9-C610-0256FCFEE0FC}"/>
              </a:ext>
            </a:extLst>
          </p:cNvPr>
          <p:cNvSpPr/>
          <p:nvPr/>
        </p:nvSpPr>
        <p:spPr>
          <a:xfrm>
            <a:off x="1228391" y="4774657"/>
            <a:ext cx="1111634" cy="815648"/>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mn-cs"/>
              </a:rPr>
              <a:t>3</a:t>
            </a:r>
            <a:r>
              <a:rPr kumimoji="0" lang="en-US" sz="800" b="1" i="0" u="none" strike="noStrike" kern="1200" cap="none" spc="0" normalizeH="0" baseline="30000" noProof="0">
                <a:ln>
                  <a:noFill/>
                </a:ln>
                <a:solidFill>
                  <a:srgbClr val="000000"/>
                </a:solidFill>
                <a:effectLst/>
                <a:uLnTx/>
                <a:uFillTx/>
                <a:latin typeface="Arial"/>
                <a:ea typeface="+mn-ea"/>
                <a:cs typeface="+mn-cs"/>
              </a:rPr>
              <a:t>rd</a:t>
            </a:r>
            <a:r>
              <a:rPr kumimoji="0" lang="en-US" sz="800" b="1" i="0" u="none" strike="noStrike" kern="1200" cap="none" spc="0" normalizeH="0" baseline="0" noProof="0">
                <a:ln>
                  <a:noFill/>
                </a:ln>
                <a:solidFill>
                  <a:srgbClr val="000000"/>
                </a:solidFill>
                <a:effectLst/>
                <a:uLnTx/>
                <a:uFillTx/>
                <a:latin typeface="Arial"/>
                <a:ea typeface="+mn-ea"/>
                <a:cs typeface="+mn-cs"/>
              </a:rPr>
              <a:t> Party Data</a:t>
            </a:r>
          </a:p>
        </p:txBody>
      </p:sp>
      <p:cxnSp>
        <p:nvCxnSpPr>
          <p:cNvPr id="31" name="Straight Arrow Connector 30">
            <a:extLst>
              <a:ext uri="{FF2B5EF4-FFF2-40B4-BE49-F238E27FC236}">
                <a16:creationId xmlns:a16="http://schemas.microsoft.com/office/drawing/2014/main" id="{2CD0BA4E-CDA0-81E8-93BF-C6CAB6ED886D}"/>
              </a:ext>
            </a:extLst>
          </p:cNvPr>
          <p:cNvCxnSpPr>
            <a:cxnSpLocks/>
            <a:stCxn id="30" idx="3"/>
            <a:endCxn id="25" idx="1"/>
          </p:cNvCxnSpPr>
          <p:nvPr/>
        </p:nvCxnSpPr>
        <p:spPr>
          <a:xfrm>
            <a:off x="4620200" y="5454559"/>
            <a:ext cx="236356" cy="7137"/>
          </a:xfrm>
          <a:prstGeom prst="straightConnector1">
            <a:avLst/>
          </a:prstGeom>
          <a:ln w="63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E29BF335-A0CD-42D6-8B11-0760F58830E3}"/>
              </a:ext>
            </a:extLst>
          </p:cNvPr>
          <p:cNvCxnSpPr>
            <a:cxnSpLocks/>
            <a:stCxn id="27" idx="2"/>
          </p:cNvCxnSpPr>
          <p:nvPr/>
        </p:nvCxnSpPr>
        <p:spPr>
          <a:xfrm>
            <a:off x="5578684" y="4290393"/>
            <a:ext cx="0" cy="375297"/>
          </a:xfrm>
          <a:prstGeom prst="straightConnector1">
            <a:avLst/>
          </a:prstGeom>
          <a:ln w="63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2724E8B-C32C-5A03-59BF-E5AF6FE5CFAF}"/>
              </a:ext>
            </a:extLst>
          </p:cNvPr>
          <p:cNvCxnSpPr>
            <a:cxnSpLocks/>
            <a:stCxn id="36" idx="2"/>
          </p:cNvCxnSpPr>
          <p:nvPr/>
        </p:nvCxnSpPr>
        <p:spPr>
          <a:xfrm>
            <a:off x="7105090" y="4309615"/>
            <a:ext cx="0" cy="356075"/>
          </a:xfrm>
          <a:prstGeom prst="straightConnector1">
            <a:avLst/>
          </a:prstGeom>
          <a:ln w="63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D8E41592-69F9-FFE6-D542-6A5804F9BC84}"/>
              </a:ext>
            </a:extLst>
          </p:cNvPr>
          <p:cNvCxnSpPr>
            <a:stCxn id="36" idx="3"/>
          </p:cNvCxnSpPr>
          <p:nvPr/>
        </p:nvCxnSpPr>
        <p:spPr>
          <a:xfrm flipV="1">
            <a:off x="7765933" y="3152685"/>
            <a:ext cx="390571" cy="9611"/>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5" name="Rectangle: Rounded Corners 64">
            <a:extLst>
              <a:ext uri="{FF2B5EF4-FFF2-40B4-BE49-F238E27FC236}">
                <a16:creationId xmlns:a16="http://schemas.microsoft.com/office/drawing/2014/main" id="{2B8DC6AD-46DD-970D-8DE1-30BC93152390}"/>
              </a:ext>
            </a:extLst>
          </p:cNvPr>
          <p:cNvSpPr/>
          <p:nvPr/>
        </p:nvSpPr>
        <p:spPr>
          <a:xfrm>
            <a:off x="5186038" y="3441600"/>
            <a:ext cx="716584" cy="524322"/>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mn-cs"/>
              </a:rPr>
              <a:t>Products</a:t>
            </a:r>
          </a:p>
        </p:txBody>
      </p:sp>
      <p:sp>
        <p:nvSpPr>
          <p:cNvPr id="66" name="Rectangle: Rounded Corners 65">
            <a:extLst>
              <a:ext uri="{FF2B5EF4-FFF2-40B4-BE49-F238E27FC236}">
                <a16:creationId xmlns:a16="http://schemas.microsoft.com/office/drawing/2014/main" id="{5B641BDC-FA3A-8A91-5353-377151F46FA4}"/>
              </a:ext>
            </a:extLst>
          </p:cNvPr>
          <p:cNvSpPr/>
          <p:nvPr/>
        </p:nvSpPr>
        <p:spPr>
          <a:xfrm>
            <a:off x="6725318" y="2522968"/>
            <a:ext cx="716584" cy="524322"/>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mn-cs"/>
              </a:rPr>
              <a:t>Application Layer </a:t>
            </a:r>
          </a:p>
        </p:txBody>
      </p:sp>
      <p:sp>
        <p:nvSpPr>
          <p:cNvPr id="67" name="Rectangle: Rounded Corners 66">
            <a:extLst>
              <a:ext uri="{FF2B5EF4-FFF2-40B4-BE49-F238E27FC236}">
                <a16:creationId xmlns:a16="http://schemas.microsoft.com/office/drawing/2014/main" id="{8A3AC293-F89C-BC72-3194-754A73979622}"/>
              </a:ext>
            </a:extLst>
          </p:cNvPr>
          <p:cNvSpPr/>
          <p:nvPr/>
        </p:nvSpPr>
        <p:spPr>
          <a:xfrm>
            <a:off x="6725318" y="3232145"/>
            <a:ext cx="716584" cy="524322"/>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mn-cs"/>
              </a:rPr>
              <a:t>API Management</a:t>
            </a:r>
          </a:p>
        </p:txBody>
      </p:sp>
      <p:sp>
        <p:nvSpPr>
          <p:cNvPr id="68" name="Rectangle: Rounded Corners 67">
            <a:extLst>
              <a:ext uri="{FF2B5EF4-FFF2-40B4-BE49-F238E27FC236}">
                <a16:creationId xmlns:a16="http://schemas.microsoft.com/office/drawing/2014/main" id="{33BF6EFA-8C04-7DE9-4E7E-CE118CDD175D}"/>
              </a:ext>
            </a:extLst>
          </p:cNvPr>
          <p:cNvSpPr/>
          <p:nvPr/>
        </p:nvSpPr>
        <p:spPr>
          <a:xfrm>
            <a:off x="8472709" y="3688729"/>
            <a:ext cx="865564" cy="635590"/>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mn-cs"/>
              </a:rPr>
              <a:t>High-code Web Apps</a:t>
            </a:r>
          </a:p>
        </p:txBody>
      </p:sp>
      <p:sp>
        <p:nvSpPr>
          <p:cNvPr id="69" name="Rectangle: Rounded Corners 68">
            <a:extLst>
              <a:ext uri="{FF2B5EF4-FFF2-40B4-BE49-F238E27FC236}">
                <a16:creationId xmlns:a16="http://schemas.microsoft.com/office/drawing/2014/main" id="{4B592735-B12E-EC36-0FEF-1A3FF070F3C1}"/>
              </a:ext>
            </a:extLst>
          </p:cNvPr>
          <p:cNvSpPr/>
          <p:nvPr/>
        </p:nvSpPr>
        <p:spPr>
          <a:xfrm>
            <a:off x="8472709" y="4480834"/>
            <a:ext cx="865564" cy="635590"/>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rgbClr val="000000"/>
                </a:solidFill>
                <a:latin typeface="Arial"/>
              </a:rPr>
              <a:t>Low-code Web Apps</a:t>
            </a:r>
            <a:endParaRPr kumimoji="0" lang="en-US" sz="800" b="1" i="0" u="none" strike="noStrike" kern="1200" cap="none" spc="0" normalizeH="0" baseline="0" noProof="0">
              <a:ln>
                <a:noFill/>
              </a:ln>
              <a:solidFill>
                <a:srgbClr val="000000"/>
              </a:solidFill>
              <a:effectLst/>
              <a:uLnTx/>
              <a:uFillTx/>
              <a:latin typeface="Arial"/>
              <a:ea typeface="+mn-ea"/>
              <a:cs typeface="+mn-cs"/>
            </a:endParaRPr>
          </a:p>
        </p:txBody>
      </p:sp>
      <p:sp>
        <p:nvSpPr>
          <p:cNvPr id="4" name="Rectangle: Rounded Corners 3">
            <a:extLst>
              <a:ext uri="{FF2B5EF4-FFF2-40B4-BE49-F238E27FC236}">
                <a16:creationId xmlns:a16="http://schemas.microsoft.com/office/drawing/2014/main" id="{6BEC5CDB-6EFE-B380-7813-11F2D1512782}"/>
              </a:ext>
            </a:extLst>
          </p:cNvPr>
          <p:cNvSpPr/>
          <p:nvPr/>
        </p:nvSpPr>
        <p:spPr>
          <a:xfrm>
            <a:off x="3515491" y="5600158"/>
            <a:ext cx="880199" cy="417914"/>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mn-cs"/>
              </a:rPr>
              <a:t>Unstructured Data</a:t>
            </a:r>
          </a:p>
        </p:txBody>
      </p:sp>
      <p:sp>
        <p:nvSpPr>
          <p:cNvPr id="5" name="Flowchart: Multidocument 4">
            <a:extLst>
              <a:ext uri="{FF2B5EF4-FFF2-40B4-BE49-F238E27FC236}">
                <a16:creationId xmlns:a16="http://schemas.microsoft.com/office/drawing/2014/main" id="{EF837150-B5E0-EC8C-B151-407470726100}"/>
              </a:ext>
            </a:extLst>
          </p:cNvPr>
          <p:cNvSpPr/>
          <p:nvPr/>
        </p:nvSpPr>
        <p:spPr>
          <a:xfrm>
            <a:off x="6971710" y="5316444"/>
            <a:ext cx="757147" cy="590524"/>
          </a:xfrm>
          <a:prstGeom prst="flowChartMultidocument">
            <a:avLst/>
          </a:prstGeom>
          <a:solidFill>
            <a:schemeClr val="bg1"/>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Flowchart: Preparation 5">
            <a:extLst>
              <a:ext uri="{FF2B5EF4-FFF2-40B4-BE49-F238E27FC236}">
                <a16:creationId xmlns:a16="http://schemas.microsoft.com/office/drawing/2014/main" id="{36D5E8C1-48D2-AD80-F7BD-3D665DA65341}"/>
              </a:ext>
            </a:extLst>
          </p:cNvPr>
          <p:cNvSpPr/>
          <p:nvPr/>
        </p:nvSpPr>
        <p:spPr>
          <a:xfrm>
            <a:off x="5204920" y="5417210"/>
            <a:ext cx="400646" cy="363041"/>
          </a:xfrm>
          <a:prstGeom prst="flowChartPreparation">
            <a:avLst/>
          </a:prstGeom>
          <a:solidFill>
            <a:schemeClr val="bg1"/>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800">
                <a:solidFill>
                  <a:schemeClr val="bg1"/>
                </a:solidFill>
              </a:rPr>
              <a:t>Combine </a:t>
            </a:r>
          </a:p>
        </p:txBody>
      </p:sp>
      <p:sp>
        <p:nvSpPr>
          <p:cNvPr id="7" name="Flowchart: Preparation 6">
            <a:extLst>
              <a:ext uri="{FF2B5EF4-FFF2-40B4-BE49-F238E27FC236}">
                <a16:creationId xmlns:a16="http://schemas.microsoft.com/office/drawing/2014/main" id="{B30298C8-9E60-C537-B616-80A0D97BF21E}"/>
              </a:ext>
            </a:extLst>
          </p:cNvPr>
          <p:cNvSpPr/>
          <p:nvPr/>
        </p:nvSpPr>
        <p:spPr>
          <a:xfrm>
            <a:off x="5812899" y="5417210"/>
            <a:ext cx="400646" cy="363041"/>
          </a:xfrm>
          <a:prstGeom prst="flowChartPreparation">
            <a:avLst/>
          </a:prstGeom>
          <a:solidFill>
            <a:schemeClr val="bg1"/>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800">
                <a:solidFill>
                  <a:schemeClr val="bg1"/>
                </a:solidFill>
              </a:rPr>
              <a:t>Combine </a:t>
            </a:r>
          </a:p>
        </p:txBody>
      </p:sp>
      <p:sp>
        <p:nvSpPr>
          <p:cNvPr id="8" name="Flowchart: Preparation 7">
            <a:extLst>
              <a:ext uri="{FF2B5EF4-FFF2-40B4-BE49-F238E27FC236}">
                <a16:creationId xmlns:a16="http://schemas.microsoft.com/office/drawing/2014/main" id="{C78CB747-9412-5C4E-7B74-F040E63CB035}"/>
              </a:ext>
            </a:extLst>
          </p:cNvPr>
          <p:cNvSpPr/>
          <p:nvPr/>
        </p:nvSpPr>
        <p:spPr>
          <a:xfrm>
            <a:off x="6375779" y="5417210"/>
            <a:ext cx="400646" cy="363041"/>
          </a:xfrm>
          <a:prstGeom prst="flowChartPreparation">
            <a:avLst/>
          </a:prstGeom>
          <a:solidFill>
            <a:schemeClr val="bg1"/>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800">
                <a:solidFill>
                  <a:schemeClr val="bg1"/>
                </a:solidFill>
              </a:rPr>
              <a:t>Combine </a:t>
            </a:r>
          </a:p>
        </p:txBody>
      </p:sp>
      <p:sp>
        <p:nvSpPr>
          <p:cNvPr id="9" name="TextBox 8">
            <a:extLst>
              <a:ext uri="{FF2B5EF4-FFF2-40B4-BE49-F238E27FC236}">
                <a16:creationId xmlns:a16="http://schemas.microsoft.com/office/drawing/2014/main" id="{5DE7494A-0A65-3BFD-E45A-EEC2AFCBC645}"/>
              </a:ext>
            </a:extLst>
          </p:cNvPr>
          <p:cNvSpPr txBox="1"/>
          <p:nvPr/>
        </p:nvSpPr>
        <p:spPr>
          <a:xfrm>
            <a:off x="5220390" y="5862933"/>
            <a:ext cx="932931" cy="191387"/>
          </a:xfrm>
          <a:prstGeom prst="rect">
            <a:avLst/>
          </a:prstGeom>
        </p:spPr>
        <p:txBody>
          <a:bodyPr vert="horz" wrap="square" lIns="0" tIns="0" rIns="0" bIns="0" rtlCol="0" anchor="t" anchorCtr="0">
            <a:noAutofit/>
          </a:bodyPr>
          <a:lstStyle/>
          <a:p>
            <a:pPr algn="l">
              <a:spcAft>
                <a:spcPts val="600"/>
              </a:spcAft>
            </a:pPr>
            <a:r>
              <a:rPr lang="en-US" sz="800"/>
              <a:t>Combine</a:t>
            </a:r>
          </a:p>
        </p:txBody>
      </p:sp>
      <p:sp>
        <p:nvSpPr>
          <p:cNvPr id="10" name="TextBox 9">
            <a:extLst>
              <a:ext uri="{FF2B5EF4-FFF2-40B4-BE49-F238E27FC236}">
                <a16:creationId xmlns:a16="http://schemas.microsoft.com/office/drawing/2014/main" id="{663D99F7-76AB-4B03-7684-17F86FE69CDB}"/>
              </a:ext>
            </a:extLst>
          </p:cNvPr>
          <p:cNvSpPr txBox="1"/>
          <p:nvPr/>
        </p:nvSpPr>
        <p:spPr>
          <a:xfrm>
            <a:off x="5897854" y="5881648"/>
            <a:ext cx="932931" cy="191387"/>
          </a:xfrm>
          <a:prstGeom prst="rect">
            <a:avLst/>
          </a:prstGeom>
        </p:spPr>
        <p:txBody>
          <a:bodyPr vert="horz" wrap="square" lIns="0" tIns="0" rIns="0" bIns="0" rtlCol="0" anchor="t" anchorCtr="0">
            <a:noAutofit/>
          </a:bodyPr>
          <a:lstStyle/>
          <a:p>
            <a:pPr algn="l">
              <a:spcAft>
                <a:spcPts val="600"/>
              </a:spcAft>
            </a:pPr>
            <a:r>
              <a:rPr lang="en-US" sz="800"/>
              <a:t>Clean</a:t>
            </a:r>
          </a:p>
        </p:txBody>
      </p:sp>
      <p:sp>
        <p:nvSpPr>
          <p:cNvPr id="11" name="TextBox 10">
            <a:extLst>
              <a:ext uri="{FF2B5EF4-FFF2-40B4-BE49-F238E27FC236}">
                <a16:creationId xmlns:a16="http://schemas.microsoft.com/office/drawing/2014/main" id="{8C87D588-2F33-F381-0D0B-69D28911689D}"/>
              </a:ext>
            </a:extLst>
          </p:cNvPr>
          <p:cNvSpPr txBox="1"/>
          <p:nvPr/>
        </p:nvSpPr>
        <p:spPr>
          <a:xfrm>
            <a:off x="6369362" y="5885196"/>
            <a:ext cx="932931" cy="191387"/>
          </a:xfrm>
          <a:prstGeom prst="rect">
            <a:avLst/>
          </a:prstGeom>
        </p:spPr>
        <p:txBody>
          <a:bodyPr vert="horz" wrap="square" lIns="0" tIns="0" rIns="0" bIns="0" rtlCol="0" anchor="t" anchorCtr="0">
            <a:noAutofit/>
          </a:bodyPr>
          <a:lstStyle/>
          <a:p>
            <a:pPr algn="l">
              <a:spcAft>
                <a:spcPts val="600"/>
              </a:spcAft>
            </a:pPr>
            <a:r>
              <a:rPr lang="en-US" sz="800"/>
              <a:t>Transform</a:t>
            </a:r>
          </a:p>
        </p:txBody>
      </p:sp>
      <p:sp>
        <p:nvSpPr>
          <p:cNvPr id="12" name="TextBox 11">
            <a:extLst>
              <a:ext uri="{FF2B5EF4-FFF2-40B4-BE49-F238E27FC236}">
                <a16:creationId xmlns:a16="http://schemas.microsoft.com/office/drawing/2014/main" id="{CFD60EAD-2DD8-1B95-7FE9-B71890786D5F}"/>
              </a:ext>
            </a:extLst>
          </p:cNvPr>
          <p:cNvSpPr txBox="1"/>
          <p:nvPr/>
        </p:nvSpPr>
        <p:spPr>
          <a:xfrm>
            <a:off x="7087363" y="5945147"/>
            <a:ext cx="932931" cy="191387"/>
          </a:xfrm>
          <a:prstGeom prst="rect">
            <a:avLst/>
          </a:prstGeom>
        </p:spPr>
        <p:txBody>
          <a:bodyPr vert="horz" wrap="square" lIns="0" tIns="0" rIns="0" bIns="0" rtlCol="0" anchor="t" anchorCtr="0">
            <a:noAutofit/>
          </a:bodyPr>
          <a:lstStyle/>
          <a:p>
            <a:pPr algn="l">
              <a:spcAft>
                <a:spcPts val="600"/>
              </a:spcAft>
            </a:pPr>
            <a:r>
              <a:rPr lang="en-US" sz="800"/>
              <a:t>Ready for consumption</a:t>
            </a:r>
          </a:p>
        </p:txBody>
      </p:sp>
      <p:cxnSp>
        <p:nvCxnSpPr>
          <p:cNvPr id="21" name="Straight Arrow Connector 20">
            <a:extLst>
              <a:ext uri="{FF2B5EF4-FFF2-40B4-BE49-F238E27FC236}">
                <a16:creationId xmlns:a16="http://schemas.microsoft.com/office/drawing/2014/main" id="{D901D55C-69B1-B551-9442-7AB75F799C37}"/>
              </a:ext>
            </a:extLst>
          </p:cNvPr>
          <p:cNvCxnSpPr>
            <a:stCxn id="6" idx="3"/>
            <a:endCxn id="7" idx="1"/>
          </p:cNvCxnSpPr>
          <p:nvPr/>
        </p:nvCxnSpPr>
        <p:spPr>
          <a:xfrm>
            <a:off x="5605566" y="5598731"/>
            <a:ext cx="207333" cy="0"/>
          </a:xfrm>
          <a:prstGeom prst="straightConnector1">
            <a:avLst/>
          </a:prstGeom>
          <a:ln w="63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5BBF6A9-DD48-4FC3-C99B-6CC85DCC43E5}"/>
              </a:ext>
            </a:extLst>
          </p:cNvPr>
          <p:cNvCxnSpPr>
            <a:endCxn id="8" idx="1"/>
          </p:cNvCxnSpPr>
          <p:nvPr/>
        </p:nvCxnSpPr>
        <p:spPr>
          <a:xfrm flipV="1">
            <a:off x="6239527" y="5598731"/>
            <a:ext cx="136252" cy="27151"/>
          </a:xfrm>
          <a:prstGeom prst="straightConnector1">
            <a:avLst/>
          </a:prstGeom>
          <a:ln w="63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55FE0477-94FF-CC10-8407-0CDD3DC5A48D}"/>
              </a:ext>
            </a:extLst>
          </p:cNvPr>
          <p:cNvCxnSpPr>
            <a:cxnSpLocks/>
            <a:stCxn id="8" idx="3"/>
            <a:endCxn id="5" idx="1"/>
          </p:cNvCxnSpPr>
          <p:nvPr/>
        </p:nvCxnSpPr>
        <p:spPr>
          <a:xfrm>
            <a:off x="6776425" y="5598731"/>
            <a:ext cx="195285" cy="12975"/>
          </a:xfrm>
          <a:prstGeom prst="straightConnector1">
            <a:avLst/>
          </a:prstGeom>
          <a:ln w="63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Rounded Corners 27">
            <a:extLst>
              <a:ext uri="{FF2B5EF4-FFF2-40B4-BE49-F238E27FC236}">
                <a16:creationId xmlns:a16="http://schemas.microsoft.com/office/drawing/2014/main" id="{A2D1F485-D053-842D-B2D5-F2C4037195C7}"/>
              </a:ext>
            </a:extLst>
          </p:cNvPr>
          <p:cNvSpPr/>
          <p:nvPr/>
        </p:nvSpPr>
        <p:spPr>
          <a:xfrm>
            <a:off x="8472709" y="2918229"/>
            <a:ext cx="865564" cy="635590"/>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rgbClr val="000000"/>
                </a:solidFill>
                <a:latin typeface="Arial"/>
              </a:rPr>
              <a:t>MS 365 Copilot</a:t>
            </a:r>
            <a:endParaRPr kumimoji="0" lang="en-US" sz="800" b="1" i="0" u="none" strike="noStrike" kern="1200" cap="none" spc="0" normalizeH="0" baseline="0" noProof="0">
              <a:ln>
                <a:noFill/>
              </a:ln>
              <a:solidFill>
                <a:srgbClr val="000000"/>
              </a:solidFill>
              <a:effectLst/>
              <a:uLnTx/>
              <a:uFillTx/>
              <a:latin typeface="Arial"/>
              <a:ea typeface="+mn-ea"/>
              <a:cs typeface="+mn-cs"/>
            </a:endParaRPr>
          </a:p>
        </p:txBody>
      </p:sp>
      <p:sp>
        <p:nvSpPr>
          <p:cNvPr id="32" name="TextBox 31">
            <a:extLst>
              <a:ext uri="{FF2B5EF4-FFF2-40B4-BE49-F238E27FC236}">
                <a16:creationId xmlns:a16="http://schemas.microsoft.com/office/drawing/2014/main" id="{F4709C6C-03DB-5C8F-68CA-9130AC4ACDD4}"/>
              </a:ext>
            </a:extLst>
          </p:cNvPr>
          <p:cNvSpPr txBox="1"/>
          <p:nvPr/>
        </p:nvSpPr>
        <p:spPr>
          <a:xfrm>
            <a:off x="141767" y="74692"/>
            <a:ext cx="2912860" cy="272139"/>
          </a:xfrm>
          <a:prstGeom prst="rect">
            <a:avLst/>
          </a:prstGeom>
        </p:spPr>
        <p:txBody>
          <a:bodyPr vert="horz" wrap="square" lIns="0" tIns="0" rIns="0" bIns="0" rtlCol="0" anchor="t" anchorCtr="0">
            <a:noAutofit/>
          </a:bodyPr>
          <a:lstStyle/>
          <a:p>
            <a:pPr algn="l">
              <a:spcAft>
                <a:spcPts val="600"/>
              </a:spcAft>
            </a:pPr>
            <a:r>
              <a:rPr lang="en-US" sz="1400">
                <a:solidFill>
                  <a:schemeClr val="bg1">
                    <a:lumMod val="65000"/>
                  </a:schemeClr>
                </a:solidFill>
              </a:rPr>
              <a:t>DRAFT: FOR DISCUSSION</a:t>
            </a:r>
          </a:p>
        </p:txBody>
      </p:sp>
      <p:sp>
        <p:nvSpPr>
          <p:cNvPr id="3" name="TextBox 2">
            <a:extLst>
              <a:ext uri="{FF2B5EF4-FFF2-40B4-BE49-F238E27FC236}">
                <a16:creationId xmlns:a16="http://schemas.microsoft.com/office/drawing/2014/main" id="{35CD5714-3A30-BC7D-96B1-23D22EA8A07A}"/>
              </a:ext>
            </a:extLst>
          </p:cNvPr>
          <p:cNvSpPr txBox="1"/>
          <p:nvPr/>
        </p:nvSpPr>
        <p:spPr>
          <a:xfrm>
            <a:off x="995364" y="914400"/>
            <a:ext cx="10374385" cy="392358"/>
          </a:xfrm>
          <a:prstGeom prst="rect">
            <a:avLst/>
          </a:prstGeom>
        </p:spPr>
        <p:txBody>
          <a:bodyPr vert="horz" wrap="square" lIns="0" tIns="0" rIns="0" bIns="0" rtlCol="0" anchor="t" anchorCtr="0">
            <a:noAutofit/>
          </a:bodyPr>
          <a:lstStyle/>
          <a:p>
            <a:pPr algn="l">
              <a:spcAft>
                <a:spcPts val="600"/>
              </a:spcAft>
            </a:pPr>
            <a:endParaRPr lang="en-US" sz="1000">
              <a:solidFill>
                <a:schemeClr val="tx2"/>
              </a:solidFill>
            </a:endParaRPr>
          </a:p>
        </p:txBody>
      </p:sp>
      <p:sp>
        <p:nvSpPr>
          <p:cNvPr id="14" name="TextBox 13">
            <a:extLst>
              <a:ext uri="{FF2B5EF4-FFF2-40B4-BE49-F238E27FC236}">
                <a16:creationId xmlns:a16="http://schemas.microsoft.com/office/drawing/2014/main" id="{E237039F-D477-184E-93BF-3ED5277655B8}"/>
              </a:ext>
            </a:extLst>
          </p:cNvPr>
          <p:cNvSpPr txBox="1"/>
          <p:nvPr/>
        </p:nvSpPr>
        <p:spPr>
          <a:xfrm>
            <a:off x="1026352" y="947435"/>
            <a:ext cx="10374385" cy="392358"/>
          </a:xfrm>
          <a:prstGeom prst="rect">
            <a:avLst/>
          </a:prstGeom>
        </p:spPr>
        <p:txBody>
          <a:bodyPr vert="horz" wrap="square" lIns="0" tIns="0" rIns="0" bIns="0" rtlCol="0" anchor="t" anchorCtr="0">
            <a:noAutofit/>
          </a:bodyPr>
          <a:lstStyle/>
          <a:p>
            <a:pPr algn="l">
              <a:spcAft>
                <a:spcPts val="600"/>
              </a:spcAft>
            </a:pPr>
            <a:r>
              <a:rPr lang="en-US" sz="1000">
                <a:solidFill>
                  <a:schemeClr val="tx2"/>
                </a:solidFill>
              </a:rPr>
              <a:t>The conceptual reference architecture provides a high-level overview of the essential components and data flow required to enable GenAI use cases in tax, focusing on what needs to exist – such as data sources, processing layers, and user interfaces – without specifying how these elements are implemented. </a:t>
            </a:r>
          </a:p>
        </p:txBody>
      </p:sp>
      <p:sp>
        <p:nvSpPr>
          <p:cNvPr id="13" name="Rectangle: Rounded Corners 12">
            <a:extLst>
              <a:ext uri="{FF2B5EF4-FFF2-40B4-BE49-F238E27FC236}">
                <a16:creationId xmlns:a16="http://schemas.microsoft.com/office/drawing/2014/main" id="{04D5B27E-2021-B9A9-B598-8F25C21A94C3}"/>
              </a:ext>
            </a:extLst>
          </p:cNvPr>
          <p:cNvSpPr/>
          <p:nvPr/>
        </p:nvSpPr>
        <p:spPr>
          <a:xfrm>
            <a:off x="8472709" y="5230525"/>
            <a:ext cx="865564" cy="635590"/>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mn-cs"/>
              </a:rPr>
              <a:t>Disney GPT</a:t>
            </a:r>
          </a:p>
        </p:txBody>
      </p:sp>
    </p:spTree>
    <p:extLst>
      <p:ext uri="{BB962C8B-B14F-4D97-AF65-F5344CB8AC3E}">
        <p14:creationId xmlns:p14="http://schemas.microsoft.com/office/powerpoint/2010/main" val="19553594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E0ACD-2AF4-19B1-952F-77D76AF34780}"/>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D18D8B9B-AF3C-DEC6-C487-2F106828E86E}"/>
              </a:ext>
            </a:extLst>
          </p:cNvPr>
          <p:cNvSpPr/>
          <p:nvPr/>
        </p:nvSpPr>
        <p:spPr>
          <a:xfrm>
            <a:off x="0" y="6052133"/>
            <a:ext cx="12192000" cy="8934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prstClr val="white"/>
              </a:solidFill>
              <a:effectLst/>
              <a:uLnTx/>
              <a:uFillTx/>
              <a:latin typeface="Arial"/>
              <a:ea typeface="+mn-ea"/>
              <a:cs typeface="+mn-cs"/>
            </a:endParaRPr>
          </a:p>
        </p:txBody>
      </p:sp>
      <p:sp>
        <p:nvSpPr>
          <p:cNvPr id="16" name="Rectangle 15">
            <a:extLst>
              <a:ext uri="{FF2B5EF4-FFF2-40B4-BE49-F238E27FC236}">
                <a16:creationId xmlns:a16="http://schemas.microsoft.com/office/drawing/2014/main" id="{9F4F9CF6-2800-D496-C3D3-0ADFFC77D95D}"/>
              </a:ext>
            </a:extLst>
          </p:cNvPr>
          <p:cNvSpPr/>
          <p:nvPr/>
        </p:nvSpPr>
        <p:spPr>
          <a:xfrm>
            <a:off x="2891143" y="1689608"/>
            <a:ext cx="6964400" cy="4736592"/>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prstClr val="white"/>
              </a:solidFill>
              <a:effectLst/>
              <a:uLnTx/>
              <a:uFillTx/>
              <a:latin typeface="Arial"/>
              <a:ea typeface="+mn-ea"/>
              <a:cs typeface="+mn-cs"/>
            </a:endParaRPr>
          </a:p>
        </p:txBody>
      </p:sp>
      <p:sp>
        <p:nvSpPr>
          <p:cNvPr id="18" name="Rectangle: Rounded Corners 17">
            <a:extLst>
              <a:ext uri="{FF2B5EF4-FFF2-40B4-BE49-F238E27FC236}">
                <a16:creationId xmlns:a16="http://schemas.microsoft.com/office/drawing/2014/main" id="{F48B281E-6AF7-50ED-FEAC-616F8A0F1966}"/>
              </a:ext>
            </a:extLst>
          </p:cNvPr>
          <p:cNvSpPr/>
          <p:nvPr/>
        </p:nvSpPr>
        <p:spPr>
          <a:xfrm>
            <a:off x="782470" y="1893137"/>
            <a:ext cx="1729615" cy="4216059"/>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Data Sources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Systems of record containing structured and unstructured tax data.</a:t>
            </a:r>
          </a:p>
        </p:txBody>
      </p:sp>
      <p:sp>
        <p:nvSpPr>
          <p:cNvPr id="2" name="Title 1">
            <a:extLst>
              <a:ext uri="{FF2B5EF4-FFF2-40B4-BE49-F238E27FC236}">
                <a16:creationId xmlns:a16="http://schemas.microsoft.com/office/drawing/2014/main" id="{65F23E7C-912C-841B-8673-20D0831F3A26}"/>
              </a:ext>
            </a:extLst>
          </p:cNvPr>
          <p:cNvSpPr>
            <a:spLocks noGrp="1"/>
          </p:cNvSpPr>
          <p:nvPr>
            <p:ph type="title"/>
          </p:nvPr>
        </p:nvSpPr>
        <p:spPr/>
        <p:txBody>
          <a:bodyPr/>
          <a:lstStyle/>
          <a:p>
            <a:r>
              <a:rPr lang="en-US"/>
              <a:t>Reference Architecture: Logical</a:t>
            </a:r>
          </a:p>
        </p:txBody>
      </p:sp>
      <p:sp>
        <p:nvSpPr>
          <p:cNvPr id="23" name="Rectangle: Rounded Corners 22">
            <a:extLst>
              <a:ext uri="{FF2B5EF4-FFF2-40B4-BE49-F238E27FC236}">
                <a16:creationId xmlns:a16="http://schemas.microsoft.com/office/drawing/2014/main" id="{24DB20F4-A911-1447-8D27-6F9F2063A0DB}"/>
              </a:ext>
            </a:extLst>
          </p:cNvPr>
          <p:cNvSpPr/>
          <p:nvPr/>
        </p:nvSpPr>
        <p:spPr>
          <a:xfrm>
            <a:off x="3135029" y="1942300"/>
            <a:ext cx="1321687" cy="2275415"/>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Ingestion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Applications to connect and extract data from source systems. </a:t>
            </a:r>
            <a:endParaRPr kumimoji="0" lang="en-US" sz="1000" b="1"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sp>
        <p:nvSpPr>
          <p:cNvPr id="25" name="Rectangle: Rounded Corners 24">
            <a:extLst>
              <a:ext uri="{FF2B5EF4-FFF2-40B4-BE49-F238E27FC236}">
                <a16:creationId xmlns:a16="http://schemas.microsoft.com/office/drawing/2014/main" id="{0CA31E36-60CE-D849-5877-87F9AD6AF7CF}"/>
              </a:ext>
            </a:extLst>
          </p:cNvPr>
          <p:cNvSpPr/>
          <p:nvPr/>
        </p:nvSpPr>
        <p:spPr>
          <a:xfrm>
            <a:off x="4703230" y="4587015"/>
            <a:ext cx="3043738" cy="1617927"/>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Data Processing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Combine, clean, and transform data to be ready for consumption.  </a:t>
            </a: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sp>
        <p:nvSpPr>
          <p:cNvPr id="27" name="Rectangle: Rounded Corners 26">
            <a:extLst>
              <a:ext uri="{FF2B5EF4-FFF2-40B4-BE49-F238E27FC236}">
                <a16:creationId xmlns:a16="http://schemas.microsoft.com/office/drawing/2014/main" id="{E443FCD5-4446-A8C6-E70C-668E62B91610}"/>
              </a:ext>
            </a:extLst>
          </p:cNvPr>
          <p:cNvSpPr/>
          <p:nvPr/>
        </p:nvSpPr>
        <p:spPr>
          <a:xfrm>
            <a:off x="4754356" y="1923078"/>
            <a:ext cx="1321687" cy="2294638"/>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AI/ ML Accelerators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LLM base models, build and train AI models.</a:t>
            </a:r>
            <a:endParaRPr kumimoji="0" lang="en-US" sz="10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sp>
        <p:nvSpPr>
          <p:cNvPr id="30" name="Rectangle: Rounded Corners 29">
            <a:extLst>
              <a:ext uri="{FF2B5EF4-FFF2-40B4-BE49-F238E27FC236}">
                <a16:creationId xmlns:a16="http://schemas.microsoft.com/office/drawing/2014/main" id="{19DB0A50-4FC4-43A6-DFC4-53A6E140B196}"/>
              </a:ext>
            </a:extLst>
          </p:cNvPr>
          <p:cNvSpPr/>
          <p:nvPr/>
        </p:nvSpPr>
        <p:spPr>
          <a:xfrm>
            <a:off x="3135029" y="4650883"/>
            <a:ext cx="1321687" cy="1461997"/>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Storage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sp>
        <p:nvSpPr>
          <p:cNvPr id="36" name="Rectangle: Rounded Corners 35">
            <a:extLst>
              <a:ext uri="{FF2B5EF4-FFF2-40B4-BE49-F238E27FC236}">
                <a16:creationId xmlns:a16="http://schemas.microsoft.com/office/drawing/2014/main" id="{F7B52651-6C44-C65E-6EED-1E7773D6D2BB}"/>
              </a:ext>
            </a:extLst>
          </p:cNvPr>
          <p:cNvSpPr/>
          <p:nvPr/>
        </p:nvSpPr>
        <p:spPr>
          <a:xfrm>
            <a:off x="6280762" y="1942300"/>
            <a:ext cx="1321687" cy="2294638"/>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Applications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a:ea typeface="+mn-ea"/>
              <a:cs typeface="+mn-cs"/>
            </a:endParaRPr>
          </a:p>
        </p:txBody>
      </p:sp>
      <p:sp>
        <p:nvSpPr>
          <p:cNvPr id="37" name="Rectangle: Rounded Corners 36">
            <a:extLst>
              <a:ext uri="{FF2B5EF4-FFF2-40B4-BE49-F238E27FC236}">
                <a16:creationId xmlns:a16="http://schemas.microsoft.com/office/drawing/2014/main" id="{7620FD65-972F-A24F-3FF4-5EED9FD6C01B}"/>
              </a:ext>
            </a:extLst>
          </p:cNvPr>
          <p:cNvSpPr/>
          <p:nvPr/>
        </p:nvSpPr>
        <p:spPr>
          <a:xfrm>
            <a:off x="7993020" y="1862446"/>
            <a:ext cx="1511711" cy="4389547"/>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UI/UX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Users interact with applications and model outputs.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sp>
        <p:nvSpPr>
          <p:cNvPr id="40" name="Rectangle 39">
            <a:extLst>
              <a:ext uri="{FF2B5EF4-FFF2-40B4-BE49-F238E27FC236}">
                <a16:creationId xmlns:a16="http://schemas.microsoft.com/office/drawing/2014/main" id="{5349736A-2AE9-DDD4-93EA-068F48147439}"/>
              </a:ext>
            </a:extLst>
          </p:cNvPr>
          <p:cNvSpPr/>
          <p:nvPr/>
        </p:nvSpPr>
        <p:spPr>
          <a:xfrm>
            <a:off x="2512086" y="1637420"/>
            <a:ext cx="1035240" cy="2611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Cloud Network</a:t>
            </a:r>
            <a:r>
              <a:rPr kumimoji="0" lang="en-US" sz="1000" b="1" i="0" u="none" strike="noStrike" kern="1200" cap="none" spc="0" normalizeH="0" baseline="0" noProof="0">
                <a:ln>
                  <a:noFill/>
                </a:ln>
                <a:solidFill>
                  <a:prstClr val="white"/>
                </a:solidFill>
                <a:effectLst/>
                <a:uLnTx/>
                <a:uFillTx/>
                <a:latin typeface="Arial"/>
                <a:ea typeface="+mn-ea"/>
                <a:cs typeface="+mn-cs"/>
              </a:rPr>
              <a:t> </a:t>
            </a:r>
          </a:p>
        </p:txBody>
      </p:sp>
      <p:pic>
        <p:nvPicPr>
          <p:cNvPr id="39" name="Graphic 38" descr="Cloud with solid fill">
            <a:extLst>
              <a:ext uri="{FF2B5EF4-FFF2-40B4-BE49-F238E27FC236}">
                <a16:creationId xmlns:a16="http://schemas.microsoft.com/office/drawing/2014/main" id="{F95046DC-C7EE-B821-0927-C47A963C735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705051" y="1246062"/>
            <a:ext cx="586073" cy="586073"/>
          </a:xfrm>
          <a:prstGeom prst="rect">
            <a:avLst/>
          </a:prstGeom>
        </p:spPr>
      </p:pic>
      <p:pic>
        <p:nvPicPr>
          <p:cNvPr id="42" name="Graphic 41" descr="User with solid fill">
            <a:extLst>
              <a:ext uri="{FF2B5EF4-FFF2-40B4-BE49-F238E27FC236}">
                <a16:creationId xmlns:a16="http://schemas.microsoft.com/office/drawing/2014/main" id="{6459C69D-FD9C-0C1F-9BCE-EE7740D346D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60923" y="3790620"/>
            <a:ext cx="533400" cy="533400"/>
          </a:xfrm>
          <a:prstGeom prst="rect">
            <a:avLst/>
          </a:prstGeom>
        </p:spPr>
      </p:pic>
      <p:sp>
        <p:nvSpPr>
          <p:cNvPr id="43" name="Rectangle 42">
            <a:extLst>
              <a:ext uri="{FF2B5EF4-FFF2-40B4-BE49-F238E27FC236}">
                <a16:creationId xmlns:a16="http://schemas.microsoft.com/office/drawing/2014/main" id="{88B22EC6-43F1-A8E0-0371-D290007A15B1}"/>
              </a:ext>
            </a:extLst>
          </p:cNvPr>
          <p:cNvSpPr/>
          <p:nvPr/>
        </p:nvSpPr>
        <p:spPr>
          <a:xfrm>
            <a:off x="10160923" y="4251642"/>
            <a:ext cx="533400" cy="2611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User</a:t>
            </a:r>
            <a:endParaRPr kumimoji="0" lang="en-US" sz="1000" b="1" i="0" u="none" strike="noStrike" kern="1200" cap="none" spc="0" normalizeH="0" baseline="0" noProof="0">
              <a:ln>
                <a:noFill/>
              </a:ln>
              <a:solidFill>
                <a:prstClr val="white"/>
              </a:solidFill>
              <a:effectLst/>
              <a:uLnTx/>
              <a:uFillTx/>
              <a:latin typeface="Arial"/>
              <a:ea typeface="+mn-ea"/>
              <a:cs typeface="+mn-cs"/>
            </a:endParaRPr>
          </a:p>
        </p:txBody>
      </p:sp>
      <p:cxnSp>
        <p:nvCxnSpPr>
          <p:cNvPr id="51" name="Straight Arrow Connector 50">
            <a:extLst>
              <a:ext uri="{FF2B5EF4-FFF2-40B4-BE49-F238E27FC236}">
                <a16:creationId xmlns:a16="http://schemas.microsoft.com/office/drawing/2014/main" id="{46A9D90C-4995-3E29-B4EA-24E1163FF9AE}"/>
              </a:ext>
            </a:extLst>
          </p:cNvPr>
          <p:cNvCxnSpPr>
            <a:cxnSpLocks/>
            <a:endCxn id="23" idx="1"/>
          </p:cNvCxnSpPr>
          <p:nvPr/>
        </p:nvCxnSpPr>
        <p:spPr>
          <a:xfrm flipV="1">
            <a:off x="2512085" y="3080008"/>
            <a:ext cx="622944" cy="9611"/>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E318AC7E-16AB-5D00-EF23-7A6912CA6027}"/>
              </a:ext>
            </a:extLst>
          </p:cNvPr>
          <p:cNvCxnSpPr>
            <a:cxnSpLocks/>
            <a:stCxn id="23" idx="2"/>
            <a:endCxn id="30" idx="0"/>
          </p:cNvCxnSpPr>
          <p:nvPr/>
        </p:nvCxnSpPr>
        <p:spPr>
          <a:xfrm>
            <a:off x="3795873" y="4217715"/>
            <a:ext cx="0" cy="433168"/>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B31C7249-18BF-5A55-389A-E9A8C49E2322}"/>
              </a:ext>
            </a:extLst>
          </p:cNvPr>
          <p:cNvCxnSpPr>
            <a:stCxn id="37" idx="3"/>
          </p:cNvCxnSpPr>
          <p:nvPr/>
        </p:nvCxnSpPr>
        <p:spPr>
          <a:xfrm flipV="1">
            <a:off x="9504731" y="4057219"/>
            <a:ext cx="658186" cy="1"/>
          </a:xfrm>
          <a:prstGeom prst="straightConnector1">
            <a:avLst/>
          </a:prstGeom>
          <a:ln w="63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13DC7803-F922-D6EE-4A08-773A0B032FBC}"/>
              </a:ext>
            </a:extLst>
          </p:cNvPr>
          <p:cNvSpPr/>
          <p:nvPr/>
        </p:nvSpPr>
        <p:spPr>
          <a:xfrm>
            <a:off x="3296384" y="5003498"/>
            <a:ext cx="855362" cy="275077"/>
          </a:xfrm>
          <a:prstGeom prst="roundRect">
            <a:avLst/>
          </a:prstGeom>
          <a:solidFill>
            <a:schemeClr val="accent3">
              <a:lumMod val="10000"/>
              <a:lumOff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a:ln>
                  <a:noFill/>
                </a:ln>
                <a:solidFill>
                  <a:srgbClr val="000000"/>
                </a:solidFill>
                <a:effectLst/>
                <a:uLnTx/>
                <a:uFillTx/>
                <a:latin typeface="Arial"/>
                <a:ea typeface="+mn-ea"/>
                <a:cs typeface="+mn-cs"/>
              </a:rPr>
              <a:t>Data Warehouse</a:t>
            </a:r>
          </a:p>
        </p:txBody>
      </p:sp>
      <p:sp>
        <p:nvSpPr>
          <p:cNvPr id="17" name="Rectangle: Rounded Corners 16">
            <a:extLst>
              <a:ext uri="{FF2B5EF4-FFF2-40B4-BE49-F238E27FC236}">
                <a16:creationId xmlns:a16="http://schemas.microsoft.com/office/drawing/2014/main" id="{8ABFC9DD-9AAA-8C80-42D3-CD4E9E196890}"/>
              </a:ext>
            </a:extLst>
          </p:cNvPr>
          <p:cNvSpPr/>
          <p:nvPr/>
        </p:nvSpPr>
        <p:spPr>
          <a:xfrm>
            <a:off x="1064907" y="2712452"/>
            <a:ext cx="1111634" cy="815648"/>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mn-cs"/>
              </a:rPr>
              <a:t>Tax Data</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rgbClr val="000000"/>
                </a:solidFill>
                <a:latin typeface="Arial"/>
              </a:rPr>
              <a:t>Tax Applications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i="0" u="none" strike="noStrike" kern="1200" cap="none" spc="0" normalizeH="0" baseline="0" noProof="0">
                <a:ln>
                  <a:noFill/>
                </a:ln>
                <a:solidFill>
                  <a:srgbClr val="000000"/>
                </a:solidFill>
                <a:effectLst/>
                <a:uLnTx/>
                <a:uFillTx/>
                <a:latin typeface="Arial"/>
                <a:ea typeface="+mn-ea"/>
                <a:cs typeface="+mn-cs"/>
              </a:rPr>
              <a:t>Tax Users</a:t>
            </a:r>
          </a:p>
        </p:txBody>
      </p:sp>
      <p:sp>
        <p:nvSpPr>
          <p:cNvPr id="19" name="Rectangle: Rounded Corners 18">
            <a:extLst>
              <a:ext uri="{FF2B5EF4-FFF2-40B4-BE49-F238E27FC236}">
                <a16:creationId xmlns:a16="http://schemas.microsoft.com/office/drawing/2014/main" id="{B1346C34-3B7A-CEB9-38B5-8C5B5C320A85}"/>
              </a:ext>
            </a:extLst>
          </p:cNvPr>
          <p:cNvSpPr/>
          <p:nvPr/>
        </p:nvSpPr>
        <p:spPr>
          <a:xfrm>
            <a:off x="1064907" y="3701471"/>
            <a:ext cx="1111634" cy="815648"/>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mn-cs"/>
              </a:rPr>
              <a:t>Enterprise Data</a:t>
            </a:r>
          </a:p>
        </p:txBody>
      </p:sp>
      <p:sp>
        <p:nvSpPr>
          <p:cNvPr id="20" name="Rectangle: Rounded Corners 19">
            <a:extLst>
              <a:ext uri="{FF2B5EF4-FFF2-40B4-BE49-F238E27FC236}">
                <a16:creationId xmlns:a16="http://schemas.microsoft.com/office/drawing/2014/main" id="{511ED0AE-995D-F6FC-7F9B-9CCA3D21CBBF}"/>
              </a:ext>
            </a:extLst>
          </p:cNvPr>
          <p:cNvSpPr/>
          <p:nvPr/>
        </p:nvSpPr>
        <p:spPr>
          <a:xfrm>
            <a:off x="1064907" y="4701980"/>
            <a:ext cx="1111634" cy="815648"/>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mn-cs"/>
              </a:rPr>
              <a:t>3</a:t>
            </a:r>
            <a:r>
              <a:rPr kumimoji="0" lang="en-US" sz="800" b="1" i="0" u="none" strike="noStrike" kern="1200" cap="none" spc="0" normalizeH="0" baseline="30000" noProof="0">
                <a:ln>
                  <a:noFill/>
                </a:ln>
                <a:solidFill>
                  <a:srgbClr val="000000"/>
                </a:solidFill>
                <a:effectLst/>
                <a:uLnTx/>
                <a:uFillTx/>
                <a:latin typeface="Arial"/>
                <a:ea typeface="+mn-ea"/>
                <a:cs typeface="+mn-cs"/>
              </a:rPr>
              <a:t>rd</a:t>
            </a:r>
            <a:r>
              <a:rPr kumimoji="0" lang="en-US" sz="800" b="1" i="0" u="none" strike="noStrike" kern="1200" cap="none" spc="0" normalizeH="0" baseline="0" noProof="0">
                <a:ln>
                  <a:noFill/>
                </a:ln>
                <a:solidFill>
                  <a:srgbClr val="000000"/>
                </a:solidFill>
                <a:effectLst/>
                <a:uLnTx/>
                <a:uFillTx/>
                <a:latin typeface="Arial"/>
                <a:ea typeface="+mn-ea"/>
                <a:cs typeface="+mn-cs"/>
              </a:rPr>
              <a:t> Party Data</a:t>
            </a:r>
          </a:p>
        </p:txBody>
      </p:sp>
      <p:cxnSp>
        <p:nvCxnSpPr>
          <p:cNvPr id="31" name="Straight Arrow Connector 30">
            <a:extLst>
              <a:ext uri="{FF2B5EF4-FFF2-40B4-BE49-F238E27FC236}">
                <a16:creationId xmlns:a16="http://schemas.microsoft.com/office/drawing/2014/main" id="{9676425A-822A-D236-E84E-683EA7DE0810}"/>
              </a:ext>
            </a:extLst>
          </p:cNvPr>
          <p:cNvCxnSpPr>
            <a:cxnSpLocks/>
            <a:stCxn id="30" idx="3"/>
            <a:endCxn id="25" idx="1"/>
          </p:cNvCxnSpPr>
          <p:nvPr/>
        </p:nvCxnSpPr>
        <p:spPr>
          <a:xfrm>
            <a:off x="4456716" y="5381882"/>
            <a:ext cx="246514" cy="14097"/>
          </a:xfrm>
          <a:prstGeom prst="straightConnector1">
            <a:avLst/>
          </a:prstGeom>
          <a:ln w="63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E2668220-1B2D-FD42-4B38-66320B6EC13A}"/>
              </a:ext>
            </a:extLst>
          </p:cNvPr>
          <p:cNvCxnSpPr>
            <a:cxnSpLocks/>
            <a:stCxn id="27" idx="2"/>
          </p:cNvCxnSpPr>
          <p:nvPr/>
        </p:nvCxnSpPr>
        <p:spPr>
          <a:xfrm>
            <a:off x="5415200" y="4217716"/>
            <a:ext cx="0" cy="375297"/>
          </a:xfrm>
          <a:prstGeom prst="straightConnector1">
            <a:avLst/>
          </a:prstGeom>
          <a:ln w="63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EF19CE6F-4142-1CF0-2D33-F6E0E559CE5D}"/>
              </a:ext>
            </a:extLst>
          </p:cNvPr>
          <p:cNvCxnSpPr>
            <a:cxnSpLocks/>
            <a:stCxn id="36" idx="2"/>
          </p:cNvCxnSpPr>
          <p:nvPr/>
        </p:nvCxnSpPr>
        <p:spPr>
          <a:xfrm>
            <a:off x="6941606" y="4236938"/>
            <a:ext cx="0" cy="356075"/>
          </a:xfrm>
          <a:prstGeom prst="straightConnector1">
            <a:avLst/>
          </a:prstGeom>
          <a:ln w="63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B3FAF4E0-F7C3-DC00-D400-15E360B6BE91}"/>
              </a:ext>
            </a:extLst>
          </p:cNvPr>
          <p:cNvCxnSpPr>
            <a:stCxn id="36" idx="3"/>
          </p:cNvCxnSpPr>
          <p:nvPr/>
        </p:nvCxnSpPr>
        <p:spPr>
          <a:xfrm flipV="1">
            <a:off x="7602449" y="3080008"/>
            <a:ext cx="390571" cy="9611"/>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 name="Rectangle: Rounded Corners 5">
            <a:extLst>
              <a:ext uri="{FF2B5EF4-FFF2-40B4-BE49-F238E27FC236}">
                <a16:creationId xmlns:a16="http://schemas.microsoft.com/office/drawing/2014/main" id="{5D311666-2C34-51E6-D4F4-7694FE4BCB84}"/>
              </a:ext>
            </a:extLst>
          </p:cNvPr>
          <p:cNvSpPr/>
          <p:nvPr/>
        </p:nvSpPr>
        <p:spPr>
          <a:xfrm>
            <a:off x="4826115" y="2710254"/>
            <a:ext cx="496162" cy="430451"/>
          </a:xfrm>
          <a:prstGeom prst="roundRect">
            <a:avLst/>
          </a:prstGeom>
          <a:solidFill>
            <a:schemeClr val="accent3">
              <a:lumMod val="10000"/>
              <a:lumOff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a:ln>
                  <a:noFill/>
                </a:ln>
                <a:solidFill>
                  <a:srgbClr val="000000"/>
                </a:solidFill>
                <a:effectLst/>
                <a:uLnTx/>
                <a:uFillTx/>
                <a:latin typeface="Arial"/>
                <a:ea typeface="+mn-ea"/>
                <a:cs typeface="+mn-cs"/>
              </a:rPr>
              <a:t>LLMs</a:t>
            </a:r>
          </a:p>
        </p:txBody>
      </p:sp>
      <p:sp>
        <p:nvSpPr>
          <p:cNvPr id="7" name="Rectangle: Rounded Corners 6">
            <a:extLst>
              <a:ext uri="{FF2B5EF4-FFF2-40B4-BE49-F238E27FC236}">
                <a16:creationId xmlns:a16="http://schemas.microsoft.com/office/drawing/2014/main" id="{78550389-DDB4-80B5-DB2B-FE2C7D27A42B}"/>
              </a:ext>
            </a:extLst>
          </p:cNvPr>
          <p:cNvSpPr/>
          <p:nvPr/>
        </p:nvSpPr>
        <p:spPr>
          <a:xfrm>
            <a:off x="5415198" y="2707675"/>
            <a:ext cx="496162" cy="430451"/>
          </a:xfrm>
          <a:prstGeom prst="roundRect">
            <a:avLst/>
          </a:prstGeom>
          <a:solidFill>
            <a:schemeClr val="accent3">
              <a:lumMod val="10000"/>
              <a:lumOff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a:ln>
                  <a:noFill/>
                </a:ln>
                <a:solidFill>
                  <a:srgbClr val="000000"/>
                </a:solidFill>
                <a:effectLst/>
                <a:uLnTx/>
                <a:uFillTx/>
                <a:latin typeface="Arial"/>
                <a:ea typeface="+mn-ea"/>
                <a:cs typeface="+mn-cs"/>
              </a:rPr>
              <a:t>ML Models</a:t>
            </a:r>
          </a:p>
        </p:txBody>
      </p:sp>
      <p:sp>
        <p:nvSpPr>
          <p:cNvPr id="8" name="Rectangle: Rounded Corners 7">
            <a:extLst>
              <a:ext uri="{FF2B5EF4-FFF2-40B4-BE49-F238E27FC236}">
                <a16:creationId xmlns:a16="http://schemas.microsoft.com/office/drawing/2014/main" id="{CF19F9DF-2B0E-C998-26B4-AB8E8BBBEFDB}"/>
              </a:ext>
            </a:extLst>
          </p:cNvPr>
          <p:cNvSpPr/>
          <p:nvPr/>
        </p:nvSpPr>
        <p:spPr>
          <a:xfrm>
            <a:off x="3391239" y="2714363"/>
            <a:ext cx="795203" cy="365645"/>
          </a:xfrm>
          <a:prstGeom prst="roundRect">
            <a:avLst/>
          </a:prstGeom>
          <a:solidFill>
            <a:schemeClr val="accent3">
              <a:lumMod val="10000"/>
              <a:lumOff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a:ln>
                  <a:noFill/>
                </a:ln>
                <a:solidFill>
                  <a:srgbClr val="000000"/>
                </a:solidFill>
                <a:effectLst/>
                <a:uLnTx/>
                <a:uFillTx/>
                <a:latin typeface="Arial"/>
                <a:ea typeface="+mn-ea"/>
                <a:cs typeface="+mn-cs"/>
              </a:rPr>
              <a:t>Data Collection</a:t>
            </a:r>
          </a:p>
        </p:txBody>
      </p:sp>
      <p:sp>
        <p:nvSpPr>
          <p:cNvPr id="9" name="Rectangle: Rounded Corners 8">
            <a:extLst>
              <a:ext uri="{FF2B5EF4-FFF2-40B4-BE49-F238E27FC236}">
                <a16:creationId xmlns:a16="http://schemas.microsoft.com/office/drawing/2014/main" id="{7D51E732-2B06-C499-39B0-0ADB5F0F4DFD}"/>
              </a:ext>
            </a:extLst>
          </p:cNvPr>
          <p:cNvSpPr/>
          <p:nvPr/>
        </p:nvSpPr>
        <p:spPr>
          <a:xfrm>
            <a:off x="6565588" y="2414724"/>
            <a:ext cx="661182" cy="430451"/>
          </a:xfrm>
          <a:prstGeom prst="roundRect">
            <a:avLst/>
          </a:prstGeom>
          <a:solidFill>
            <a:schemeClr val="accent3">
              <a:lumMod val="10000"/>
              <a:lumOff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a:ln>
                  <a:noFill/>
                </a:ln>
                <a:solidFill>
                  <a:srgbClr val="000000"/>
                </a:solidFill>
                <a:effectLst/>
                <a:uLnTx/>
                <a:uFillTx/>
                <a:latin typeface="Arial"/>
                <a:ea typeface="+mn-ea"/>
                <a:cs typeface="+mn-cs"/>
              </a:rPr>
              <a:t>Out of the box AI Apps</a:t>
            </a:r>
          </a:p>
        </p:txBody>
      </p:sp>
      <p:sp>
        <p:nvSpPr>
          <p:cNvPr id="10" name="Rectangle: Rounded Corners 9">
            <a:extLst>
              <a:ext uri="{FF2B5EF4-FFF2-40B4-BE49-F238E27FC236}">
                <a16:creationId xmlns:a16="http://schemas.microsoft.com/office/drawing/2014/main" id="{FAF9C6F3-F1FC-C382-A401-FD05EE9F340E}"/>
              </a:ext>
            </a:extLst>
          </p:cNvPr>
          <p:cNvSpPr/>
          <p:nvPr/>
        </p:nvSpPr>
        <p:spPr>
          <a:xfrm>
            <a:off x="6565588" y="3553829"/>
            <a:ext cx="716583" cy="430451"/>
          </a:xfrm>
          <a:prstGeom prst="roundRect">
            <a:avLst/>
          </a:prstGeom>
          <a:solidFill>
            <a:schemeClr val="accent3">
              <a:lumMod val="10000"/>
              <a:lumOff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a:ln>
                  <a:noFill/>
                </a:ln>
                <a:solidFill>
                  <a:srgbClr val="000000"/>
                </a:solidFill>
                <a:effectLst/>
                <a:uLnTx/>
                <a:uFillTx/>
                <a:latin typeface="Arial"/>
                <a:ea typeface="+mn-ea"/>
                <a:cs typeface="+mn-cs"/>
              </a:rPr>
              <a:t>AI App Management</a:t>
            </a:r>
          </a:p>
        </p:txBody>
      </p:sp>
      <p:sp>
        <p:nvSpPr>
          <p:cNvPr id="11" name="Rectangle: Rounded Corners 10">
            <a:extLst>
              <a:ext uri="{FF2B5EF4-FFF2-40B4-BE49-F238E27FC236}">
                <a16:creationId xmlns:a16="http://schemas.microsoft.com/office/drawing/2014/main" id="{B8ECB80A-0BC0-0F1F-ACAD-A6C693A1333A}"/>
              </a:ext>
            </a:extLst>
          </p:cNvPr>
          <p:cNvSpPr/>
          <p:nvPr/>
        </p:nvSpPr>
        <p:spPr>
          <a:xfrm>
            <a:off x="5056906" y="3790620"/>
            <a:ext cx="716584" cy="191774"/>
          </a:xfrm>
          <a:prstGeom prst="roundRect">
            <a:avLst/>
          </a:prstGeom>
          <a:solidFill>
            <a:schemeClr val="accent3">
              <a:lumMod val="10000"/>
              <a:lumOff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a:ln>
                  <a:noFill/>
                </a:ln>
                <a:solidFill>
                  <a:srgbClr val="000000"/>
                </a:solidFill>
                <a:effectLst/>
                <a:uLnTx/>
                <a:uFillTx/>
                <a:latin typeface="Arial"/>
                <a:ea typeface="+mn-ea"/>
                <a:cs typeface="+mn-cs"/>
              </a:rPr>
              <a:t>RAG</a:t>
            </a:r>
          </a:p>
        </p:txBody>
      </p:sp>
      <p:sp>
        <p:nvSpPr>
          <p:cNvPr id="12" name="Rectangle: Rounded Corners 11">
            <a:extLst>
              <a:ext uri="{FF2B5EF4-FFF2-40B4-BE49-F238E27FC236}">
                <a16:creationId xmlns:a16="http://schemas.microsoft.com/office/drawing/2014/main" id="{C431A4ED-8700-498D-D441-587D73531367}"/>
              </a:ext>
            </a:extLst>
          </p:cNvPr>
          <p:cNvSpPr/>
          <p:nvPr/>
        </p:nvSpPr>
        <p:spPr>
          <a:xfrm>
            <a:off x="3286627" y="5378456"/>
            <a:ext cx="858768" cy="264042"/>
          </a:xfrm>
          <a:prstGeom prst="roundRect">
            <a:avLst/>
          </a:prstGeom>
          <a:solidFill>
            <a:schemeClr val="accent3">
              <a:lumMod val="10000"/>
              <a:lumOff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a:ln>
                  <a:noFill/>
                </a:ln>
                <a:solidFill>
                  <a:srgbClr val="000000"/>
                </a:solidFill>
                <a:effectLst/>
                <a:uLnTx/>
                <a:uFillTx/>
                <a:latin typeface="Arial"/>
                <a:ea typeface="+mn-ea"/>
                <a:cs typeface="+mn-cs"/>
              </a:rPr>
              <a:t>Data Lakehouse</a:t>
            </a:r>
          </a:p>
        </p:txBody>
      </p:sp>
      <p:sp>
        <p:nvSpPr>
          <p:cNvPr id="21" name="Rectangle: Rounded Corners 20">
            <a:extLst>
              <a:ext uri="{FF2B5EF4-FFF2-40B4-BE49-F238E27FC236}">
                <a16:creationId xmlns:a16="http://schemas.microsoft.com/office/drawing/2014/main" id="{248880CE-D181-238F-34DA-92BACF6EB215}"/>
              </a:ext>
            </a:extLst>
          </p:cNvPr>
          <p:cNvSpPr/>
          <p:nvPr/>
        </p:nvSpPr>
        <p:spPr>
          <a:xfrm>
            <a:off x="3294681" y="5727674"/>
            <a:ext cx="858768" cy="264043"/>
          </a:xfrm>
          <a:prstGeom prst="roundRect">
            <a:avLst/>
          </a:prstGeom>
          <a:solidFill>
            <a:schemeClr val="accent3">
              <a:lumMod val="10000"/>
              <a:lumOff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a:ln>
                  <a:noFill/>
                </a:ln>
                <a:solidFill>
                  <a:srgbClr val="000000"/>
                </a:solidFill>
                <a:effectLst/>
                <a:uLnTx/>
                <a:uFillTx/>
                <a:latin typeface="Arial"/>
                <a:ea typeface="+mn-ea"/>
                <a:cs typeface="+mn-cs"/>
              </a:rPr>
              <a:t>Cloud Storage</a:t>
            </a:r>
          </a:p>
        </p:txBody>
      </p:sp>
      <p:sp>
        <p:nvSpPr>
          <p:cNvPr id="4" name="Rectangle: Rounded Corners 3">
            <a:extLst>
              <a:ext uri="{FF2B5EF4-FFF2-40B4-BE49-F238E27FC236}">
                <a16:creationId xmlns:a16="http://schemas.microsoft.com/office/drawing/2014/main" id="{1D52450F-08D3-E312-4E55-725FCF120067}"/>
              </a:ext>
            </a:extLst>
          </p:cNvPr>
          <p:cNvSpPr/>
          <p:nvPr/>
        </p:nvSpPr>
        <p:spPr>
          <a:xfrm>
            <a:off x="3398270" y="3184134"/>
            <a:ext cx="795203" cy="365646"/>
          </a:xfrm>
          <a:prstGeom prst="roundRect">
            <a:avLst/>
          </a:prstGeom>
          <a:solidFill>
            <a:schemeClr val="accent3">
              <a:lumMod val="10000"/>
              <a:lumOff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a:ln>
                  <a:noFill/>
                </a:ln>
                <a:solidFill>
                  <a:srgbClr val="000000"/>
                </a:solidFill>
                <a:effectLst/>
                <a:uLnTx/>
                <a:uFillTx/>
                <a:latin typeface="Arial"/>
                <a:ea typeface="+mn-ea"/>
                <a:cs typeface="+mn-cs"/>
              </a:rPr>
              <a:t>Data Transformation</a:t>
            </a:r>
          </a:p>
        </p:txBody>
      </p:sp>
      <p:sp>
        <p:nvSpPr>
          <p:cNvPr id="5" name="Rectangle: Rounded Corners 4">
            <a:extLst>
              <a:ext uri="{FF2B5EF4-FFF2-40B4-BE49-F238E27FC236}">
                <a16:creationId xmlns:a16="http://schemas.microsoft.com/office/drawing/2014/main" id="{835437B3-81DC-14C1-FD53-4CB376002346}"/>
              </a:ext>
            </a:extLst>
          </p:cNvPr>
          <p:cNvSpPr/>
          <p:nvPr/>
        </p:nvSpPr>
        <p:spPr>
          <a:xfrm>
            <a:off x="3396965" y="3726087"/>
            <a:ext cx="795203" cy="365646"/>
          </a:xfrm>
          <a:prstGeom prst="roundRect">
            <a:avLst/>
          </a:prstGeom>
          <a:solidFill>
            <a:schemeClr val="accent3">
              <a:lumMod val="10000"/>
              <a:lumOff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a:ln>
                  <a:noFill/>
                </a:ln>
                <a:solidFill>
                  <a:srgbClr val="000000"/>
                </a:solidFill>
                <a:effectLst/>
                <a:uLnTx/>
                <a:uFillTx/>
                <a:latin typeface="Arial"/>
                <a:ea typeface="+mn-ea"/>
                <a:cs typeface="+mn-cs"/>
              </a:rPr>
              <a:t>Data Loading</a:t>
            </a:r>
          </a:p>
        </p:txBody>
      </p:sp>
      <p:sp>
        <p:nvSpPr>
          <p:cNvPr id="22" name="Rectangle: Rounded Corners 21">
            <a:extLst>
              <a:ext uri="{FF2B5EF4-FFF2-40B4-BE49-F238E27FC236}">
                <a16:creationId xmlns:a16="http://schemas.microsoft.com/office/drawing/2014/main" id="{87AEBB97-4A5A-01A6-B911-55FF336C90C2}"/>
              </a:ext>
            </a:extLst>
          </p:cNvPr>
          <p:cNvSpPr/>
          <p:nvPr/>
        </p:nvSpPr>
        <p:spPr>
          <a:xfrm>
            <a:off x="6565588" y="2982574"/>
            <a:ext cx="661182" cy="430451"/>
          </a:xfrm>
          <a:prstGeom prst="roundRect">
            <a:avLst/>
          </a:prstGeom>
          <a:solidFill>
            <a:schemeClr val="accent3">
              <a:lumMod val="10000"/>
              <a:lumOff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a:ln>
                  <a:noFill/>
                </a:ln>
                <a:solidFill>
                  <a:srgbClr val="000000"/>
                </a:solidFill>
                <a:effectLst/>
                <a:uLnTx/>
                <a:uFillTx/>
                <a:latin typeface="Arial"/>
                <a:ea typeface="+mn-ea"/>
                <a:cs typeface="+mn-cs"/>
              </a:rPr>
              <a:t>Custom AI apps</a:t>
            </a:r>
          </a:p>
        </p:txBody>
      </p:sp>
      <p:sp>
        <p:nvSpPr>
          <p:cNvPr id="24" name="Rectangle: Rounded Corners 23">
            <a:extLst>
              <a:ext uri="{FF2B5EF4-FFF2-40B4-BE49-F238E27FC236}">
                <a16:creationId xmlns:a16="http://schemas.microsoft.com/office/drawing/2014/main" id="{C6878047-C5B5-C310-37E9-81D54D2444D7}"/>
              </a:ext>
            </a:extLst>
          </p:cNvPr>
          <p:cNvSpPr/>
          <p:nvPr/>
        </p:nvSpPr>
        <p:spPr>
          <a:xfrm>
            <a:off x="8278183" y="2780560"/>
            <a:ext cx="775048" cy="430451"/>
          </a:xfrm>
          <a:prstGeom prst="roundRect">
            <a:avLst/>
          </a:prstGeom>
          <a:solidFill>
            <a:schemeClr val="accent3">
              <a:lumMod val="10000"/>
              <a:lumOff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a:ln>
                  <a:noFill/>
                </a:ln>
                <a:solidFill>
                  <a:srgbClr val="000000"/>
                </a:solidFill>
                <a:effectLst/>
                <a:uLnTx/>
                <a:uFillTx/>
                <a:latin typeface="Arial"/>
                <a:ea typeface="+mn-ea"/>
                <a:cs typeface="+mn-cs"/>
              </a:rPr>
              <a:t>Custom chat interfaces</a:t>
            </a:r>
          </a:p>
        </p:txBody>
      </p:sp>
      <p:sp>
        <p:nvSpPr>
          <p:cNvPr id="28" name="Rectangle: Rounded Corners 27">
            <a:extLst>
              <a:ext uri="{FF2B5EF4-FFF2-40B4-BE49-F238E27FC236}">
                <a16:creationId xmlns:a16="http://schemas.microsoft.com/office/drawing/2014/main" id="{53C96E88-ECC1-F941-9C3B-FC60AD691847}"/>
              </a:ext>
            </a:extLst>
          </p:cNvPr>
          <p:cNvSpPr/>
          <p:nvPr/>
        </p:nvSpPr>
        <p:spPr>
          <a:xfrm>
            <a:off x="5048855" y="3327659"/>
            <a:ext cx="716584" cy="326099"/>
          </a:xfrm>
          <a:prstGeom prst="roundRect">
            <a:avLst/>
          </a:prstGeom>
          <a:solidFill>
            <a:schemeClr val="accent3">
              <a:lumMod val="10000"/>
              <a:lumOff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a:ln>
                  <a:noFill/>
                </a:ln>
                <a:solidFill>
                  <a:srgbClr val="000000"/>
                </a:solidFill>
                <a:effectLst/>
                <a:uLnTx/>
                <a:uFillTx/>
                <a:latin typeface="Arial"/>
                <a:ea typeface="+mn-ea"/>
                <a:cs typeface="+mn-cs"/>
              </a:rPr>
              <a:t>Functionally tuned agents</a:t>
            </a:r>
          </a:p>
        </p:txBody>
      </p:sp>
      <p:sp>
        <p:nvSpPr>
          <p:cNvPr id="29" name="Rectangle: Rounded Corners 28">
            <a:extLst>
              <a:ext uri="{FF2B5EF4-FFF2-40B4-BE49-F238E27FC236}">
                <a16:creationId xmlns:a16="http://schemas.microsoft.com/office/drawing/2014/main" id="{86B2240A-D7F1-E88B-2FE3-11729FC2CACE}"/>
              </a:ext>
            </a:extLst>
          </p:cNvPr>
          <p:cNvSpPr/>
          <p:nvPr/>
        </p:nvSpPr>
        <p:spPr>
          <a:xfrm>
            <a:off x="8278183" y="3376214"/>
            <a:ext cx="775048" cy="430451"/>
          </a:xfrm>
          <a:prstGeom prst="roundRect">
            <a:avLst/>
          </a:prstGeom>
          <a:solidFill>
            <a:schemeClr val="accent3">
              <a:lumMod val="10000"/>
              <a:lumOff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rgbClr val="000000"/>
                </a:solidFill>
                <a:latin typeface="Arial"/>
              </a:rPr>
              <a:t>AI Agents</a:t>
            </a:r>
            <a:endParaRPr kumimoji="0" lang="en-US" sz="700" i="0" u="none" strike="noStrike" kern="1200" cap="none" spc="0" normalizeH="0" baseline="0" noProof="0">
              <a:ln>
                <a:noFill/>
              </a:ln>
              <a:solidFill>
                <a:srgbClr val="000000"/>
              </a:solidFill>
              <a:effectLst/>
              <a:uLnTx/>
              <a:uFillTx/>
              <a:latin typeface="Arial"/>
              <a:ea typeface="+mn-ea"/>
              <a:cs typeface="+mn-cs"/>
            </a:endParaRPr>
          </a:p>
        </p:txBody>
      </p:sp>
      <p:sp>
        <p:nvSpPr>
          <p:cNvPr id="33" name="Flowchart: Multidocument 32">
            <a:extLst>
              <a:ext uri="{FF2B5EF4-FFF2-40B4-BE49-F238E27FC236}">
                <a16:creationId xmlns:a16="http://schemas.microsoft.com/office/drawing/2014/main" id="{AA44A1CA-0A06-C2AF-5B8E-993E70C88165}"/>
              </a:ext>
            </a:extLst>
          </p:cNvPr>
          <p:cNvSpPr/>
          <p:nvPr/>
        </p:nvSpPr>
        <p:spPr>
          <a:xfrm>
            <a:off x="6808226" y="5243767"/>
            <a:ext cx="757147" cy="590524"/>
          </a:xfrm>
          <a:prstGeom prst="flowChartMultidocument">
            <a:avLst/>
          </a:prstGeom>
          <a:solidFill>
            <a:schemeClr val="bg1"/>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34" name="Flowchart: Preparation 33">
            <a:extLst>
              <a:ext uri="{FF2B5EF4-FFF2-40B4-BE49-F238E27FC236}">
                <a16:creationId xmlns:a16="http://schemas.microsoft.com/office/drawing/2014/main" id="{EA2DD67E-2F1B-8615-47F9-FB991FB67AD2}"/>
              </a:ext>
            </a:extLst>
          </p:cNvPr>
          <p:cNvSpPr/>
          <p:nvPr/>
        </p:nvSpPr>
        <p:spPr>
          <a:xfrm>
            <a:off x="5041436" y="5344533"/>
            <a:ext cx="400646" cy="363041"/>
          </a:xfrm>
          <a:prstGeom prst="flowChartPreparation">
            <a:avLst/>
          </a:prstGeom>
          <a:solidFill>
            <a:schemeClr val="bg1"/>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800">
                <a:solidFill>
                  <a:schemeClr val="bg1"/>
                </a:solidFill>
              </a:rPr>
              <a:t>Combine </a:t>
            </a:r>
          </a:p>
        </p:txBody>
      </p:sp>
      <p:sp>
        <p:nvSpPr>
          <p:cNvPr id="52" name="Flowchart: Preparation 51">
            <a:extLst>
              <a:ext uri="{FF2B5EF4-FFF2-40B4-BE49-F238E27FC236}">
                <a16:creationId xmlns:a16="http://schemas.microsoft.com/office/drawing/2014/main" id="{D46F998F-7EB8-05AB-EEC6-220B37320899}"/>
              </a:ext>
            </a:extLst>
          </p:cNvPr>
          <p:cNvSpPr/>
          <p:nvPr/>
        </p:nvSpPr>
        <p:spPr>
          <a:xfrm>
            <a:off x="5649415" y="5344533"/>
            <a:ext cx="400646" cy="363041"/>
          </a:xfrm>
          <a:prstGeom prst="flowChartPreparation">
            <a:avLst/>
          </a:prstGeom>
          <a:solidFill>
            <a:schemeClr val="bg1"/>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800">
                <a:solidFill>
                  <a:schemeClr val="bg1"/>
                </a:solidFill>
              </a:rPr>
              <a:t>Combine </a:t>
            </a:r>
          </a:p>
        </p:txBody>
      </p:sp>
      <p:sp>
        <p:nvSpPr>
          <p:cNvPr id="55" name="Flowchart: Preparation 54">
            <a:extLst>
              <a:ext uri="{FF2B5EF4-FFF2-40B4-BE49-F238E27FC236}">
                <a16:creationId xmlns:a16="http://schemas.microsoft.com/office/drawing/2014/main" id="{414F3F3A-85F9-BE42-CDB3-9F74A54D156E}"/>
              </a:ext>
            </a:extLst>
          </p:cNvPr>
          <p:cNvSpPr/>
          <p:nvPr/>
        </p:nvSpPr>
        <p:spPr>
          <a:xfrm>
            <a:off x="6212295" y="5344533"/>
            <a:ext cx="400646" cy="363041"/>
          </a:xfrm>
          <a:prstGeom prst="flowChartPreparation">
            <a:avLst/>
          </a:prstGeom>
          <a:solidFill>
            <a:schemeClr val="bg1"/>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800">
                <a:solidFill>
                  <a:schemeClr val="bg1"/>
                </a:solidFill>
              </a:rPr>
              <a:t>Combine </a:t>
            </a:r>
          </a:p>
        </p:txBody>
      </p:sp>
      <p:sp>
        <p:nvSpPr>
          <p:cNvPr id="56" name="TextBox 55">
            <a:extLst>
              <a:ext uri="{FF2B5EF4-FFF2-40B4-BE49-F238E27FC236}">
                <a16:creationId xmlns:a16="http://schemas.microsoft.com/office/drawing/2014/main" id="{4092349F-BB47-D797-F77B-74C48A5DD80B}"/>
              </a:ext>
            </a:extLst>
          </p:cNvPr>
          <p:cNvSpPr txBox="1"/>
          <p:nvPr/>
        </p:nvSpPr>
        <p:spPr>
          <a:xfrm>
            <a:off x="5056906" y="5790256"/>
            <a:ext cx="932931" cy="191387"/>
          </a:xfrm>
          <a:prstGeom prst="rect">
            <a:avLst/>
          </a:prstGeom>
        </p:spPr>
        <p:txBody>
          <a:bodyPr vert="horz" wrap="square" lIns="0" tIns="0" rIns="0" bIns="0" rtlCol="0" anchor="t" anchorCtr="0">
            <a:noAutofit/>
          </a:bodyPr>
          <a:lstStyle/>
          <a:p>
            <a:pPr algn="l">
              <a:spcAft>
                <a:spcPts val="600"/>
              </a:spcAft>
            </a:pPr>
            <a:r>
              <a:rPr lang="en-US" sz="800"/>
              <a:t>Combine</a:t>
            </a:r>
          </a:p>
        </p:txBody>
      </p:sp>
      <p:sp>
        <p:nvSpPr>
          <p:cNvPr id="57" name="TextBox 56">
            <a:extLst>
              <a:ext uri="{FF2B5EF4-FFF2-40B4-BE49-F238E27FC236}">
                <a16:creationId xmlns:a16="http://schemas.microsoft.com/office/drawing/2014/main" id="{D878F07E-B32C-6C45-7BFE-43E93C3AB595}"/>
              </a:ext>
            </a:extLst>
          </p:cNvPr>
          <p:cNvSpPr txBox="1"/>
          <p:nvPr/>
        </p:nvSpPr>
        <p:spPr>
          <a:xfrm>
            <a:off x="5734370" y="5808971"/>
            <a:ext cx="932931" cy="191387"/>
          </a:xfrm>
          <a:prstGeom prst="rect">
            <a:avLst/>
          </a:prstGeom>
        </p:spPr>
        <p:txBody>
          <a:bodyPr vert="horz" wrap="square" lIns="0" tIns="0" rIns="0" bIns="0" rtlCol="0" anchor="t" anchorCtr="0">
            <a:noAutofit/>
          </a:bodyPr>
          <a:lstStyle/>
          <a:p>
            <a:pPr algn="l">
              <a:spcAft>
                <a:spcPts val="600"/>
              </a:spcAft>
            </a:pPr>
            <a:r>
              <a:rPr lang="en-US" sz="800"/>
              <a:t>Clean</a:t>
            </a:r>
          </a:p>
        </p:txBody>
      </p:sp>
      <p:sp>
        <p:nvSpPr>
          <p:cNvPr id="60" name="TextBox 59">
            <a:extLst>
              <a:ext uri="{FF2B5EF4-FFF2-40B4-BE49-F238E27FC236}">
                <a16:creationId xmlns:a16="http://schemas.microsoft.com/office/drawing/2014/main" id="{E514D56E-E556-B6B2-0714-B7168EA9A59E}"/>
              </a:ext>
            </a:extLst>
          </p:cNvPr>
          <p:cNvSpPr txBox="1"/>
          <p:nvPr/>
        </p:nvSpPr>
        <p:spPr>
          <a:xfrm>
            <a:off x="6205878" y="5812519"/>
            <a:ext cx="932931" cy="191387"/>
          </a:xfrm>
          <a:prstGeom prst="rect">
            <a:avLst/>
          </a:prstGeom>
        </p:spPr>
        <p:txBody>
          <a:bodyPr vert="horz" wrap="square" lIns="0" tIns="0" rIns="0" bIns="0" rtlCol="0" anchor="t" anchorCtr="0">
            <a:noAutofit/>
          </a:bodyPr>
          <a:lstStyle/>
          <a:p>
            <a:pPr algn="l">
              <a:spcAft>
                <a:spcPts val="600"/>
              </a:spcAft>
            </a:pPr>
            <a:r>
              <a:rPr lang="en-US" sz="800"/>
              <a:t>Transform</a:t>
            </a:r>
          </a:p>
        </p:txBody>
      </p:sp>
      <p:sp>
        <p:nvSpPr>
          <p:cNvPr id="62" name="TextBox 61">
            <a:extLst>
              <a:ext uri="{FF2B5EF4-FFF2-40B4-BE49-F238E27FC236}">
                <a16:creationId xmlns:a16="http://schemas.microsoft.com/office/drawing/2014/main" id="{09FBF451-E61F-88CF-F88A-788AC3F0B1BE}"/>
              </a:ext>
            </a:extLst>
          </p:cNvPr>
          <p:cNvSpPr txBox="1"/>
          <p:nvPr/>
        </p:nvSpPr>
        <p:spPr>
          <a:xfrm>
            <a:off x="6923879" y="5872470"/>
            <a:ext cx="932931" cy="191387"/>
          </a:xfrm>
          <a:prstGeom prst="rect">
            <a:avLst/>
          </a:prstGeom>
        </p:spPr>
        <p:txBody>
          <a:bodyPr vert="horz" wrap="square" lIns="0" tIns="0" rIns="0" bIns="0" rtlCol="0" anchor="t" anchorCtr="0">
            <a:noAutofit/>
          </a:bodyPr>
          <a:lstStyle/>
          <a:p>
            <a:pPr algn="l">
              <a:spcAft>
                <a:spcPts val="600"/>
              </a:spcAft>
            </a:pPr>
            <a:r>
              <a:rPr lang="en-US" sz="800"/>
              <a:t>Ready for consumption</a:t>
            </a:r>
          </a:p>
        </p:txBody>
      </p:sp>
      <p:cxnSp>
        <p:nvCxnSpPr>
          <p:cNvPr id="64" name="Straight Arrow Connector 63">
            <a:extLst>
              <a:ext uri="{FF2B5EF4-FFF2-40B4-BE49-F238E27FC236}">
                <a16:creationId xmlns:a16="http://schemas.microsoft.com/office/drawing/2014/main" id="{143595A3-BF7A-9F7B-8CBF-B333A8F2B387}"/>
              </a:ext>
            </a:extLst>
          </p:cNvPr>
          <p:cNvCxnSpPr>
            <a:stCxn id="34" idx="3"/>
            <a:endCxn id="52" idx="1"/>
          </p:cNvCxnSpPr>
          <p:nvPr/>
        </p:nvCxnSpPr>
        <p:spPr>
          <a:xfrm>
            <a:off x="5442082" y="5526054"/>
            <a:ext cx="207333" cy="0"/>
          </a:xfrm>
          <a:prstGeom prst="straightConnector1">
            <a:avLst/>
          </a:prstGeom>
          <a:ln w="63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9E34F9C3-6F53-4169-F45D-8EAB5FB43C25}"/>
              </a:ext>
            </a:extLst>
          </p:cNvPr>
          <p:cNvCxnSpPr>
            <a:endCxn id="55" idx="1"/>
          </p:cNvCxnSpPr>
          <p:nvPr/>
        </p:nvCxnSpPr>
        <p:spPr>
          <a:xfrm flipV="1">
            <a:off x="6076043" y="5526054"/>
            <a:ext cx="136252" cy="27151"/>
          </a:xfrm>
          <a:prstGeom prst="straightConnector1">
            <a:avLst/>
          </a:prstGeom>
          <a:ln w="63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807871E4-0D5D-61E7-CF75-C31598B515D7}"/>
              </a:ext>
            </a:extLst>
          </p:cNvPr>
          <p:cNvCxnSpPr>
            <a:cxnSpLocks/>
            <a:stCxn id="55" idx="3"/>
            <a:endCxn id="33" idx="1"/>
          </p:cNvCxnSpPr>
          <p:nvPr/>
        </p:nvCxnSpPr>
        <p:spPr>
          <a:xfrm>
            <a:off x="6612941" y="5526054"/>
            <a:ext cx="195285" cy="12975"/>
          </a:xfrm>
          <a:prstGeom prst="straightConnector1">
            <a:avLst/>
          </a:prstGeom>
          <a:ln w="63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4" name="Rectangle: Rounded Corners 73">
            <a:extLst>
              <a:ext uri="{FF2B5EF4-FFF2-40B4-BE49-F238E27FC236}">
                <a16:creationId xmlns:a16="http://schemas.microsoft.com/office/drawing/2014/main" id="{FBA0C2D7-C582-BE6D-F2AF-4DD7DB9F0394}"/>
              </a:ext>
            </a:extLst>
          </p:cNvPr>
          <p:cNvSpPr/>
          <p:nvPr/>
        </p:nvSpPr>
        <p:spPr>
          <a:xfrm>
            <a:off x="8266338" y="4091733"/>
            <a:ext cx="775048" cy="430451"/>
          </a:xfrm>
          <a:prstGeom prst="roundRect">
            <a:avLst/>
          </a:prstGeom>
          <a:solidFill>
            <a:schemeClr val="accent3">
              <a:lumMod val="10000"/>
              <a:lumOff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a:ln>
                  <a:noFill/>
                </a:ln>
                <a:solidFill>
                  <a:srgbClr val="000000"/>
                </a:solidFill>
                <a:effectLst/>
                <a:uLnTx/>
                <a:uFillTx/>
                <a:latin typeface="Arial"/>
                <a:ea typeface="+mn-ea"/>
                <a:cs typeface="+mn-cs"/>
              </a:rPr>
              <a:t>Copilot</a:t>
            </a:r>
          </a:p>
        </p:txBody>
      </p:sp>
      <p:sp>
        <p:nvSpPr>
          <p:cNvPr id="75" name="TextBox 74">
            <a:extLst>
              <a:ext uri="{FF2B5EF4-FFF2-40B4-BE49-F238E27FC236}">
                <a16:creationId xmlns:a16="http://schemas.microsoft.com/office/drawing/2014/main" id="{F61B45E2-F7DB-A1AA-12ED-EE76F2234900}"/>
              </a:ext>
            </a:extLst>
          </p:cNvPr>
          <p:cNvSpPr txBox="1"/>
          <p:nvPr/>
        </p:nvSpPr>
        <p:spPr>
          <a:xfrm>
            <a:off x="141767" y="74692"/>
            <a:ext cx="2912860" cy="272139"/>
          </a:xfrm>
          <a:prstGeom prst="rect">
            <a:avLst/>
          </a:prstGeom>
        </p:spPr>
        <p:txBody>
          <a:bodyPr vert="horz" wrap="square" lIns="0" tIns="0" rIns="0" bIns="0" rtlCol="0" anchor="t" anchorCtr="0">
            <a:noAutofit/>
          </a:bodyPr>
          <a:lstStyle/>
          <a:p>
            <a:pPr algn="l">
              <a:spcAft>
                <a:spcPts val="600"/>
              </a:spcAft>
            </a:pPr>
            <a:r>
              <a:rPr lang="en-US" sz="1400">
                <a:solidFill>
                  <a:schemeClr val="bg1">
                    <a:lumMod val="65000"/>
                  </a:schemeClr>
                </a:solidFill>
              </a:rPr>
              <a:t>DRAFT: FOR DISCUSSION</a:t>
            </a:r>
          </a:p>
        </p:txBody>
      </p:sp>
      <p:sp>
        <p:nvSpPr>
          <p:cNvPr id="3" name="TextBox 2">
            <a:extLst>
              <a:ext uri="{FF2B5EF4-FFF2-40B4-BE49-F238E27FC236}">
                <a16:creationId xmlns:a16="http://schemas.microsoft.com/office/drawing/2014/main" id="{CD0170D5-5C0F-92EC-BE40-5C6B3790105E}"/>
              </a:ext>
            </a:extLst>
          </p:cNvPr>
          <p:cNvSpPr txBox="1"/>
          <p:nvPr/>
        </p:nvSpPr>
        <p:spPr>
          <a:xfrm>
            <a:off x="995364" y="914400"/>
            <a:ext cx="10374385" cy="392358"/>
          </a:xfrm>
          <a:prstGeom prst="rect">
            <a:avLst/>
          </a:prstGeom>
        </p:spPr>
        <p:txBody>
          <a:bodyPr vert="horz" wrap="square" lIns="0" tIns="0" rIns="0" bIns="0" rtlCol="0" anchor="t" anchorCtr="0">
            <a:noAutofit/>
          </a:bodyPr>
          <a:lstStyle/>
          <a:p>
            <a:pPr algn="l">
              <a:spcAft>
                <a:spcPts val="600"/>
              </a:spcAft>
            </a:pPr>
            <a:r>
              <a:rPr lang="en-US" sz="1000">
                <a:solidFill>
                  <a:schemeClr val="tx2"/>
                </a:solidFill>
              </a:rPr>
              <a:t>The logical reference architecture defines the structure and relationships between components – such as data sources, storage systems, AI accelerators, and application layers – detailing how data moves and is processed to support tax-specific applications.</a:t>
            </a:r>
          </a:p>
        </p:txBody>
      </p:sp>
    </p:spTree>
    <p:extLst>
      <p:ext uri="{BB962C8B-B14F-4D97-AF65-F5344CB8AC3E}">
        <p14:creationId xmlns:p14="http://schemas.microsoft.com/office/powerpoint/2010/main" val="565575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37A00-C92D-BF16-D2EA-505D9255E2BE}"/>
            </a:ext>
          </a:extLst>
        </p:cNvPr>
        <p:cNvGrpSpPr/>
        <p:nvPr/>
      </p:nvGrpSpPr>
      <p:grpSpPr>
        <a:xfrm>
          <a:off x="0" y="0"/>
          <a:ext cx="0" cy="0"/>
          <a:chOff x="0" y="0"/>
          <a:chExt cx="0" cy="0"/>
        </a:xfrm>
      </p:grpSpPr>
      <p:sp>
        <p:nvSpPr>
          <p:cNvPr id="37" name="Rectangle: Rounded Corners 36">
            <a:extLst>
              <a:ext uri="{FF2B5EF4-FFF2-40B4-BE49-F238E27FC236}">
                <a16:creationId xmlns:a16="http://schemas.microsoft.com/office/drawing/2014/main" id="{60E8B733-FDCF-C12F-F61C-6B63E2540929}"/>
              </a:ext>
            </a:extLst>
          </p:cNvPr>
          <p:cNvSpPr/>
          <p:nvPr/>
        </p:nvSpPr>
        <p:spPr>
          <a:xfrm>
            <a:off x="8346532" y="1646386"/>
            <a:ext cx="1511711" cy="2355269"/>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UI/UX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Users interact with applications and model outputs.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sp>
        <p:nvSpPr>
          <p:cNvPr id="16" name="Rectangle 15">
            <a:extLst>
              <a:ext uri="{FF2B5EF4-FFF2-40B4-BE49-F238E27FC236}">
                <a16:creationId xmlns:a16="http://schemas.microsoft.com/office/drawing/2014/main" id="{21151485-233F-2A37-DFF9-A943649EE10F}"/>
              </a:ext>
            </a:extLst>
          </p:cNvPr>
          <p:cNvSpPr/>
          <p:nvPr/>
        </p:nvSpPr>
        <p:spPr>
          <a:xfrm>
            <a:off x="3252650" y="1433622"/>
            <a:ext cx="6964400" cy="4691814"/>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prstClr val="white"/>
              </a:solidFill>
              <a:effectLst/>
              <a:uLnTx/>
              <a:uFillTx/>
              <a:latin typeface="Arial"/>
              <a:ea typeface="+mn-ea"/>
              <a:cs typeface="+mn-cs"/>
            </a:endParaRPr>
          </a:p>
        </p:txBody>
      </p:sp>
      <p:sp>
        <p:nvSpPr>
          <p:cNvPr id="2" name="Title 1">
            <a:extLst>
              <a:ext uri="{FF2B5EF4-FFF2-40B4-BE49-F238E27FC236}">
                <a16:creationId xmlns:a16="http://schemas.microsoft.com/office/drawing/2014/main" id="{2D6282C9-95DC-E371-399F-F829C06EF246}"/>
              </a:ext>
            </a:extLst>
          </p:cNvPr>
          <p:cNvSpPr>
            <a:spLocks noGrp="1"/>
          </p:cNvSpPr>
          <p:nvPr>
            <p:ph type="title"/>
          </p:nvPr>
        </p:nvSpPr>
        <p:spPr/>
        <p:txBody>
          <a:bodyPr/>
          <a:lstStyle/>
          <a:p>
            <a:r>
              <a:rPr lang="en-US"/>
              <a:t>Reference Architecture: Physical  </a:t>
            </a:r>
          </a:p>
        </p:txBody>
      </p:sp>
      <p:sp>
        <p:nvSpPr>
          <p:cNvPr id="23" name="Rectangle: Rounded Corners 22">
            <a:extLst>
              <a:ext uri="{FF2B5EF4-FFF2-40B4-BE49-F238E27FC236}">
                <a16:creationId xmlns:a16="http://schemas.microsoft.com/office/drawing/2014/main" id="{594B9DD0-31FB-0959-70AE-15C5EF3293E1}"/>
              </a:ext>
            </a:extLst>
          </p:cNvPr>
          <p:cNvSpPr/>
          <p:nvPr/>
        </p:nvSpPr>
        <p:spPr>
          <a:xfrm>
            <a:off x="3496536" y="1686314"/>
            <a:ext cx="1321687" cy="2275415"/>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Ingestion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Applications to connect and extract data from source systems. </a:t>
            </a:r>
            <a:endParaRPr kumimoji="0" lang="en-US" sz="1000" b="1"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sp>
        <p:nvSpPr>
          <p:cNvPr id="25" name="Rectangle: Rounded Corners 24">
            <a:extLst>
              <a:ext uri="{FF2B5EF4-FFF2-40B4-BE49-F238E27FC236}">
                <a16:creationId xmlns:a16="http://schemas.microsoft.com/office/drawing/2014/main" id="{85E30D6B-FCDD-5906-668D-96B4C4E48745}"/>
              </a:ext>
            </a:extLst>
          </p:cNvPr>
          <p:cNvSpPr/>
          <p:nvPr/>
        </p:nvSpPr>
        <p:spPr>
          <a:xfrm>
            <a:off x="5054579" y="4324069"/>
            <a:ext cx="3043738" cy="1617927"/>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Data Processing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Combine, clean, and transform data to be ready for consumption.  </a:t>
            </a: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sp>
        <p:nvSpPr>
          <p:cNvPr id="27" name="Rectangle: Rounded Corners 26">
            <a:extLst>
              <a:ext uri="{FF2B5EF4-FFF2-40B4-BE49-F238E27FC236}">
                <a16:creationId xmlns:a16="http://schemas.microsoft.com/office/drawing/2014/main" id="{AB44950F-275A-9F73-DF8E-B1A9D5011291}"/>
              </a:ext>
            </a:extLst>
          </p:cNvPr>
          <p:cNvSpPr/>
          <p:nvPr/>
        </p:nvSpPr>
        <p:spPr>
          <a:xfrm>
            <a:off x="4960721" y="1667092"/>
            <a:ext cx="1476830" cy="2294638"/>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AI/ ML Accelerators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LLM base models, build and train AI models.</a:t>
            </a:r>
            <a:endParaRPr kumimoji="0" lang="en-US" sz="10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sp>
        <p:nvSpPr>
          <p:cNvPr id="30" name="Rectangle: Rounded Corners 29">
            <a:extLst>
              <a:ext uri="{FF2B5EF4-FFF2-40B4-BE49-F238E27FC236}">
                <a16:creationId xmlns:a16="http://schemas.microsoft.com/office/drawing/2014/main" id="{280464BA-F127-FB8F-EC82-8E95B1E5E407}"/>
              </a:ext>
            </a:extLst>
          </p:cNvPr>
          <p:cNvSpPr/>
          <p:nvPr/>
        </p:nvSpPr>
        <p:spPr>
          <a:xfrm>
            <a:off x="3496536" y="4394897"/>
            <a:ext cx="1321687" cy="1461997"/>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Storage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sp>
        <p:nvSpPr>
          <p:cNvPr id="36" name="Rectangle: Rounded Corners 35">
            <a:extLst>
              <a:ext uri="{FF2B5EF4-FFF2-40B4-BE49-F238E27FC236}">
                <a16:creationId xmlns:a16="http://schemas.microsoft.com/office/drawing/2014/main" id="{3A51B8DC-17AB-4AE0-2DA1-17542D42EAA6}"/>
              </a:ext>
            </a:extLst>
          </p:cNvPr>
          <p:cNvSpPr/>
          <p:nvPr/>
        </p:nvSpPr>
        <p:spPr>
          <a:xfrm>
            <a:off x="6642269" y="1686314"/>
            <a:ext cx="1454892" cy="2294638"/>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Applications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a:solidFill>
                  <a:srgbClr val="000000"/>
                </a:solidFill>
                <a:latin typeface="Arial"/>
              </a:rPr>
              <a:t>Native AI/ “</a:t>
            </a:r>
            <a:r>
              <a:rPr lang="en-US" sz="800" err="1">
                <a:solidFill>
                  <a:srgbClr val="000000"/>
                </a:solidFill>
                <a:latin typeface="Arial"/>
              </a:rPr>
              <a:t>LoB</a:t>
            </a:r>
            <a:r>
              <a:rPr lang="en-US" sz="800">
                <a:solidFill>
                  <a:srgbClr val="000000"/>
                </a:solidFill>
                <a:latin typeface="Arial"/>
              </a:rPr>
              <a:t>” AI applications, custom AI apps </a:t>
            </a:r>
            <a:endParaRPr kumimoji="0" lang="en-US" sz="80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a:ea typeface="+mn-ea"/>
              <a:cs typeface="+mn-cs"/>
            </a:endParaRPr>
          </a:p>
        </p:txBody>
      </p:sp>
      <p:pic>
        <p:nvPicPr>
          <p:cNvPr id="42" name="Graphic 41" descr="User with solid fill">
            <a:extLst>
              <a:ext uri="{FF2B5EF4-FFF2-40B4-BE49-F238E27FC236}">
                <a16:creationId xmlns:a16="http://schemas.microsoft.com/office/drawing/2014/main" id="{DAD7BD8D-73E5-ECF1-DF43-12947EE4A6A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74695" y="3217687"/>
            <a:ext cx="533400" cy="533400"/>
          </a:xfrm>
          <a:prstGeom prst="rect">
            <a:avLst/>
          </a:prstGeom>
        </p:spPr>
      </p:pic>
      <p:sp>
        <p:nvSpPr>
          <p:cNvPr id="43" name="Rectangle 42">
            <a:extLst>
              <a:ext uri="{FF2B5EF4-FFF2-40B4-BE49-F238E27FC236}">
                <a16:creationId xmlns:a16="http://schemas.microsoft.com/office/drawing/2014/main" id="{B8B33AD8-40BA-1FCC-A608-611E39B1B280}"/>
              </a:ext>
            </a:extLst>
          </p:cNvPr>
          <p:cNvSpPr/>
          <p:nvPr/>
        </p:nvSpPr>
        <p:spPr>
          <a:xfrm>
            <a:off x="10504237" y="3699453"/>
            <a:ext cx="533400" cy="2611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User</a:t>
            </a:r>
            <a:endParaRPr kumimoji="0" lang="en-US" sz="1000" b="1" i="0" u="none" strike="noStrike" kern="1200" cap="none" spc="0" normalizeH="0" baseline="0" noProof="0">
              <a:ln>
                <a:noFill/>
              </a:ln>
              <a:solidFill>
                <a:prstClr val="white"/>
              </a:solidFill>
              <a:effectLst/>
              <a:uLnTx/>
              <a:uFillTx/>
              <a:latin typeface="Arial"/>
              <a:ea typeface="+mn-ea"/>
              <a:cs typeface="+mn-cs"/>
            </a:endParaRPr>
          </a:p>
        </p:txBody>
      </p:sp>
      <p:cxnSp>
        <p:nvCxnSpPr>
          <p:cNvPr id="54" name="Straight Arrow Connector 53">
            <a:extLst>
              <a:ext uri="{FF2B5EF4-FFF2-40B4-BE49-F238E27FC236}">
                <a16:creationId xmlns:a16="http://schemas.microsoft.com/office/drawing/2014/main" id="{9F7A26BF-EEF6-4257-590E-68D886474486}"/>
              </a:ext>
            </a:extLst>
          </p:cNvPr>
          <p:cNvCxnSpPr>
            <a:cxnSpLocks/>
            <a:stCxn id="23" idx="2"/>
            <a:endCxn id="30" idx="0"/>
          </p:cNvCxnSpPr>
          <p:nvPr/>
        </p:nvCxnSpPr>
        <p:spPr>
          <a:xfrm>
            <a:off x="4157380" y="3961729"/>
            <a:ext cx="0" cy="433168"/>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Rectangle: Rounded Corners 57">
            <a:extLst>
              <a:ext uri="{FF2B5EF4-FFF2-40B4-BE49-F238E27FC236}">
                <a16:creationId xmlns:a16="http://schemas.microsoft.com/office/drawing/2014/main" id="{5828B36B-C1D0-D7AD-2857-A9973B6C39F0}"/>
              </a:ext>
            </a:extLst>
          </p:cNvPr>
          <p:cNvSpPr/>
          <p:nvPr/>
        </p:nvSpPr>
        <p:spPr>
          <a:xfrm>
            <a:off x="5054578" y="2294564"/>
            <a:ext cx="1272871" cy="490714"/>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i="0" u="none" strike="noStrike" kern="1200" cap="none" spc="0" normalizeH="0" baseline="0" noProof="0">
                <a:ln>
                  <a:noFill/>
                </a:ln>
                <a:solidFill>
                  <a:srgbClr val="000000"/>
                </a:solidFill>
                <a:effectLst/>
                <a:uLnTx/>
                <a:uFillTx/>
                <a:latin typeface="Arial"/>
                <a:ea typeface="+mn-ea"/>
                <a:cs typeface="+mn-cs"/>
              </a:rPr>
              <a:t>LLMs </a:t>
            </a:r>
          </a:p>
        </p:txBody>
      </p:sp>
      <p:cxnSp>
        <p:nvCxnSpPr>
          <p:cNvPr id="61" name="Straight Arrow Connector 60">
            <a:extLst>
              <a:ext uri="{FF2B5EF4-FFF2-40B4-BE49-F238E27FC236}">
                <a16:creationId xmlns:a16="http://schemas.microsoft.com/office/drawing/2014/main" id="{78B602CA-09E1-C51B-3BD3-AE636338159C}"/>
              </a:ext>
            </a:extLst>
          </p:cNvPr>
          <p:cNvCxnSpPr>
            <a:cxnSpLocks/>
          </p:cNvCxnSpPr>
          <p:nvPr/>
        </p:nvCxnSpPr>
        <p:spPr>
          <a:xfrm flipV="1">
            <a:off x="9847283" y="3696297"/>
            <a:ext cx="658186" cy="1"/>
          </a:xfrm>
          <a:prstGeom prst="straightConnector1">
            <a:avLst/>
          </a:prstGeom>
          <a:ln w="63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A987E66-7660-0685-4904-147879055553}"/>
              </a:ext>
            </a:extLst>
          </p:cNvPr>
          <p:cNvCxnSpPr>
            <a:cxnSpLocks/>
            <a:stCxn id="30" idx="3"/>
            <a:endCxn id="25" idx="1"/>
          </p:cNvCxnSpPr>
          <p:nvPr/>
        </p:nvCxnSpPr>
        <p:spPr>
          <a:xfrm>
            <a:off x="4818223" y="5125896"/>
            <a:ext cx="236356" cy="7137"/>
          </a:xfrm>
          <a:prstGeom prst="straightConnector1">
            <a:avLst/>
          </a:prstGeom>
          <a:ln w="63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A85443D-C306-A372-D10B-2209DBC3492F}"/>
              </a:ext>
            </a:extLst>
          </p:cNvPr>
          <p:cNvCxnSpPr>
            <a:cxnSpLocks/>
            <a:stCxn id="27" idx="2"/>
          </p:cNvCxnSpPr>
          <p:nvPr/>
        </p:nvCxnSpPr>
        <p:spPr>
          <a:xfrm>
            <a:off x="5699136" y="3961730"/>
            <a:ext cx="9064" cy="339954"/>
          </a:xfrm>
          <a:prstGeom prst="straightConnector1">
            <a:avLst/>
          </a:prstGeom>
          <a:ln w="63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FE8AE14E-EDF7-59C2-DC73-F515473FBA1C}"/>
              </a:ext>
            </a:extLst>
          </p:cNvPr>
          <p:cNvCxnSpPr>
            <a:cxnSpLocks/>
            <a:stCxn id="36" idx="2"/>
          </p:cNvCxnSpPr>
          <p:nvPr/>
        </p:nvCxnSpPr>
        <p:spPr>
          <a:xfrm>
            <a:off x="7369715" y="3980952"/>
            <a:ext cx="0" cy="321992"/>
          </a:xfrm>
          <a:prstGeom prst="straightConnector1">
            <a:avLst/>
          </a:prstGeom>
          <a:ln w="63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99BE45A2-685B-06A7-15E0-BDF8F995ABD0}"/>
              </a:ext>
            </a:extLst>
          </p:cNvPr>
          <p:cNvCxnSpPr>
            <a:cxnSpLocks/>
            <a:stCxn id="36" idx="3"/>
            <a:endCxn id="37" idx="1"/>
          </p:cNvCxnSpPr>
          <p:nvPr/>
        </p:nvCxnSpPr>
        <p:spPr>
          <a:xfrm flipV="1">
            <a:off x="8097161" y="2824021"/>
            <a:ext cx="249371" cy="9612"/>
          </a:xfrm>
          <a:prstGeom prst="straightConnector1">
            <a:avLst/>
          </a:prstGeom>
          <a:ln w="63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6" name="Rectangle: Rounded Corners 65">
            <a:extLst>
              <a:ext uri="{FF2B5EF4-FFF2-40B4-BE49-F238E27FC236}">
                <a16:creationId xmlns:a16="http://schemas.microsoft.com/office/drawing/2014/main" id="{70E1B8FD-2BE8-5E9A-DEF2-09BA784E0D12}"/>
              </a:ext>
            </a:extLst>
          </p:cNvPr>
          <p:cNvSpPr/>
          <p:nvPr/>
        </p:nvSpPr>
        <p:spPr>
          <a:xfrm>
            <a:off x="6808602" y="2389343"/>
            <a:ext cx="939290" cy="292772"/>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i="0" u="none" strike="noStrike" kern="1200" cap="none" spc="0" normalizeH="0" baseline="0" noProof="0">
                <a:ln>
                  <a:noFill/>
                </a:ln>
                <a:solidFill>
                  <a:srgbClr val="000000"/>
                </a:solidFill>
                <a:effectLst/>
                <a:uLnTx/>
                <a:uFillTx/>
                <a:latin typeface="Arial"/>
                <a:ea typeface="+mn-ea"/>
                <a:cs typeface="+mn-cs"/>
              </a:rPr>
              <a:t>Custom Apps </a:t>
            </a:r>
          </a:p>
        </p:txBody>
      </p:sp>
      <p:sp>
        <p:nvSpPr>
          <p:cNvPr id="67" name="Rectangle: Rounded Corners 66">
            <a:extLst>
              <a:ext uri="{FF2B5EF4-FFF2-40B4-BE49-F238E27FC236}">
                <a16:creationId xmlns:a16="http://schemas.microsoft.com/office/drawing/2014/main" id="{EF19A6B2-B863-97EF-9680-8B4F403E4867}"/>
              </a:ext>
            </a:extLst>
          </p:cNvPr>
          <p:cNvSpPr/>
          <p:nvPr/>
        </p:nvSpPr>
        <p:spPr>
          <a:xfrm>
            <a:off x="6815004" y="2717757"/>
            <a:ext cx="953787" cy="292772"/>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i="0" u="none" strike="noStrike" kern="1200" cap="none" spc="0" normalizeH="0" baseline="0" noProof="0">
                <a:ln>
                  <a:noFill/>
                </a:ln>
                <a:solidFill>
                  <a:srgbClr val="000000"/>
                </a:solidFill>
                <a:effectLst/>
                <a:uLnTx/>
                <a:uFillTx/>
                <a:latin typeface="Arial"/>
                <a:ea typeface="+mn-ea"/>
                <a:cs typeface="+mn-cs"/>
              </a:rPr>
              <a:t>API Management</a:t>
            </a:r>
          </a:p>
        </p:txBody>
      </p:sp>
      <p:pic>
        <p:nvPicPr>
          <p:cNvPr id="32" name="Picture 2" descr="Microsoft Azure Logo, meaning, history, PNG, SVG, vector">
            <a:extLst>
              <a:ext uri="{FF2B5EF4-FFF2-40B4-BE49-F238E27FC236}">
                <a16:creationId xmlns:a16="http://schemas.microsoft.com/office/drawing/2014/main" id="{704011C3-68B5-A300-C7E2-D401DB0EFBD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103654" y="1228751"/>
            <a:ext cx="785764" cy="441992"/>
          </a:xfrm>
          <a:prstGeom prst="rect">
            <a:avLst/>
          </a:prstGeom>
          <a:solidFill>
            <a:schemeClr val="bg1"/>
          </a:solidFill>
        </p:spPr>
      </p:pic>
      <p:sp>
        <p:nvSpPr>
          <p:cNvPr id="50" name="TextBox 49">
            <a:extLst>
              <a:ext uri="{FF2B5EF4-FFF2-40B4-BE49-F238E27FC236}">
                <a16:creationId xmlns:a16="http://schemas.microsoft.com/office/drawing/2014/main" id="{FCA00B2F-EFC3-3912-398B-F74D40C8569E}"/>
              </a:ext>
            </a:extLst>
          </p:cNvPr>
          <p:cNvSpPr txBox="1"/>
          <p:nvPr/>
        </p:nvSpPr>
        <p:spPr>
          <a:xfrm>
            <a:off x="3624670" y="5452470"/>
            <a:ext cx="653967" cy="147536"/>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500" b="1" i="0" u="none" strike="noStrike" kern="1200" cap="none" spc="0" normalizeH="0" baseline="0" noProof="0">
              <a:ln>
                <a:noFill/>
              </a:ln>
              <a:solidFill>
                <a:srgbClr val="00338D"/>
              </a:solidFill>
              <a:effectLst/>
              <a:uLnTx/>
              <a:uFillTx/>
              <a:latin typeface="Arial"/>
              <a:ea typeface="+mn-ea"/>
              <a:cs typeface="+mn-cs"/>
            </a:endParaRPr>
          </a:p>
        </p:txBody>
      </p:sp>
      <p:sp>
        <p:nvSpPr>
          <p:cNvPr id="6" name="Rectangle: Rounded Corners 5">
            <a:extLst>
              <a:ext uri="{FF2B5EF4-FFF2-40B4-BE49-F238E27FC236}">
                <a16:creationId xmlns:a16="http://schemas.microsoft.com/office/drawing/2014/main" id="{008D05F6-99A1-82A6-33BA-06FF491AC114}"/>
              </a:ext>
            </a:extLst>
          </p:cNvPr>
          <p:cNvSpPr/>
          <p:nvPr/>
        </p:nvSpPr>
        <p:spPr>
          <a:xfrm>
            <a:off x="1151983" y="1433622"/>
            <a:ext cx="1729615" cy="4216059"/>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Data Sources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Systems of record containing structured and unstructured tax data.</a:t>
            </a:r>
          </a:p>
        </p:txBody>
      </p:sp>
      <p:pic>
        <p:nvPicPr>
          <p:cNvPr id="7" name="Picture 36" descr="PTMS Property Tax Software | LinkedIn">
            <a:extLst>
              <a:ext uri="{FF2B5EF4-FFF2-40B4-BE49-F238E27FC236}">
                <a16:creationId xmlns:a16="http://schemas.microsoft.com/office/drawing/2014/main" id="{93ADD1CA-572A-F6BC-446F-746C4E6963C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112016" y="3229413"/>
            <a:ext cx="404072" cy="40407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SAP logo in transparent PNG and vectorized SVG formats">
            <a:extLst>
              <a:ext uri="{FF2B5EF4-FFF2-40B4-BE49-F238E27FC236}">
                <a16:creationId xmlns:a16="http://schemas.microsoft.com/office/drawing/2014/main" id="{D05EBB85-D8AA-C155-1259-ECB6B9073F6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313926" y="3011197"/>
            <a:ext cx="427599" cy="21168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Sharepoint 2022 Logo Transparent">
            <a:extLst>
              <a:ext uri="{FF2B5EF4-FFF2-40B4-BE49-F238E27FC236}">
                <a16:creationId xmlns:a16="http://schemas.microsoft.com/office/drawing/2014/main" id="{B97DDA82-C34D-922F-0035-2B91C6801201}"/>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931368" y="2901458"/>
            <a:ext cx="721282" cy="40572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4" descr="databricks,logo Icons">
            <a:extLst>
              <a:ext uri="{FF2B5EF4-FFF2-40B4-BE49-F238E27FC236}">
                <a16:creationId xmlns:a16="http://schemas.microsoft.com/office/drawing/2014/main" id="{A6E8DC47-007F-93CC-FE54-EC5789543530}"/>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112016" y="3981911"/>
            <a:ext cx="721282" cy="36064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Confluence Vector Svg Icon Png Repo Free Png Icons - vrogue.co">
            <a:extLst>
              <a:ext uri="{FF2B5EF4-FFF2-40B4-BE49-F238E27FC236}">
                <a16:creationId xmlns:a16="http://schemas.microsoft.com/office/drawing/2014/main" id="{F2A25ACC-20BC-568B-80D1-363E6F519FB0}"/>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271058" y="5499675"/>
            <a:ext cx="718215" cy="89777"/>
          </a:xfrm>
          <a:prstGeom prst="rect">
            <a:avLst/>
          </a:prstGeom>
          <a:solidFill>
            <a:schemeClr val="bg1"/>
          </a:solidFill>
        </p:spPr>
      </p:pic>
      <p:pic>
        <p:nvPicPr>
          <p:cNvPr id="12" name="Picture 11">
            <a:extLst>
              <a:ext uri="{FF2B5EF4-FFF2-40B4-BE49-F238E27FC236}">
                <a16:creationId xmlns:a16="http://schemas.microsoft.com/office/drawing/2014/main" id="{60E744D3-411A-918C-69E9-A1FA716BB826}"/>
              </a:ext>
            </a:extLst>
          </p:cNvPr>
          <p:cNvPicPr>
            <a:picLocks noChangeAspect="1"/>
          </p:cNvPicPr>
          <p:nvPr/>
        </p:nvPicPr>
        <p:blipFill>
          <a:blip r:embed="rId11"/>
          <a:stretch>
            <a:fillRect/>
          </a:stretch>
        </p:blipFill>
        <p:spPr>
          <a:xfrm>
            <a:off x="1181936" y="4120750"/>
            <a:ext cx="888083" cy="252000"/>
          </a:xfrm>
          <a:prstGeom prst="rect">
            <a:avLst/>
          </a:prstGeom>
        </p:spPr>
      </p:pic>
      <p:pic>
        <p:nvPicPr>
          <p:cNvPr id="15" name="Picture 14">
            <a:extLst>
              <a:ext uri="{FF2B5EF4-FFF2-40B4-BE49-F238E27FC236}">
                <a16:creationId xmlns:a16="http://schemas.microsoft.com/office/drawing/2014/main" id="{7B9B83E8-71F9-AE68-241B-F8D80B01887C}"/>
              </a:ext>
            </a:extLst>
          </p:cNvPr>
          <p:cNvPicPr>
            <a:picLocks noChangeAspect="1"/>
          </p:cNvPicPr>
          <p:nvPr/>
        </p:nvPicPr>
        <p:blipFill>
          <a:blip r:embed="rId12"/>
          <a:stretch>
            <a:fillRect/>
          </a:stretch>
        </p:blipFill>
        <p:spPr>
          <a:xfrm>
            <a:off x="2129342" y="3736107"/>
            <a:ext cx="688786" cy="205796"/>
          </a:xfrm>
          <a:prstGeom prst="rect">
            <a:avLst/>
          </a:prstGeom>
        </p:spPr>
      </p:pic>
      <p:pic>
        <p:nvPicPr>
          <p:cNvPr id="17" name="Picture 12" descr="Best Work Management Software of 2025 for Remote Teams - ProjectManager">
            <a:extLst>
              <a:ext uri="{FF2B5EF4-FFF2-40B4-BE49-F238E27FC236}">
                <a16:creationId xmlns:a16="http://schemas.microsoft.com/office/drawing/2014/main" id="{B6C4E1E3-852F-1555-2636-1CF764483E89}"/>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211623" y="3854289"/>
            <a:ext cx="859285" cy="223996"/>
          </a:xfrm>
          <a:prstGeom prst="rect">
            <a:avLst/>
          </a:prstGeom>
          <a:solidFill>
            <a:schemeClr val="bg1"/>
          </a:solidFill>
        </p:spPr>
      </p:pic>
      <p:pic>
        <p:nvPicPr>
          <p:cNvPr id="19" name="Picture 18" descr="Ms Sql Server Logo">
            <a:extLst>
              <a:ext uri="{FF2B5EF4-FFF2-40B4-BE49-F238E27FC236}">
                <a16:creationId xmlns:a16="http://schemas.microsoft.com/office/drawing/2014/main" id="{842A5B3E-C432-FDAD-CE5D-9D3882CAA177}"/>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298379" y="4510416"/>
            <a:ext cx="695437" cy="175489"/>
          </a:xfrm>
          <a:prstGeom prst="rect">
            <a:avLst/>
          </a:prstGeom>
          <a:solidFill>
            <a:schemeClr val="bg1"/>
          </a:solidFill>
        </p:spPr>
      </p:pic>
      <p:pic>
        <p:nvPicPr>
          <p:cNvPr id="20" name="Picture 24" descr="Exploring the Inner Workings of Google BigQuery: A Deep Dive into ...">
            <a:extLst>
              <a:ext uri="{FF2B5EF4-FFF2-40B4-BE49-F238E27FC236}">
                <a16:creationId xmlns:a16="http://schemas.microsoft.com/office/drawing/2014/main" id="{C192656E-AB2C-1E96-E9FB-AE0EA989D49F}"/>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l="9744" t="28757" r="7873" b="28885"/>
          <a:stretch/>
        </p:blipFill>
        <p:spPr bwMode="auto">
          <a:xfrm>
            <a:off x="1240209" y="4836955"/>
            <a:ext cx="771538" cy="288940"/>
          </a:xfrm>
          <a:prstGeom prst="rect">
            <a:avLst/>
          </a:prstGeom>
          <a:solidFill>
            <a:schemeClr val="bg1"/>
          </a:solidFill>
        </p:spPr>
      </p:pic>
      <p:pic>
        <p:nvPicPr>
          <p:cNvPr id="21" name="Picture 34" descr="Diligent Logo - PNG Logo Vector Brand Downloads (SVG, EPS)">
            <a:extLst>
              <a:ext uri="{FF2B5EF4-FFF2-40B4-BE49-F238E27FC236}">
                <a16:creationId xmlns:a16="http://schemas.microsoft.com/office/drawing/2014/main" id="{5FDAEDA6-87A1-0ACE-0D82-29CF7D88F3D6}"/>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1297619" y="3494208"/>
            <a:ext cx="735833" cy="413907"/>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F06A13AA-5D53-8035-7220-F30FDA88D199}"/>
              </a:ext>
            </a:extLst>
          </p:cNvPr>
          <p:cNvGrpSpPr/>
          <p:nvPr/>
        </p:nvGrpSpPr>
        <p:grpSpPr>
          <a:xfrm>
            <a:off x="1486267" y="2225837"/>
            <a:ext cx="1061045" cy="535866"/>
            <a:chOff x="1089558" y="5226976"/>
            <a:chExt cx="1236143" cy="679341"/>
          </a:xfrm>
        </p:grpSpPr>
        <p:pic>
          <p:nvPicPr>
            <p:cNvPr id="28" name="Picture 12" descr="Thomson Reuters Unveils New Brand Evolution">
              <a:extLst>
                <a:ext uri="{FF2B5EF4-FFF2-40B4-BE49-F238E27FC236}">
                  <a16:creationId xmlns:a16="http://schemas.microsoft.com/office/drawing/2014/main" id="{24F4A30A-3C97-D930-CB55-17CBF1E4F862}"/>
                </a:ext>
              </a:extLst>
            </p:cNvPr>
            <p:cNvPicPr>
              <a:picLocks noChangeAspect="1" noChangeArrowheads="1"/>
            </p:cNvPicPr>
            <p:nvPr/>
          </p:nvPicPr>
          <p:blipFill rotWithShape="1">
            <a:blip r:embed="rId17" cstate="print">
              <a:extLst>
                <a:ext uri="{28A0092B-C50C-407E-A947-70E740481C1C}">
                  <a14:useLocalDpi xmlns:a14="http://schemas.microsoft.com/office/drawing/2010/main" val="0"/>
                </a:ext>
              </a:extLst>
            </a:blip>
            <a:srcRect l="10383" t="22340" r="4371" b="19596"/>
            <a:stretch/>
          </p:blipFill>
          <p:spPr bwMode="auto">
            <a:xfrm>
              <a:off x="1262164" y="5226976"/>
              <a:ext cx="742950" cy="381000"/>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338">
              <a:extLst>
                <a:ext uri="{FF2B5EF4-FFF2-40B4-BE49-F238E27FC236}">
                  <a16:creationId xmlns:a16="http://schemas.microsoft.com/office/drawing/2014/main" id="{A8FC831F-D13D-E68E-EF39-1C617F5587A9}"/>
                </a:ext>
              </a:extLst>
            </p:cNvPr>
            <p:cNvSpPr txBox="1">
              <a:spLocks/>
            </p:cNvSpPr>
            <p:nvPr/>
          </p:nvSpPr>
          <p:spPr>
            <a:xfrm>
              <a:off x="1089558" y="5515595"/>
              <a:ext cx="1236143" cy="390722"/>
            </a:xfrm>
            <a:prstGeom prst="rect">
              <a:avLst/>
            </a:prstGeom>
            <a:ln w="9525">
              <a:noFill/>
            </a:ln>
            <a:extLst>
              <a:ext uri="{91240B29-F687-4F45-9708-019B960494DF}">
                <a14:hiddenLine xmlns:a14="http://schemas.microsoft.com/office/drawing/2010/main" w="9525" cap="flat" cmpd="sng" algn="ctr">
                  <a:solidFill>
                    <a:schemeClr val="tx1">
                      <a:lumMod val="100000"/>
                      <a:alpha val="0"/>
                    </a:schemeClr>
                  </a:solidFill>
                  <a:prstDash val="solid"/>
                  <a:round/>
                  <a:headEnd type="none" w="med" len="med"/>
                  <a:tailEnd type="none" w="med" len="med"/>
                </a14:hiddenLine>
              </a:ext>
            </a:extLst>
          </p:spPr>
          <p:txBody>
            <a:bodyPr lIns="45720" rIns="45720"/>
            <a:lstStyle>
              <a:lvl1pPr marL="112713" indent="-112713" algn="l" defTabSz="914400" rtl="0" eaLnBrk="1" latinLnBrk="0" hangingPunct="1">
                <a:lnSpc>
                  <a:spcPct val="100000"/>
                </a:lnSpc>
                <a:spcBef>
                  <a:spcPts val="0"/>
                </a:spcBef>
                <a:spcAft>
                  <a:spcPts val="600"/>
                </a:spcAft>
                <a:buFont typeface="Wingdings" panose="05000000000000000000" pitchFamily="2" charset="2"/>
                <a:buChar char="§"/>
                <a:defRPr lang="en-US" sz="1500" b="0" kern="1200" dirty="0" smtClean="0">
                  <a:solidFill>
                    <a:schemeClr val="tx1"/>
                  </a:solidFill>
                  <a:latin typeface="+mn-lt"/>
                  <a:ea typeface="+mn-ea"/>
                  <a:cs typeface="+mn-cs"/>
                </a:defRPr>
              </a:lvl1pPr>
              <a:lvl2pPr marL="233363" indent="-120650" algn="l" defTabSz="914400" rtl="0" eaLnBrk="1" latinLnBrk="0" hangingPunct="1">
                <a:lnSpc>
                  <a:spcPct val="100000"/>
                </a:lnSpc>
                <a:spcBef>
                  <a:spcPts val="0"/>
                </a:spcBef>
                <a:spcAft>
                  <a:spcPts val="600"/>
                </a:spcAft>
                <a:buFont typeface="Arial" panose="020B0604020202020204" pitchFamily="34" charset="0"/>
                <a:buChar char="­"/>
                <a:defRPr lang="en-US" sz="1500" b="0" kern="1200" dirty="0" smtClean="0">
                  <a:solidFill>
                    <a:schemeClr val="tx1"/>
                  </a:solidFill>
                  <a:latin typeface="+mn-lt"/>
                  <a:ea typeface="+mn-ea"/>
                  <a:cs typeface="+mn-cs"/>
                </a:defRPr>
              </a:lvl2pPr>
              <a:lvl3pPr marL="344488" indent="-111125" algn="l" defTabSz="914400" rtl="0" eaLnBrk="1" latinLnBrk="0" hangingPunct="1">
                <a:lnSpc>
                  <a:spcPct val="100000"/>
                </a:lnSpc>
                <a:spcBef>
                  <a:spcPts val="0"/>
                </a:spcBef>
                <a:spcAft>
                  <a:spcPts val="600"/>
                </a:spcAft>
                <a:buClr>
                  <a:schemeClr val="tx1"/>
                </a:buClr>
                <a:buFont typeface="Wingdings" panose="05000000000000000000" pitchFamily="2" charset="2"/>
                <a:buChar char="§"/>
                <a:defRPr lang="en-US" sz="1500" b="0" kern="1200" dirty="0" smtClean="0">
                  <a:solidFill>
                    <a:schemeClr val="tx1"/>
                  </a:solidFill>
                  <a:latin typeface="+mn-lt"/>
                  <a:ea typeface="+mn-ea"/>
                  <a:cs typeface="+mn-cs"/>
                </a:defRPr>
              </a:lvl3pPr>
              <a:lvl4pPr marL="457200" indent="-112713" algn="l" defTabSz="914400" rtl="0" eaLnBrk="1" latinLnBrk="0" hangingPunct="1">
                <a:lnSpc>
                  <a:spcPct val="100000"/>
                </a:lnSpc>
                <a:spcBef>
                  <a:spcPts val="0"/>
                </a:spcBef>
                <a:spcAft>
                  <a:spcPts val="600"/>
                </a:spcAft>
                <a:buClr>
                  <a:schemeClr val="tx1"/>
                </a:buClr>
                <a:buFont typeface="Arial" panose="020B0604020202020204" pitchFamily="34" charset="0"/>
                <a:buChar char="­"/>
                <a:defRPr lang="en-US" sz="1500" b="0" kern="1200" dirty="0" smtClean="0">
                  <a:solidFill>
                    <a:schemeClr val="tx1"/>
                  </a:solidFill>
                  <a:latin typeface="+mn-lt"/>
                  <a:ea typeface="+mn-ea"/>
                  <a:cs typeface="+mn-cs"/>
                </a:defRPr>
              </a:lvl4pPr>
              <a:lvl5pPr marL="569913" indent="-112713" algn="l" defTabSz="914400" rtl="0" eaLnBrk="1" latinLnBrk="0" hangingPunct="1">
                <a:lnSpc>
                  <a:spcPct val="100000"/>
                </a:lnSpc>
                <a:spcBef>
                  <a:spcPts val="0"/>
                </a:spcBef>
                <a:spcAft>
                  <a:spcPts val="600"/>
                </a:spcAft>
                <a:buClr>
                  <a:schemeClr val="tx1"/>
                </a:buClr>
                <a:buFont typeface="Wingdings" panose="05000000000000000000" pitchFamily="2" charset="2"/>
                <a:buChar char="§"/>
                <a:defRPr lang="en-US" sz="1500" b="0" kern="1200" baseline="0" dirty="0" smtClean="0">
                  <a:solidFill>
                    <a:schemeClr val="tx1"/>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kumimoji="0" lang="en-US" sz="700" b="1" i="0" u="none" strike="noStrike" kern="1200" cap="none" spc="0" normalizeH="0" baseline="0" noProof="0">
                  <a:ln>
                    <a:noFill/>
                  </a:ln>
                  <a:solidFill>
                    <a:srgbClr val="000000"/>
                  </a:solidFill>
                  <a:effectLst/>
                  <a:uLnTx/>
                  <a:uFillTx/>
                  <a:latin typeface="Arial" panose="020B0604020202020204" pitchFamily="34" charset="0"/>
                  <a:ea typeface="+mn-ea"/>
                  <a:cs typeface="+mn-cs"/>
                </a:rPr>
                <a:t>OneSource Platform</a:t>
              </a:r>
            </a:p>
          </p:txBody>
        </p:sp>
      </p:grpSp>
      <p:pic>
        <p:nvPicPr>
          <p:cNvPr id="38" name="Picture 37">
            <a:extLst>
              <a:ext uri="{FF2B5EF4-FFF2-40B4-BE49-F238E27FC236}">
                <a16:creationId xmlns:a16="http://schemas.microsoft.com/office/drawing/2014/main" id="{BA0C0BD6-12E2-6632-1F3C-4EC0D0870582}"/>
              </a:ext>
            </a:extLst>
          </p:cNvPr>
          <p:cNvPicPr>
            <a:picLocks noChangeAspect="1"/>
          </p:cNvPicPr>
          <p:nvPr/>
        </p:nvPicPr>
        <p:blipFill>
          <a:blip r:embed="rId18"/>
          <a:stretch>
            <a:fillRect/>
          </a:stretch>
        </p:blipFill>
        <p:spPr>
          <a:xfrm>
            <a:off x="1300505" y="3323611"/>
            <a:ext cx="573861" cy="146594"/>
          </a:xfrm>
          <a:prstGeom prst="rect">
            <a:avLst/>
          </a:prstGeom>
        </p:spPr>
      </p:pic>
      <p:pic>
        <p:nvPicPr>
          <p:cNvPr id="39" name="Picture 8" descr="SAP Concur Logo - SVG, PNG, AI, EPS Vectors SVG, PNG, AI, EPS Vectors">
            <a:extLst>
              <a:ext uri="{FF2B5EF4-FFF2-40B4-BE49-F238E27FC236}">
                <a16:creationId xmlns:a16="http://schemas.microsoft.com/office/drawing/2014/main" id="{D55AC58A-5ACC-A4DC-E475-DEB303742F72}"/>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260640" y="5217879"/>
            <a:ext cx="739052" cy="132629"/>
          </a:xfrm>
          <a:prstGeom prst="rect">
            <a:avLst/>
          </a:prstGeom>
          <a:noFill/>
          <a:extLst>
            <a:ext uri="{909E8E84-426E-40DD-AFC4-6F175D3DCCD1}">
              <a14:hiddenFill xmlns:a14="http://schemas.microsoft.com/office/drawing/2010/main">
                <a:solidFill>
                  <a:srgbClr val="FFFFFF"/>
                </a:solidFill>
              </a14:hiddenFill>
            </a:ext>
          </a:extLst>
        </p:spPr>
      </p:pic>
      <p:cxnSp>
        <p:nvCxnSpPr>
          <p:cNvPr id="40" name="Straight Connector 39">
            <a:extLst>
              <a:ext uri="{FF2B5EF4-FFF2-40B4-BE49-F238E27FC236}">
                <a16:creationId xmlns:a16="http://schemas.microsoft.com/office/drawing/2014/main" id="{E3D14EF0-8F34-0B26-B927-90977D978198}"/>
              </a:ext>
            </a:extLst>
          </p:cNvPr>
          <p:cNvCxnSpPr/>
          <p:nvPr/>
        </p:nvCxnSpPr>
        <p:spPr>
          <a:xfrm>
            <a:off x="1294237" y="2699954"/>
            <a:ext cx="1404736" cy="0"/>
          </a:xfrm>
          <a:prstGeom prst="line">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DB32D62F-1351-9073-2619-A18F0A28527D}"/>
              </a:ext>
            </a:extLst>
          </p:cNvPr>
          <p:cNvSpPr txBox="1"/>
          <p:nvPr/>
        </p:nvSpPr>
        <p:spPr>
          <a:xfrm>
            <a:off x="1285444" y="5775458"/>
            <a:ext cx="1470440" cy="497879"/>
          </a:xfrm>
          <a:prstGeom prst="rect">
            <a:avLst/>
          </a:prstGeom>
        </p:spPr>
        <p:txBody>
          <a:bodyPr vert="horz" wrap="square" lIns="0" tIns="0" rIns="0" bIns="0" rtlCol="0" anchor="t" anchorCtr="0">
            <a:noAutofit/>
          </a:bodyPr>
          <a:lstStyle/>
          <a:p>
            <a:pPr algn="l">
              <a:spcAft>
                <a:spcPts val="600"/>
              </a:spcAft>
            </a:pPr>
            <a:r>
              <a:rPr lang="en-US" sz="800"/>
              <a:t>*Many of these additional data sources are available through data hub</a:t>
            </a:r>
          </a:p>
        </p:txBody>
      </p:sp>
      <p:sp>
        <p:nvSpPr>
          <p:cNvPr id="95" name="TextBox 94">
            <a:extLst>
              <a:ext uri="{FF2B5EF4-FFF2-40B4-BE49-F238E27FC236}">
                <a16:creationId xmlns:a16="http://schemas.microsoft.com/office/drawing/2014/main" id="{6F7C0CAD-1564-B407-88BF-56752197F458}"/>
              </a:ext>
            </a:extLst>
          </p:cNvPr>
          <p:cNvSpPr txBox="1"/>
          <p:nvPr/>
        </p:nvSpPr>
        <p:spPr>
          <a:xfrm>
            <a:off x="2262964" y="4503343"/>
            <a:ext cx="1264801" cy="1378615"/>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338D"/>
                </a:solidFill>
                <a:effectLst/>
                <a:uLnTx/>
                <a:uFillTx/>
                <a:latin typeface="Arial"/>
                <a:ea typeface="+mn-ea"/>
                <a:cs typeface="+mn-cs"/>
              </a:rPr>
              <a:t>Olaf</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0338D"/>
                </a:solidFill>
                <a:effectLst/>
                <a:uLnTx/>
                <a:uFillTx/>
                <a:latin typeface="Arial"/>
                <a:ea typeface="+mn-ea"/>
                <a:cs typeface="+mn-cs"/>
              </a:rPr>
              <a:t>EDP</a:t>
            </a:r>
            <a:endParaRPr kumimoji="0" lang="en-US" sz="900" b="1" i="0" u="none" strike="noStrike" kern="1200" cap="none" spc="0" normalizeH="0" baseline="0" noProof="0">
              <a:ln>
                <a:noFill/>
              </a:ln>
              <a:solidFill>
                <a:srgbClr val="00338D"/>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338D"/>
                </a:solidFill>
                <a:effectLst/>
                <a:uLnTx/>
                <a:uFillTx/>
                <a:latin typeface="Arial"/>
                <a:ea typeface="+mn-ea"/>
                <a:cs typeface="+mn-cs"/>
              </a:rPr>
              <a:t>GTP</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338D"/>
                </a:solidFill>
                <a:effectLst/>
                <a:uLnTx/>
                <a:uFillTx/>
                <a:latin typeface="Arial"/>
                <a:ea typeface="+mn-ea"/>
                <a:cs typeface="+mn-cs"/>
              </a:rPr>
              <a:t>OSA</a:t>
            </a: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200" b="1" i="0" u="none" strike="noStrike" kern="1200" cap="none" spc="0" normalizeH="0" baseline="0" noProof="0">
              <a:ln>
                <a:noFill/>
              </a:ln>
              <a:solidFill>
                <a:srgbClr val="00338D"/>
              </a:solidFill>
              <a:effectLst/>
              <a:uLnTx/>
              <a:uFillTx/>
              <a:latin typeface="Arial"/>
              <a:ea typeface="+mn-ea"/>
              <a:cs typeface="+mn-cs"/>
            </a:endParaRPr>
          </a:p>
        </p:txBody>
      </p:sp>
      <p:cxnSp>
        <p:nvCxnSpPr>
          <p:cNvPr id="51" name="Straight Arrow Connector 50">
            <a:extLst>
              <a:ext uri="{FF2B5EF4-FFF2-40B4-BE49-F238E27FC236}">
                <a16:creationId xmlns:a16="http://schemas.microsoft.com/office/drawing/2014/main" id="{BCDF0F40-6BB3-C970-D6CE-EB71486AD54F}"/>
              </a:ext>
            </a:extLst>
          </p:cNvPr>
          <p:cNvCxnSpPr>
            <a:cxnSpLocks/>
          </p:cNvCxnSpPr>
          <p:nvPr/>
        </p:nvCxnSpPr>
        <p:spPr>
          <a:xfrm>
            <a:off x="2272136" y="2376104"/>
            <a:ext cx="1224400"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A469016A-55BB-F468-7D3B-238AEAE60716}"/>
              </a:ext>
            </a:extLst>
          </p:cNvPr>
          <p:cNvSpPr txBox="1"/>
          <p:nvPr/>
        </p:nvSpPr>
        <p:spPr>
          <a:xfrm>
            <a:off x="2955010" y="2296520"/>
            <a:ext cx="287786" cy="149600"/>
          </a:xfrm>
          <a:prstGeom prst="rect">
            <a:avLst/>
          </a:prstGeom>
          <a:solidFill>
            <a:schemeClr val="bg1"/>
          </a:solidFill>
        </p:spPr>
        <p:txBody>
          <a:bodyPr vert="horz" wrap="square" lIns="0" tIns="0" rIns="0" bIns="0" rtlCol="0" anchor="ctr" anchorCtr="0">
            <a:noAutofit/>
          </a:bodyPr>
          <a:lstStyle/>
          <a:p>
            <a:pPr algn="ctr">
              <a:spcAft>
                <a:spcPts val="600"/>
              </a:spcAft>
            </a:pPr>
            <a:r>
              <a:rPr lang="en-US" sz="800" b="1"/>
              <a:t>API</a:t>
            </a:r>
          </a:p>
        </p:txBody>
      </p:sp>
      <p:sp>
        <p:nvSpPr>
          <p:cNvPr id="106" name="TextBox 105">
            <a:extLst>
              <a:ext uri="{FF2B5EF4-FFF2-40B4-BE49-F238E27FC236}">
                <a16:creationId xmlns:a16="http://schemas.microsoft.com/office/drawing/2014/main" id="{280D1677-A978-86C0-182F-EB2F14577303}"/>
              </a:ext>
            </a:extLst>
          </p:cNvPr>
          <p:cNvSpPr txBox="1"/>
          <p:nvPr/>
        </p:nvSpPr>
        <p:spPr>
          <a:xfrm>
            <a:off x="1303642" y="2675222"/>
            <a:ext cx="1148588" cy="327041"/>
          </a:xfrm>
          <a:prstGeom prst="rect">
            <a:avLst/>
          </a:prstGeom>
          <a:noFill/>
        </p:spPr>
        <p:txBody>
          <a:bodyPr vert="horz" wrap="square" lIns="0" tIns="0" rIns="0" bIns="0" rtlCol="0" anchor="ctr" anchorCtr="0">
            <a:noAutofit/>
          </a:bodyPr>
          <a:lstStyle/>
          <a:p>
            <a:pPr>
              <a:spcAft>
                <a:spcPts val="600"/>
              </a:spcAft>
            </a:pPr>
            <a:r>
              <a:rPr lang="en-US" sz="800"/>
              <a:t>Potential Additional Data Sources*</a:t>
            </a:r>
          </a:p>
        </p:txBody>
      </p:sp>
      <p:sp>
        <p:nvSpPr>
          <p:cNvPr id="107" name="Arrow: Right 106">
            <a:extLst>
              <a:ext uri="{FF2B5EF4-FFF2-40B4-BE49-F238E27FC236}">
                <a16:creationId xmlns:a16="http://schemas.microsoft.com/office/drawing/2014/main" id="{75377E4C-0D13-335E-9CCE-D0BCF1042AC6}"/>
              </a:ext>
            </a:extLst>
          </p:cNvPr>
          <p:cNvSpPr/>
          <p:nvPr/>
        </p:nvSpPr>
        <p:spPr>
          <a:xfrm rot="16200000">
            <a:off x="2420998" y="2568495"/>
            <a:ext cx="337218" cy="154614"/>
          </a:xfrm>
          <a:prstGeom prst="rightArrow">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3" name="Rectangle: Rounded Corners 62">
            <a:extLst>
              <a:ext uri="{FF2B5EF4-FFF2-40B4-BE49-F238E27FC236}">
                <a16:creationId xmlns:a16="http://schemas.microsoft.com/office/drawing/2014/main" id="{2FC69878-3D62-8E11-4693-8024DCAF784A}"/>
              </a:ext>
            </a:extLst>
          </p:cNvPr>
          <p:cNvSpPr/>
          <p:nvPr/>
        </p:nvSpPr>
        <p:spPr>
          <a:xfrm>
            <a:off x="3628382" y="5599433"/>
            <a:ext cx="1008224" cy="17279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bg1"/>
                </a:solidFill>
              </a:rPr>
              <a:t>For Discussion</a:t>
            </a:r>
          </a:p>
        </p:txBody>
      </p:sp>
      <p:pic>
        <p:nvPicPr>
          <p:cNvPr id="1034" name="Picture 10" descr="Microsoft 365 CoPilot Definition | Technology Management Concepts">
            <a:extLst>
              <a:ext uri="{FF2B5EF4-FFF2-40B4-BE49-F238E27FC236}">
                <a16:creationId xmlns:a16="http://schemas.microsoft.com/office/drawing/2014/main" id="{472A6B1E-A421-A91F-D731-C5D8ED66F259}"/>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522923" y="2154497"/>
            <a:ext cx="847766" cy="847766"/>
          </a:xfrm>
          <a:prstGeom prst="rect">
            <a:avLst/>
          </a:prstGeom>
          <a:noFill/>
          <a:extLst>
            <a:ext uri="{909E8E84-426E-40DD-AFC4-6F175D3DCCD1}">
              <a14:hiddenFill xmlns:a14="http://schemas.microsoft.com/office/drawing/2010/main">
                <a:solidFill>
                  <a:srgbClr val="FFFFFF"/>
                </a:solidFill>
              </a14:hiddenFill>
            </a:ext>
          </a:extLst>
        </p:spPr>
      </p:pic>
      <p:sp>
        <p:nvSpPr>
          <p:cNvPr id="81" name="TextBox 80">
            <a:extLst>
              <a:ext uri="{FF2B5EF4-FFF2-40B4-BE49-F238E27FC236}">
                <a16:creationId xmlns:a16="http://schemas.microsoft.com/office/drawing/2014/main" id="{DB66C676-CE5B-0A61-90DD-BF1857592E20}"/>
              </a:ext>
            </a:extLst>
          </p:cNvPr>
          <p:cNvSpPr txBox="1"/>
          <p:nvPr/>
        </p:nvSpPr>
        <p:spPr>
          <a:xfrm>
            <a:off x="5017214" y="3136628"/>
            <a:ext cx="760691" cy="194598"/>
          </a:xfrm>
          <a:prstGeom prst="rect">
            <a:avLst/>
          </a:prstGeom>
        </p:spPr>
        <p:txBody>
          <a:bodyPr vert="horz" wrap="square" lIns="0" tIns="0" rIns="0" bIns="0" rtlCol="0" anchor="t" anchorCtr="0">
            <a:noAutofit/>
          </a:bodyPr>
          <a:lstStyle/>
          <a:p>
            <a:pPr algn="ctr">
              <a:spcAft>
                <a:spcPts val="600"/>
              </a:spcAft>
            </a:pPr>
            <a:r>
              <a:rPr lang="en-US" sz="800">
                <a:latin typeface="Calibri" panose="020F0502020204030204" pitchFamily="34" charset="0"/>
                <a:ea typeface="Calibri" panose="020F0502020204030204" pitchFamily="34" charset="0"/>
                <a:cs typeface="Calibri" panose="020F0502020204030204" pitchFamily="34" charset="0"/>
              </a:rPr>
              <a:t>Copilot Agent Builder</a:t>
            </a:r>
          </a:p>
        </p:txBody>
      </p:sp>
      <p:sp>
        <p:nvSpPr>
          <p:cNvPr id="83" name="Flowchart: Multidocument 82">
            <a:extLst>
              <a:ext uri="{FF2B5EF4-FFF2-40B4-BE49-F238E27FC236}">
                <a16:creationId xmlns:a16="http://schemas.microsoft.com/office/drawing/2014/main" id="{1121C79D-8B88-E3F6-9F75-966A2C990BBE}"/>
              </a:ext>
            </a:extLst>
          </p:cNvPr>
          <p:cNvSpPr/>
          <p:nvPr/>
        </p:nvSpPr>
        <p:spPr>
          <a:xfrm>
            <a:off x="7169733" y="4987781"/>
            <a:ext cx="757147" cy="590524"/>
          </a:xfrm>
          <a:prstGeom prst="flowChartMultidocument">
            <a:avLst/>
          </a:prstGeom>
          <a:solidFill>
            <a:schemeClr val="bg1"/>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84" name="Flowchart: Preparation 83">
            <a:extLst>
              <a:ext uri="{FF2B5EF4-FFF2-40B4-BE49-F238E27FC236}">
                <a16:creationId xmlns:a16="http://schemas.microsoft.com/office/drawing/2014/main" id="{B9AE7CB7-C861-28FA-373A-60807437AB4B}"/>
              </a:ext>
            </a:extLst>
          </p:cNvPr>
          <p:cNvSpPr/>
          <p:nvPr/>
        </p:nvSpPr>
        <p:spPr>
          <a:xfrm>
            <a:off x="5402943" y="5088547"/>
            <a:ext cx="400646" cy="363041"/>
          </a:xfrm>
          <a:prstGeom prst="flowChartPreparation">
            <a:avLst/>
          </a:prstGeom>
          <a:solidFill>
            <a:schemeClr val="bg1"/>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800">
                <a:solidFill>
                  <a:schemeClr val="bg1"/>
                </a:solidFill>
              </a:rPr>
              <a:t>Combine </a:t>
            </a:r>
          </a:p>
        </p:txBody>
      </p:sp>
      <p:sp>
        <p:nvSpPr>
          <p:cNvPr id="85" name="Flowchart: Preparation 84">
            <a:extLst>
              <a:ext uri="{FF2B5EF4-FFF2-40B4-BE49-F238E27FC236}">
                <a16:creationId xmlns:a16="http://schemas.microsoft.com/office/drawing/2014/main" id="{06472937-54DE-98A3-3101-3E8C8C8AAE28}"/>
              </a:ext>
            </a:extLst>
          </p:cNvPr>
          <p:cNvSpPr/>
          <p:nvPr/>
        </p:nvSpPr>
        <p:spPr>
          <a:xfrm>
            <a:off x="6010922" y="5088547"/>
            <a:ext cx="400646" cy="363041"/>
          </a:xfrm>
          <a:prstGeom prst="flowChartPreparation">
            <a:avLst/>
          </a:prstGeom>
          <a:solidFill>
            <a:schemeClr val="bg1"/>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800">
                <a:solidFill>
                  <a:schemeClr val="bg1"/>
                </a:solidFill>
              </a:rPr>
              <a:t>Combine </a:t>
            </a:r>
          </a:p>
        </p:txBody>
      </p:sp>
      <p:sp>
        <p:nvSpPr>
          <p:cNvPr id="86" name="Flowchart: Preparation 85">
            <a:extLst>
              <a:ext uri="{FF2B5EF4-FFF2-40B4-BE49-F238E27FC236}">
                <a16:creationId xmlns:a16="http://schemas.microsoft.com/office/drawing/2014/main" id="{C0A30843-9881-0D30-013C-3D4DCF36DD27}"/>
              </a:ext>
            </a:extLst>
          </p:cNvPr>
          <p:cNvSpPr/>
          <p:nvPr/>
        </p:nvSpPr>
        <p:spPr>
          <a:xfrm>
            <a:off x="6573802" y="5088547"/>
            <a:ext cx="400646" cy="363041"/>
          </a:xfrm>
          <a:prstGeom prst="flowChartPreparation">
            <a:avLst/>
          </a:prstGeom>
          <a:solidFill>
            <a:schemeClr val="bg1"/>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800">
                <a:solidFill>
                  <a:schemeClr val="bg1"/>
                </a:solidFill>
              </a:rPr>
              <a:t>Combine </a:t>
            </a:r>
          </a:p>
        </p:txBody>
      </p:sp>
      <p:sp>
        <p:nvSpPr>
          <p:cNvPr id="87" name="TextBox 86">
            <a:extLst>
              <a:ext uri="{FF2B5EF4-FFF2-40B4-BE49-F238E27FC236}">
                <a16:creationId xmlns:a16="http://schemas.microsoft.com/office/drawing/2014/main" id="{C18336E2-9ACF-17B9-AFE1-CFB34ABBBA80}"/>
              </a:ext>
            </a:extLst>
          </p:cNvPr>
          <p:cNvSpPr txBox="1"/>
          <p:nvPr/>
        </p:nvSpPr>
        <p:spPr>
          <a:xfrm>
            <a:off x="5418413" y="5534270"/>
            <a:ext cx="932931" cy="191387"/>
          </a:xfrm>
          <a:prstGeom prst="rect">
            <a:avLst/>
          </a:prstGeom>
        </p:spPr>
        <p:txBody>
          <a:bodyPr vert="horz" wrap="square" lIns="0" tIns="0" rIns="0" bIns="0" rtlCol="0" anchor="t" anchorCtr="0">
            <a:noAutofit/>
          </a:bodyPr>
          <a:lstStyle/>
          <a:p>
            <a:pPr algn="l">
              <a:spcAft>
                <a:spcPts val="600"/>
              </a:spcAft>
            </a:pPr>
            <a:r>
              <a:rPr lang="en-US" sz="800"/>
              <a:t>Combine</a:t>
            </a:r>
          </a:p>
        </p:txBody>
      </p:sp>
      <p:sp>
        <p:nvSpPr>
          <p:cNvPr id="88" name="TextBox 87">
            <a:extLst>
              <a:ext uri="{FF2B5EF4-FFF2-40B4-BE49-F238E27FC236}">
                <a16:creationId xmlns:a16="http://schemas.microsoft.com/office/drawing/2014/main" id="{9C6C0C4B-E353-2414-7870-490DA084F359}"/>
              </a:ext>
            </a:extLst>
          </p:cNvPr>
          <p:cNvSpPr txBox="1"/>
          <p:nvPr/>
        </p:nvSpPr>
        <p:spPr>
          <a:xfrm>
            <a:off x="6095877" y="5552985"/>
            <a:ext cx="932931" cy="191387"/>
          </a:xfrm>
          <a:prstGeom prst="rect">
            <a:avLst/>
          </a:prstGeom>
        </p:spPr>
        <p:txBody>
          <a:bodyPr vert="horz" wrap="square" lIns="0" tIns="0" rIns="0" bIns="0" rtlCol="0" anchor="t" anchorCtr="0">
            <a:noAutofit/>
          </a:bodyPr>
          <a:lstStyle/>
          <a:p>
            <a:pPr algn="l">
              <a:spcAft>
                <a:spcPts val="600"/>
              </a:spcAft>
            </a:pPr>
            <a:r>
              <a:rPr lang="en-US" sz="800"/>
              <a:t>Clean</a:t>
            </a:r>
          </a:p>
        </p:txBody>
      </p:sp>
      <p:sp>
        <p:nvSpPr>
          <p:cNvPr id="89" name="TextBox 88">
            <a:extLst>
              <a:ext uri="{FF2B5EF4-FFF2-40B4-BE49-F238E27FC236}">
                <a16:creationId xmlns:a16="http://schemas.microsoft.com/office/drawing/2014/main" id="{29F225D4-D8A9-B221-4150-EA2BF65CD986}"/>
              </a:ext>
            </a:extLst>
          </p:cNvPr>
          <p:cNvSpPr txBox="1"/>
          <p:nvPr/>
        </p:nvSpPr>
        <p:spPr>
          <a:xfrm>
            <a:off x="6567385" y="5556533"/>
            <a:ext cx="932931" cy="191387"/>
          </a:xfrm>
          <a:prstGeom prst="rect">
            <a:avLst/>
          </a:prstGeom>
        </p:spPr>
        <p:txBody>
          <a:bodyPr vert="horz" wrap="square" lIns="0" tIns="0" rIns="0" bIns="0" rtlCol="0" anchor="t" anchorCtr="0">
            <a:noAutofit/>
          </a:bodyPr>
          <a:lstStyle/>
          <a:p>
            <a:pPr algn="l">
              <a:spcAft>
                <a:spcPts val="600"/>
              </a:spcAft>
            </a:pPr>
            <a:r>
              <a:rPr lang="en-US" sz="800"/>
              <a:t>Transform</a:t>
            </a:r>
          </a:p>
        </p:txBody>
      </p:sp>
      <p:sp>
        <p:nvSpPr>
          <p:cNvPr id="90" name="TextBox 89">
            <a:extLst>
              <a:ext uri="{FF2B5EF4-FFF2-40B4-BE49-F238E27FC236}">
                <a16:creationId xmlns:a16="http://schemas.microsoft.com/office/drawing/2014/main" id="{64B06A8D-60E4-73AB-4113-7FC407C12349}"/>
              </a:ext>
            </a:extLst>
          </p:cNvPr>
          <p:cNvSpPr txBox="1"/>
          <p:nvPr/>
        </p:nvSpPr>
        <p:spPr>
          <a:xfrm>
            <a:off x="7285386" y="5616484"/>
            <a:ext cx="932931" cy="191387"/>
          </a:xfrm>
          <a:prstGeom prst="rect">
            <a:avLst/>
          </a:prstGeom>
        </p:spPr>
        <p:txBody>
          <a:bodyPr vert="horz" wrap="square" lIns="0" tIns="0" rIns="0" bIns="0" rtlCol="0" anchor="t" anchorCtr="0">
            <a:noAutofit/>
          </a:bodyPr>
          <a:lstStyle/>
          <a:p>
            <a:pPr algn="l">
              <a:spcAft>
                <a:spcPts val="600"/>
              </a:spcAft>
            </a:pPr>
            <a:r>
              <a:rPr lang="en-US" sz="800"/>
              <a:t>Ready for consumption</a:t>
            </a:r>
          </a:p>
        </p:txBody>
      </p:sp>
      <p:cxnSp>
        <p:nvCxnSpPr>
          <p:cNvPr id="91" name="Straight Arrow Connector 90">
            <a:extLst>
              <a:ext uri="{FF2B5EF4-FFF2-40B4-BE49-F238E27FC236}">
                <a16:creationId xmlns:a16="http://schemas.microsoft.com/office/drawing/2014/main" id="{69C81B33-E968-5936-B437-3DCD39EAF157}"/>
              </a:ext>
            </a:extLst>
          </p:cNvPr>
          <p:cNvCxnSpPr>
            <a:stCxn id="84" idx="3"/>
            <a:endCxn id="85" idx="1"/>
          </p:cNvCxnSpPr>
          <p:nvPr/>
        </p:nvCxnSpPr>
        <p:spPr>
          <a:xfrm>
            <a:off x="5803589" y="5270068"/>
            <a:ext cx="207333" cy="0"/>
          </a:xfrm>
          <a:prstGeom prst="straightConnector1">
            <a:avLst/>
          </a:prstGeom>
          <a:ln w="63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FEA20814-F276-AC4E-D259-3472D21EB330}"/>
              </a:ext>
            </a:extLst>
          </p:cNvPr>
          <p:cNvCxnSpPr>
            <a:endCxn id="86" idx="1"/>
          </p:cNvCxnSpPr>
          <p:nvPr/>
        </p:nvCxnSpPr>
        <p:spPr>
          <a:xfrm flipV="1">
            <a:off x="6437550" y="5270068"/>
            <a:ext cx="136252" cy="27151"/>
          </a:xfrm>
          <a:prstGeom prst="straightConnector1">
            <a:avLst/>
          </a:prstGeom>
          <a:ln w="63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34368245-A2A2-21E1-27D7-1726E40E04FA}"/>
              </a:ext>
            </a:extLst>
          </p:cNvPr>
          <p:cNvCxnSpPr>
            <a:cxnSpLocks/>
            <a:stCxn id="86" idx="3"/>
            <a:endCxn id="83" idx="1"/>
          </p:cNvCxnSpPr>
          <p:nvPr/>
        </p:nvCxnSpPr>
        <p:spPr>
          <a:xfrm>
            <a:off x="6974448" y="5270068"/>
            <a:ext cx="195285" cy="12975"/>
          </a:xfrm>
          <a:prstGeom prst="straightConnector1">
            <a:avLst/>
          </a:prstGeom>
          <a:ln w="63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968EFB1B-B309-7163-42E6-35D5819BB5B8}"/>
              </a:ext>
            </a:extLst>
          </p:cNvPr>
          <p:cNvSpPr txBox="1"/>
          <p:nvPr/>
        </p:nvSpPr>
        <p:spPr>
          <a:xfrm>
            <a:off x="8746826" y="2947366"/>
            <a:ext cx="1107675" cy="120349"/>
          </a:xfrm>
          <a:prstGeom prst="rect">
            <a:avLst/>
          </a:prstGeom>
        </p:spPr>
        <p:txBody>
          <a:bodyPr vert="horz" wrap="square" lIns="0" tIns="0" rIns="0" bIns="0" rtlCol="0" anchor="t" anchorCtr="0">
            <a:noAutofit/>
          </a:bodyPr>
          <a:lstStyle/>
          <a:p>
            <a:pPr algn="l">
              <a:spcAft>
                <a:spcPts val="600"/>
              </a:spcAft>
            </a:pPr>
            <a:r>
              <a:rPr lang="en-US" sz="800" b="1" err="1">
                <a:solidFill>
                  <a:schemeClr val="tx2"/>
                </a:solidFill>
              </a:rPr>
              <a:t>DisneyGPT</a:t>
            </a:r>
            <a:endParaRPr lang="en-US" sz="800" b="1">
              <a:solidFill>
                <a:schemeClr val="tx2"/>
              </a:solidFill>
            </a:endParaRPr>
          </a:p>
        </p:txBody>
      </p:sp>
      <p:pic>
        <p:nvPicPr>
          <p:cNvPr id="96" name="Picture 14" descr="databricks,logo Icons">
            <a:extLst>
              <a:ext uri="{FF2B5EF4-FFF2-40B4-BE49-F238E27FC236}">
                <a16:creationId xmlns:a16="http://schemas.microsoft.com/office/drawing/2014/main" id="{07CDEACD-B1A7-3782-3C55-AF0ED2663322}"/>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544793" y="4960904"/>
            <a:ext cx="721282" cy="360641"/>
          </a:xfrm>
          <a:prstGeom prst="rect">
            <a:avLst/>
          </a:prstGeom>
          <a:noFill/>
          <a:extLst>
            <a:ext uri="{909E8E84-426E-40DD-AFC4-6F175D3DCCD1}">
              <a14:hiddenFill xmlns:a14="http://schemas.microsoft.com/office/drawing/2010/main">
                <a:solidFill>
                  <a:srgbClr val="FFFFFF"/>
                </a:solidFill>
              </a14:hiddenFill>
            </a:ext>
          </a:extLst>
        </p:spPr>
      </p:pic>
      <p:pic>
        <p:nvPicPr>
          <p:cNvPr id="97" name="Picture 96">
            <a:extLst>
              <a:ext uri="{FF2B5EF4-FFF2-40B4-BE49-F238E27FC236}">
                <a16:creationId xmlns:a16="http://schemas.microsoft.com/office/drawing/2014/main" id="{4EB2F242-38C7-EBA7-F828-836850B431FF}"/>
              </a:ext>
            </a:extLst>
          </p:cNvPr>
          <p:cNvPicPr>
            <a:picLocks noChangeAspect="1"/>
          </p:cNvPicPr>
          <p:nvPr/>
        </p:nvPicPr>
        <p:blipFill>
          <a:blip r:embed="rId11"/>
          <a:stretch>
            <a:fillRect/>
          </a:stretch>
        </p:blipFill>
        <p:spPr>
          <a:xfrm>
            <a:off x="3662947" y="4708904"/>
            <a:ext cx="888083" cy="252000"/>
          </a:xfrm>
          <a:prstGeom prst="rect">
            <a:avLst/>
          </a:prstGeom>
        </p:spPr>
      </p:pic>
      <p:grpSp>
        <p:nvGrpSpPr>
          <p:cNvPr id="98" name="Group 97">
            <a:extLst>
              <a:ext uri="{FF2B5EF4-FFF2-40B4-BE49-F238E27FC236}">
                <a16:creationId xmlns:a16="http://schemas.microsoft.com/office/drawing/2014/main" id="{0B2919CA-73DF-0355-B097-D75090C0FA84}"/>
              </a:ext>
            </a:extLst>
          </p:cNvPr>
          <p:cNvGrpSpPr/>
          <p:nvPr/>
        </p:nvGrpSpPr>
        <p:grpSpPr>
          <a:xfrm>
            <a:off x="3882956" y="5221336"/>
            <a:ext cx="1061045" cy="535866"/>
            <a:chOff x="1089558" y="5226976"/>
            <a:chExt cx="1236143" cy="679341"/>
          </a:xfrm>
        </p:grpSpPr>
        <p:pic>
          <p:nvPicPr>
            <p:cNvPr id="99" name="Picture 12" descr="Thomson Reuters Unveils New Brand Evolution">
              <a:extLst>
                <a:ext uri="{FF2B5EF4-FFF2-40B4-BE49-F238E27FC236}">
                  <a16:creationId xmlns:a16="http://schemas.microsoft.com/office/drawing/2014/main" id="{C71EC56B-F02B-D1DB-6284-F35223DACBE1}"/>
                </a:ext>
              </a:extLst>
            </p:cNvPr>
            <p:cNvPicPr>
              <a:picLocks noChangeAspect="1" noChangeArrowheads="1"/>
            </p:cNvPicPr>
            <p:nvPr/>
          </p:nvPicPr>
          <p:blipFill rotWithShape="1">
            <a:blip r:embed="rId17" cstate="print">
              <a:extLst>
                <a:ext uri="{28A0092B-C50C-407E-A947-70E740481C1C}">
                  <a14:useLocalDpi xmlns:a14="http://schemas.microsoft.com/office/drawing/2010/main" val="0"/>
                </a:ext>
              </a:extLst>
            </a:blip>
            <a:srcRect l="10383" t="22340" r="4371" b="19596"/>
            <a:stretch/>
          </p:blipFill>
          <p:spPr bwMode="auto">
            <a:xfrm>
              <a:off x="1262164" y="5226976"/>
              <a:ext cx="742950" cy="381000"/>
            </a:xfrm>
            <a:prstGeom prst="rect">
              <a:avLst/>
            </a:prstGeom>
            <a:noFill/>
            <a:extLst>
              <a:ext uri="{909E8E84-426E-40DD-AFC4-6F175D3DCCD1}">
                <a14:hiddenFill xmlns:a14="http://schemas.microsoft.com/office/drawing/2010/main">
                  <a:solidFill>
                    <a:srgbClr val="FFFFFF"/>
                  </a:solidFill>
                </a14:hiddenFill>
              </a:ext>
            </a:extLst>
          </p:spPr>
        </p:pic>
        <p:sp>
          <p:nvSpPr>
            <p:cNvPr id="100" name="TextBox 338">
              <a:extLst>
                <a:ext uri="{FF2B5EF4-FFF2-40B4-BE49-F238E27FC236}">
                  <a16:creationId xmlns:a16="http://schemas.microsoft.com/office/drawing/2014/main" id="{96F6F334-2616-EE2B-58B5-8EE0866C9523}"/>
                </a:ext>
              </a:extLst>
            </p:cNvPr>
            <p:cNvSpPr txBox="1">
              <a:spLocks/>
            </p:cNvSpPr>
            <p:nvPr/>
          </p:nvSpPr>
          <p:spPr>
            <a:xfrm>
              <a:off x="1089558" y="5515595"/>
              <a:ext cx="1236143" cy="390722"/>
            </a:xfrm>
            <a:prstGeom prst="rect">
              <a:avLst/>
            </a:prstGeom>
            <a:ln w="9525">
              <a:noFill/>
            </a:ln>
            <a:extLst>
              <a:ext uri="{91240B29-F687-4F45-9708-019B960494DF}">
                <a14:hiddenLine xmlns:a14="http://schemas.microsoft.com/office/drawing/2010/main" w="9525" cap="flat" cmpd="sng" algn="ctr">
                  <a:solidFill>
                    <a:schemeClr val="tx1">
                      <a:lumMod val="100000"/>
                      <a:alpha val="0"/>
                    </a:schemeClr>
                  </a:solidFill>
                  <a:prstDash val="solid"/>
                  <a:round/>
                  <a:headEnd type="none" w="med" len="med"/>
                  <a:tailEnd type="none" w="med" len="med"/>
                </a14:hiddenLine>
              </a:ext>
            </a:extLst>
          </p:spPr>
          <p:txBody>
            <a:bodyPr lIns="45720" rIns="45720"/>
            <a:lstStyle>
              <a:lvl1pPr marL="112713" indent="-112713" algn="l" defTabSz="914400" rtl="0" eaLnBrk="1" latinLnBrk="0" hangingPunct="1">
                <a:lnSpc>
                  <a:spcPct val="100000"/>
                </a:lnSpc>
                <a:spcBef>
                  <a:spcPts val="0"/>
                </a:spcBef>
                <a:spcAft>
                  <a:spcPts val="600"/>
                </a:spcAft>
                <a:buFont typeface="Wingdings" panose="05000000000000000000" pitchFamily="2" charset="2"/>
                <a:buChar char="§"/>
                <a:defRPr lang="en-US" sz="1500" b="0" kern="1200" dirty="0" smtClean="0">
                  <a:solidFill>
                    <a:schemeClr val="tx1"/>
                  </a:solidFill>
                  <a:latin typeface="+mn-lt"/>
                  <a:ea typeface="+mn-ea"/>
                  <a:cs typeface="+mn-cs"/>
                </a:defRPr>
              </a:lvl1pPr>
              <a:lvl2pPr marL="233363" indent="-120650" algn="l" defTabSz="914400" rtl="0" eaLnBrk="1" latinLnBrk="0" hangingPunct="1">
                <a:lnSpc>
                  <a:spcPct val="100000"/>
                </a:lnSpc>
                <a:spcBef>
                  <a:spcPts val="0"/>
                </a:spcBef>
                <a:spcAft>
                  <a:spcPts val="600"/>
                </a:spcAft>
                <a:buFont typeface="Arial" panose="020B0604020202020204" pitchFamily="34" charset="0"/>
                <a:buChar char="­"/>
                <a:defRPr lang="en-US" sz="1500" b="0" kern="1200" dirty="0" smtClean="0">
                  <a:solidFill>
                    <a:schemeClr val="tx1"/>
                  </a:solidFill>
                  <a:latin typeface="+mn-lt"/>
                  <a:ea typeface="+mn-ea"/>
                  <a:cs typeface="+mn-cs"/>
                </a:defRPr>
              </a:lvl2pPr>
              <a:lvl3pPr marL="344488" indent="-111125" algn="l" defTabSz="914400" rtl="0" eaLnBrk="1" latinLnBrk="0" hangingPunct="1">
                <a:lnSpc>
                  <a:spcPct val="100000"/>
                </a:lnSpc>
                <a:spcBef>
                  <a:spcPts val="0"/>
                </a:spcBef>
                <a:spcAft>
                  <a:spcPts val="600"/>
                </a:spcAft>
                <a:buClr>
                  <a:schemeClr val="tx1"/>
                </a:buClr>
                <a:buFont typeface="Wingdings" panose="05000000000000000000" pitchFamily="2" charset="2"/>
                <a:buChar char="§"/>
                <a:defRPr lang="en-US" sz="1500" b="0" kern="1200" dirty="0" smtClean="0">
                  <a:solidFill>
                    <a:schemeClr val="tx1"/>
                  </a:solidFill>
                  <a:latin typeface="+mn-lt"/>
                  <a:ea typeface="+mn-ea"/>
                  <a:cs typeface="+mn-cs"/>
                </a:defRPr>
              </a:lvl3pPr>
              <a:lvl4pPr marL="457200" indent="-112713" algn="l" defTabSz="914400" rtl="0" eaLnBrk="1" latinLnBrk="0" hangingPunct="1">
                <a:lnSpc>
                  <a:spcPct val="100000"/>
                </a:lnSpc>
                <a:spcBef>
                  <a:spcPts val="0"/>
                </a:spcBef>
                <a:spcAft>
                  <a:spcPts val="600"/>
                </a:spcAft>
                <a:buClr>
                  <a:schemeClr val="tx1"/>
                </a:buClr>
                <a:buFont typeface="Arial" panose="020B0604020202020204" pitchFamily="34" charset="0"/>
                <a:buChar char="­"/>
                <a:defRPr lang="en-US" sz="1500" b="0" kern="1200" dirty="0" smtClean="0">
                  <a:solidFill>
                    <a:schemeClr val="tx1"/>
                  </a:solidFill>
                  <a:latin typeface="+mn-lt"/>
                  <a:ea typeface="+mn-ea"/>
                  <a:cs typeface="+mn-cs"/>
                </a:defRPr>
              </a:lvl4pPr>
              <a:lvl5pPr marL="569913" indent="-112713" algn="l" defTabSz="914400" rtl="0" eaLnBrk="1" latinLnBrk="0" hangingPunct="1">
                <a:lnSpc>
                  <a:spcPct val="100000"/>
                </a:lnSpc>
                <a:spcBef>
                  <a:spcPts val="0"/>
                </a:spcBef>
                <a:spcAft>
                  <a:spcPts val="600"/>
                </a:spcAft>
                <a:buClr>
                  <a:schemeClr val="tx1"/>
                </a:buClr>
                <a:buFont typeface="Wingdings" panose="05000000000000000000" pitchFamily="2" charset="2"/>
                <a:buChar char="§"/>
                <a:defRPr lang="en-US" sz="1500" b="0" kern="1200" baseline="0" dirty="0" smtClean="0">
                  <a:solidFill>
                    <a:schemeClr val="tx1"/>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endParaRPr kumimoji="0" lang="en-US" sz="7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grpSp>
      <p:pic>
        <p:nvPicPr>
          <p:cNvPr id="101" name="Picture 2" descr="Copilot Studio - AI อัจฉริยะ ช่วยให้ทำงานด้วยกันได้อย่างไร้รอยต่อ">
            <a:extLst>
              <a:ext uri="{FF2B5EF4-FFF2-40B4-BE49-F238E27FC236}">
                <a16:creationId xmlns:a16="http://schemas.microsoft.com/office/drawing/2014/main" id="{3323776B-F204-89BA-855E-D6059CC461B0}"/>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227497" y="3453154"/>
            <a:ext cx="239063" cy="239063"/>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2" descr="Azure AI Studio - Pricing | Microsoft Azure">
            <a:extLst>
              <a:ext uri="{FF2B5EF4-FFF2-40B4-BE49-F238E27FC236}">
                <a16:creationId xmlns:a16="http://schemas.microsoft.com/office/drawing/2014/main" id="{0431FAA2-7657-8FE8-892C-EF5A3785DF5C}"/>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791461" y="3087267"/>
            <a:ext cx="533511" cy="280093"/>
          </a:xfrm>
          <a:prstGeom prst="rect">
            <a:avLst/>
          </a:prstGeom>
          <a:noFill/>
          <a:extLst>
            <a:ext uri="{909E8E84-426E-40DD-AFC4-6F175D3DCCD1}">
              <a14:hiddenFill xmlns:a14="http://schemas.microsoft.com/office/drawing/2010/main">
                <a:solidFill>
                  <a:srgbClr val="FFFFFF"/>
                </a:solidFill>
              </a14:hiddenFill>
            </a:ext>
          </a:extLst>
        </p:spPr>
      </p:pic>
      <p:sp>
        <p:nvSpPr>
          <p:cNvPr id="103" name="TextBox 102">
            <a:extLst>
              <a:ext uri="{FF2B5EF4-FFF2-40B4-BE49-F238E27FC236}">
                <a16:creationId xmlns:a16="http://schemas.microsoft.com/office/drawing/2014/main" id="{D8D9EC53-29C5-4DAE-D723-743AA95480F6}"/>
              </a:ext>
            </a:extLst>
          </p:cNvPr>
          <p:cNvSpPr txBox="1"/>
          <p:nvPr/>
        </p:nvSpPr>
        <p:spPr>
          <a:xfrm>
            <a:off x="141767" y="74692"/>
            <a:ext cx="2912860" cy="272139"/>
          </a:xfrm>
          <a:prstGeom prst="rect">
            <a:avLst/>
          </a:prstGeom>
        </p:spPr>
        <p:txBody>
          <a:bodyPr vert="horz" wrap="square" lIns="0" tIns="0" rIns="0" bIns="0" rtlCol="0" anchor="t" anchorCtr="0">
            <a:noAutofit/>
          </a:bodyPr>
          <a:lstStyle/>
          <a:p>
            <a:pPr algn="l">
              <a:spcAft>
                <a:spcPts val="600"/>
              </a:spcAft>
            </a:pPr>
            <a:r>
              <a:rPr lang="en-US" sz="1400">
                <a:solidFill>
                  <a:schemeClr val="bg1">
                    <a:lumMod val="65000"/>
                  </a:schemeClr>
                </a:solidFill>
              </a:rPr>
              <a:t>DRAFT: FOR DISCUSSION</a:t>
            </a:r>
          </a:p>
        </p:txBody>
      </p:sp>
      <p:pic>
        <p:nvPicPr>
          <p:cNvPr id="1036" name="Picture 12" descr="OpenAI Logo, symbol, meaning, history, PNG, brand">
            <a:extLst>
              <a:ext uri="{FF2B5EF4-FFF2-40B4-BE49-F238E27FC236}">
                <a16:creationId xmlns:a16="http://schemas.microsoft.com/office/drawing/2014/main" id="{23E33FAC-0E3A-490E-F2E5-95C826047C75}"/>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211993" y="2481272"/>
            <a:ext cx="523748" cy="301643"/>
          </a:xfrm>
          <a:prstGeom prst="rect">
            <a:avLst/>
          </a:prstGeom>
          <a:noFill/>
          <a:extLst>
            <a:ext uri="{909E8E84-426E-40DD-AFC4-6F175D3DCCD1}">
              <a14:hiddenFill xmlns:a14="http://schemas.microsoft.com/office/drawing/2010/main">
                <a:solidFill>
                  <a:srgbClr val="FFFFFF"/>
                </a:solidFill>
              </a14:hiddenFill>
            </a:ext>
          </a:extLst>
        </p:spPr>
      </p:pic>
      <p:sp>
        <p:nvSpPr>
          <p:cNvPr id="108" name="Rectangle: Rounded Corners 107">
            <a:extLst>
              <a:ext uri="{FF2B5EF4-FFF2-40B4-BE49-F238E27FC236}">
                <a16:creationId xmlns:a16="http://schemas.microsoft.com/office/drawing/2014/main" id="{C204A342-1D9D-A98C-63EA-B1B5BF24AF16}"/>
              </a:ext>
            </a:extLst>
          </p:cNvPr>
          <p:cNvSpPr/>
          <p:nvPr/>
        </p:nvSpPr>
        <p:spPr>
          <a:xfrm>
            <a:off x="3792604" y="2478516"/>
            <a:ext cx="716584" cy="240111"/>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i="0" u="none" strike="noStrike" kern="1200" cap="none" spc="0" normalizeH="0" baseline="0" noProof="0">
                <a:ln>
                  <a:noFill/>
                </a:ln>
                <a:solidFill>
                  <a:srgbClr val="000000"/>
                </a:solidFill>
                <a:effectLst/>
                <a:uLnTx/>
                <a:uFillTx/>
                <a:latin typeface="Arial"/>
                <a:ea typeface="+mn-ea"/>
                <a:cs typeface="+mn-cs"/>
              </a:rPr>
              <a:t>APIs</a:t>
            </a:r>
          </a:p>
        </p:txBody>
      </p:sp>
      <p:sp>
        <p:nvSpPr>
          <p:cNvPr id="109" name="Rectangle: Rounded Corners 108">
            <a:extLst>
              <a:ext uri="{FF2B5EF4-FFF2-40B4-BE49-F238E27FC236}">
                <a16:creationId xmlns:a16="http://schemas.microsoft.com/office/drawing/2014/main" id="{E164F3E9-611F-D604-97FC-445CBDC08177}"/>
              </a:ext>
            </a:extLst>
          </p:cNvPr>
          <p:cNvSpPr/>
          <p:nvPr/>
        </p:nvSpPr>
        <p:spPr>
          <a:xfrm>
            <a:off x="3803220" y="2859003"/>
            <a:ext cx="716584" cy="240111"/>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i="0" u="none" strike="noStrike" kern="1200" cap="none" spc="0" normalizeH="0" baseline="0" noProof="0">
                <a:ln>
                  <a:noFill/>
                </a:ln>
                <a:solidFill>
                  <a:srgbClr val="000000"/>
                </a:solidFill>
                <a:effectLst/>
                <a:uLnTx/>
                <a:uFillTx/>
                <a:latin typeface="Arial"/>
                <a:ea typeface="+mn-ea"/>
                <a:cs typeface="+mn-cs"/>
              </a:rPr>
              <a:t>Pre-built connectors</a:t>
            </a:r>
          </a:p>
        </p:txBody>
      </p:sp>
      <p:sp>
        <p:nvSpPr>
          <p:cNvPr id="110" name="Rectangle: Rounded Corners 109">
            <a:extLst>
              <a:ext uri="{FF2B5EF4-FFF2-40B4-BE49-F238E27FC236}">
                <a16:creationId xmlns:a16="http://schemas.microsoft.com/office/drawing/2014/main" id="{74F6A470-A55C-1185-AB3D-0ACB0D53B7A4}"/>
              </a:ext>
            </a:extLst>
          </p:cNvPr>
          <p:cNvSpPr/>
          <p:nvPr/>
        </p:nvSpPr>
        <p:spPr>
          <a:xfrm>
            <a:off x="3792604" y="3246077"/>
            <a:ext cx="716584" cy="240111"/>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i="0" u="none" strike="noStrike" kern="1200" cap="none" spc="0" normalizeH="0" baseline="0" noProof="0">
                <a:ln>
                  <a:noFill/>
                </a:ln>
                <a:solidFill>
                  <a:srgbClr val="000000"/>
                </a:solidFill>
                <a:effectLst/>
                <a:uLnTx/>
                <a:uFillTx/>
                <a:latin typeface="Arial"/>
                <a:ea typeface="+mn-ea"/>
                <a:cs typeface="+mn-cs"/>
              </a:rPr>
              <a:t>Custom connectors</a:t>
            </a:r>
          </a:p>
        </p:txBody>
      </p:sp>
      <p:sp>
        <p:nvSpPr>
          <p:cNvPr id="115" name="TextBox 27">
            <a:extLst>
              <a:ext uri="{FF2B5EF4-FFF2-40B4-BE49-F238E27FC236}">
                <a16:creationId xmlns:a16="http://schemas.microsoft.com/office/drawing/2014/main" id="{EEE3658F-4D1E-5C84-71EB-6A54B5F756C8}"/>
              </a:ext>
            </a:extLst>
          </p:cNvPr>
          <p:cNvSpPr txBox="1"/>
          <p:nvPr/>
        </p:nvSpPr>
        <p:spPr>
          <a:xfrm>
            <a:off x="5657636" y="3362082"/>
            <a:ext cx="763847" cy="215444"/>
          </a:xfrm>
          <a:prstGeom prst="rect">
            <a:avLst/>
          </a:prstGeom>
          <a:noFill/>
        </p:spPr>
        <p:txBody>
          <a:bodyPr wrap="square" lIns="0" r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a:ea typeface="+mn-ea"/>
                <a:cs typeface="+mn-cs"/>
              </a:rPr>
              <a:t>Azure AI Foundry</a:t>
            </a:r>
          </a:p>
        </p:txBody>
      </p:sp>
      <p:sp>
        <p:nvSpPr>
          <p:cNvPr id="4" name="TextBox 3">
            <a:extLst>
              <a:ext uri="{FF2B5EF4-FFF2-40B4-BE49-F238E27FC236}">
                <a16:creationId xmlns:a16="http://schemas.microsoft.com/office/drawing/2014/main" id="{85347205-3F65-42CE-42A3-FBBA073365B9}"/>
              </a:ext>
            </a:extLst>
          </p:cNvPr>
          <p:cNvSpPr txBox="1"/>
          <p:nvPr/>
        </p:nvSpPr>
        <p:spPr>
          <a:xfrm>
            <a:off x="8611827" y="3288044"/>
            <a:ext cx="1107675" cy="120349"/>
          </a:xfrm>
          <a:prstGeom prst="rect">
            <a:avLst/>
          </a:prstGeom>
        </p:spPr>
        <p:txBody>
          <a:bodyPr vert="horz" wrap="square" lIns="0" tIns="0" rIns="0" bIns="0" rtlCol="0" anchor="t" anchorCtr="0">
            <a:noAutofit/>
          </a:bodyPr>
          <a:lstStyle/>
          <a:p>
            <a:pPr algn="l"/>
            <a:r>
              <a:rPr lang="en-US" sz="800" b="1">
                <a:solidFill>
                  <a:schemeClr val="tx2"/>
                </a:solidFill>
              </a:rPr>
              <a:t>Digital Gateway </a:t>
            </a:r>
          </a:p>
          <a:p>
            <a:pPr algn="l"/>
            <a:r>
              <a:rPr lang="en-US" sz="800">
                <a:solidFill>
                  <a:schemeClr val="tx2"/>
                </a:solidFill>
              </a:rPr>
              <a:t>Initially, then migrate to Disney </a:t>
            </a:r>
          </a:p>
        </p:txBody>
      </p:sp>
      <p:sp>
        <p:nvSpPr>
          <p:cNvPr id="13" name="Rectangle: Rounded Corners 12">
            <a:extLst>
              <a:ext uri="{FF2B5EF4-FFF2-40B4-BE49-F238E27FC236}">
                <a16:creationId xmlns:a16="http://schemas.microsoft.com/office/drawing/2014/main" id="{5CA3A638-0F55-8EC1-D046-CF0730AF6C89}"/>
              </a:ext>
            </a:extLst>
          </p:cNvPr>
          <p:cNvSpPr/>
          <p:nvPr/>
        </p:nvSpPr>
        <p:spPr>
          <a:xfrm>
            <a:off x="6748389" y="3111295"/>
            <a:ext cx="1223057" cy="755217"/>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rgbClr val="000000"/>
                </a:solidFill>
                <a:latin typeface="Arial"/>
              </a:rPr>
              <a:t>Native AI Apps</a:t>
            </a:r>
            <a:endParaRPr kumimoji="0" lang="en-US" sz="800" i="0" u="none" strike="noStrike" kern="1200" cap="none" spc="0" normalizeH="0" baseline="0" noProof="0">
              <a:ln>
                <a:noFill/>
              </a:ln>
              <a:solidFill>
                <a:srgbClr val="000000"/>
              </a:solidFill>
              <a:effectLst/>
              <a:uLnTx/>
              <a:uFillTx/>
              <a:latin typeface="Arial"/>
              <a:ea typeface="+mn-ea"/>
              <a:cs typeface="+mn-cs"/>
            </a:endParaRPr>
          </a:p>
        </p:txBody>
      </p:sp>
      <p:cxnSp>
        <p:nvCxnSpPr>
          <p:cNvPr id="49" name="Connector: Elbow 48">
            <a:extLst>
              <a:ext uri="{FF2B5EF4-FFF2-40B4-BE49-F238E27FC236}">
                <a16:creationId xmlns:a16="http://schemas.microsoft.com/office/drawing/2014/main" id="{EDE6F816-2A6A-A6DA-8F2E-65DAD3FB19B5}"/>
              </a:ext>
            </a:extLst>
          </p:cNvPr>
          <p:cNvCxnSpPr>
            <a:cxnSpLocks/>
            <a:stCxn id="13" idx="3"/>
            <a:endCxn id="43" idx="2"/>
          </p:cNvCxnSpPr>
          <p:nvPr/>
        </p:nvCxnSpPr>
        <p:spPr>
          <a:xfrm>
            <a:off x="7971446" y="3488904"/>
            <a:ext cx="2799491" cy="471654"/>
          </a:xfrm>
          <a:prstGeom prst="bentConnector4">
            <a:avLst>
              <a:gd name="adj1" fmla="val 9625"/>
              <a:gd name="adj2" fmla="val 148468"/>
            </a:avLst>
          </a:prstGeom>
          <a:ln w="63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3" name="Picture 32" descr="Details more than 148 snowflake logo - camera.edu.vn">
            <a:extLst>
              <a:ext uri="{FF2B5EF4-FFF2-40B4-BE49-F238E27FC236}">
                <a16:creationId xmlns:a16="http://schemas.microsoft.com/office/drawing/2014/main" id="{88D76701-AAAF-90EE-3EFB-391C5BFA1D54}"/>
              </a:ext>
            </a:extLst>
          </p:cNvPr>
          <p:cNvPicPr>
            <a:picLocks noChangeAspect="1" noChangeArrowheads="1"/>
          </p:cNvPicPr>
          <p:nvPr/>
        </p:nvPicPr>
        <p:blipFill rotWithShape="1">
          <a:blip r:embed="rId24">
            <a:extLst>
              <a:ext uri="{28A0092B-C50C-407E-A947-70E740481C1C}">
                <a14:useLocalDpi xmlns:a14="http://schemas.microsoft.com/office/drawing/2010/main" val="0"/>
              </a:ext>
            </a:extLst>
          </a:blip>
          <a:srcRect l="31734" r="32390" b="36367"/>
          <a:stretch/>
        </p:blipFill>
        <p:spPr bwMode="auto">
          <a:xfrm>
            <a:off x="6907857" y="3421822"/>
            <a:ext cx="267280" cy="253479"/>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27">
            <a:extLst>
              <a:ext uri="{FF2B5EF4-FFF2-40B4-BE49-F238E27FC236}">
                <a16:creationId xmlns:a16="http://schemas.microsoft.com/office/drawing/2014/main" id="{D75B827B-BFF3-4D51-647D-146DF105D71C}"/>
              </a:ext>
            </a:extLst>
          </p:cNvPr>
          <p:cNvSpPr txBox="1"/>
          <p:nvPr/>
        </p:nvSpPr>
        <p:spPr>
          <a:xfrm>
            <a:off x="6765360" y="3664201"/>
            <a:ext cx="552274" cy="197033"/>
          </a:xfrm>
          <a:prstGeom prst="rect">
            <a:avLst/>
          </a:prstGeom>
          <a:noFill/>
        </p:spPr>
        <p:txBody>
          <a:bodyPr wrap="square" lIns="0" r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a:ea typeface="+mn-ea"/>
                <a:cs typeface="+mn-cs"/>
              </a:rPr>
              <a:t>Cortex AI</a:t>
            </a:r>
          </a:p>
        </p:txBody>
      </p:sp>
      <p:grpSp>
        <p:nvGrpSpPr>
          <p:cNvPr id="64" name="Group 63">
            <a:extLst>
              <a:ext uri="{FF2B5EF4-FFF2-40B4-BE49-F238E27FC236}">
                <a16:creationId xmlns:a16="http://schemas.microsoft.com/office/drawing/2014/main" id="{4D6D5BEE-E3F4-DFA0-0BC3-6736149D02FF}"/>
              </a:ext>
            </a:extLst>
          </p:cNvPr>
          <p:cNvGrpSpPr/>
          <p:nvPr/>
        </p:nvGrpSpPr>
        <p:grpSpPr>
          <a:xfrm>
            <a:off x="7209977" y="3342719"/>
            <a:ext cx="816924" cy="402215"/>
            <a:chOff x="8274178" y="4280490"/>
            <a:chExt cx="816924" cy="402215"/>
          </a:xfrm>
        </p:grpSpPr>
        <p:sp>
          <p:nvSpPr>
            <p:cNvPr id="114" name="TextBox 27">
              <a:extLst>
                <a:ext uri="{FF2B5EF4-FFF2-40B4-BE49-F238E27FC236}">
                  <a16:creationId xmlns:a16="http://schemas.microsoft.com/office/drawing/2014/main" id="{FE9D22D7-45E6-9207-97E7-5CB4D8E1BBAF}"/>
                </a:ext>
              </a:extLst>
            </p:cNvPr>
            <p:cNvSpPr txBox="1"/>
            <p:nvPr/>
          </p:nvSpPr>
          <p:spPr>
            <a:xfrm>
              <a:off x="8327255" y="4467261"/>
              <a:ext cx="763847" cy="215444"/>
            </a:xfrm>
            <a:prstGeom prst="rect">
              <a:avLst/>
            </a:prstGeom>
            <a:noFill/>
          </p:spPr>
          <p:txBody>
            <a:bodyPr wrap="square" lIns="0" r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a:ea typeface="+mn-ea"/>
                  <a:cs typeface="+mn-cs"/>
                </a:rPr>
                <a:t>Genie</a:t>
              </a:r>
            </a:p>
          </p:txBody>
        </p:sp>
        <p:pic>
          <p:nvPicPr>
            <p:cNvPr id="60" name="Picture 14" descr="databricks,logo Icons">
              <a:extLst>
                <a:ext uri="{FF2B5EF4-FFF2-40B4-BE49-F238E27FC236}">
                  <a16:creationId xmlns:a16="http://schemas.microsoft.com/office/drawing/2014/main" id="{EF9E604E-E78E-E9C9-053B-A86B6DD68D1E}"/>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274178" y="4280490"/>
              <a:ext cx="721282" cy="360641"/>
            </a:xfrm>
            <a:prstGeom prst="rect">
              <a:avLst/>
            </a:prstGeom>
            <a:noFill/>
            <a:extLst>
              <a:ext uri="{909E8E84-426E-40DD-AFC4-6F175D3DCCD1}">
                <a14:hiddenFill xmlns:a14="http://schemas.microsoft.com/office/drawing/2010/main">
                  <a:solidFill>
                    <a:srgbClr val="FFFFFF"/>
                  </a:solidFill>
                </a14:hiddenFill>
              </a:ext>
            </a:extLst>
          </p:spPr>
        </p:pic>
      </p:grpSp>
      <p:pic>
        <p:nvPicPr>
          <p:cNvPr id="77" name="Picture 18" descr="Copilot Logo, symbol, meaning, history, PNG, brand">
            <a:extLst>
              <a:ext uri="{FF2B5EF4-FFF2-40B4-BE49-F238E27FC236}">
                <a16:creationId xmlns:a16="http://schemas.microsoft.com/office/drawing/2014/main" id="{FA5FFF68-5E24-F329-66F0-B59F9FBB1ED7}"/>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208819" y="2920323"/>
            <a:ext cx="339506" cy="190972"/>
          </a:xfrm>
          <a:prstGeom prst="rect">
            <a:avLst/>
          </a:prstGeom>
          <a:noFill/>
          <a:extLst>
            <a:ext uri="{909E8E84-426E-40DD-AFC4-6F175D3DCCD1}">
              <a14:hiddenFill xmlns:a14="http://schemas.microsoft.com/office/drawing/2010/main">
                <a:solidFill>
                  <a:srgbClr val="FFFFFF"/>
                </a:solidFill>
              </a14:hiddenFill>
            </a:ext>
          </a:extLst>
        </p:spPr>
      </p:pic>
      <p:sp>
        <p:nvSpPr>
          <p:cNvPr id="78" name="TextBox 77">
            <a:extLst>
              <a:ext uri="{FF2B5EF4-FFF2-40B4-BE49-F238E27FC236}">
                <a16:creationId xmlns:a16="http://schemas.microsoft.com/office/drawing/2014/main" id="{C3000B1D-6FD5-C9A1-BBE7-7DFB78586824}"/>
              </a:ext>
            </a:extLst>
          </p:cNvPr>
          <p:cNvSpPr txBox="1"/>
          <p:nvPr/>
        </p:nvSpPr>
        <p:spPr>
          <a:xfrm>
            <a:off x="4966682" y="3699453"/>
            <a:ext cx="760691" cy="194598"/>
          </a:xfrm>
          <a:prstGeom prst="rect">
            <a:avLst/>
          </a:prstGeom>
        </p:spPr>
        <p:txBody>
          <a:bodyPr vert="horz" wrap="square" lIns="0" tIns="0" rIns="0" bIns="0" rtlCol="0" anchor="t" anchorCtr="0">
            <a:noAutofit/>
          </a:bodyPr>
          <a:lstStyle/>
          <a:p>
            <a:pPr algn="ctr">
              <a:spcAft>
                <a:spcPts val="600"/>
              </a:spcAft>
            </a:pPr>
            <a:r>
              <a:rPr lang="en-US" sz="800">
                <a:latin typeface="Calibri" panose="020F0502020204030204" pitchFamily="34" charset="0"/>
                <a:ea typeface="Calibri" panose="020F0502020204030204" pitchFamily="34" charset="0"/>
                <a:cs typeface="Calibri" panose="020F0502020204030204" pitchFamily="34" charset="0"/>
              </a:rPr>
              <a:t>Copilot Studio </a:t>
            </a:r>
          </a:p>
        </p:txBody>
      </p:sp>
      <p:sp>
        <p:nvSpPr>
          <p:cNvPr id="104" name="TextBox 103">
            <a:extLst>
              <a:ext uri="{FF2B5EF4-FFF2-40B4-BE49-F238E27FC236}">
                <a16:creationId xmlns:a16="http://schemas.microsoft.com/office/drawing/2014/main" id="{58F18ABF-9002-CB99-9788-00CF5BE1A361}"/>
              </a:ext>
            </a:extLst>
          </p:cNvPr>
          <p:cNvSpPr txBox="1"/>
          <p:nvPr/>
        </p:nvSpPr>
        <p:spPr>
          <a:xfrm>
            <a:off x="995364" y="914400"/>
            <a:ext cx="10374385" cy="392358"/>
          </a:xfrm>
          <a:prstGeom prst="rect">
            <a:avLst/>
          </a:prstGeom>
        </p:spPr>
        <p:txBody>
          <a:bodyPr vert="horz" wrap="square" lIns="0" tIns="0" rIns="0" bIns="0" rtlCol="0" anchor="t" anchorCtr="0">
            <a:noAutofit/>
          </a:bodyPr>
          <a:lstStyle/>
          <a:p>
            <a:pPr algn="l">
              <a:spcAft>
                <a:spcPts val="600"/>
              </a:spcAft>
            </a:pPr>
            <a:r>
              <a:rPr lang="en-US" sz="1000">
                <a:solidFill>
                  <a:schemeClr val="tx2"/>
                </a:solidFill>
              </a:rPr>
              <a:t>The physical reference architecture translates the logical design into a concrete implementation by specifying the actual systems, platforms, and tools used to implement the GenAI solution from data sources to user interface.</a:t>
            </a:r>
          </a:p>
        </p:txBody>
      </p:sp>
      <p:pic>
        <p:nvPicPr>
          <p:cNvPr id="1026" name="Picture 2" descr="Claude AI Logo image for Free Download">
            <a:extLst>
              <a:ext uri="{FF2B5EF4-FFF2-40B4-BE49-F238E27FC236}">
                <a16:creationId xmlns:a16="http://schemas.microsoft.com/office/drawing/2014/main" id="{3C26A790-EA59-431E-E070-643EC53C437B}"/>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887079" y="2529663"/>
            <a:ext cx="214598" cy="2145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7836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F9A0D-E9A8-D163-B96B-61C3A18787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E152F9-242B-490E-1C1E-540B75B7C0CA}"/>
              </a:ext>
            </a:extLst>
          </p:cNvPr>
          <p:cNvSpPr>
            <a:spLocks noGrp="1"/>
          </p:cNvSpPr>
          <p:nvPr>
            <p:ph type="title"/>
          </p:nvPr>
        </p:nvSpPr>
        <p:spPr/>
        <p:txBody>
          <a:bodyPr/>
          <a:lstStyle/>
          <a:p>
            <a:r>
              <a:rPr lang="en-US" dirty="0"/>
              <a:t>KPMG &amp; Disney AI for Tax Partnership</a:t>
            </a:r>
          </a:p>
        </p:txBody>
      </p:sp>
      <p:sp>
        <p:nvSpPr>
          <p:cNvPr id="3" name="Rectangle 2">
            <a:extLst>
              <a:ext uri="{FF2B5EF4-FFF2-40B4-BE49-F238E27FC236}">
                <a16:creationId xmlns:a16="http://schemas.microsoft.com/office/drawing/2014/main" id="{7CB8BBBE-9391-C6E8-14E9-990C53B7565D}"/>
              </a:ext>
            </a:extLst>
          </p:cNvPr>
          <p:cNvSpPr/>
          <p:nvPr/>
        </p:nvSpPr>
        <p:spPr>
          <a:xfrm>
            <a:off x="7926630" y="0"/>
            <a:ext cx="4255572" cy="622957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LID4096" sz="1500">
              <a:solidFill>
                <a:schemeClr val="bg1"/>
              </a:solidFill>
            </a:endParaRPr>
          </a:p>
        </p:txBody>
      </p:sp>
      <p:sp>
        <p:nvSpPr>
          <p:cNvPr id="5" name="Text Placeholder 2">
            <a:extLst>
              <a:ext uri="{FF2B5EF4-FFF2-40B4-BE49-F238E27FC236}">
                <a16:creationId xmlns:a16="http://schemas.microsoft.com/office/drawing/2014/main" id="{1491691E-F185-FF6D-2E5F-6D92A4965B4B}"/>
              </a:ext>
            </a:extLst>
          </p:cNvPr>
          <p:cNvSpPr txBox="1">
            <a:spLocks/>
          </p:cNvSpPr>
          <p:nvPr/>
        </p:nvSpPr>
        <p:spPr>
          <a:xfrm>
            <a:off x="996696" y="1015601"/>
            <a:ext cx="6447710" cy="4546600"/>
          </a:xfrm>
          <a:prstGeom prst="rect">
            <a:avLst/>
          </a:prstGeom>
        </p:spPr>
        <p:txBody>
          <a:bodyPr lIns="0"/>
          <a:lstStyle>
            <a:lvl1pPr marL="0" indent="0" algn="l" defTabSz="914400" rtl="0" eaLnBrk="1" latinLnBrk="0" hangingPunct="1">
              <a:lnSpc>
                <a:spcPct val="120000"/>
              </a:lnSpc>
              <a:spcBef>
                <a:spcPts val="0"/>
              </a:spcBef>
              <a:spcAft>
                <a:spcPts val="600"/>
              </a:spcAft>
              <a:buFontTx/>
              <a:buNone/>
              <a:defRPr sz="1200" b="1" kern="1200">
                <a:solidFill>
                  <a:schemeClr val="tx2"/>
                </a:solidFill>
                <a:latin typeface="+mn-lt"/>
                <a:ea typeface="+mn-ea"/>
                <a:cs typeface="+mn-cs"/>
              </a:defRPr>
            </a:lvl1pPr>
            <a:lvl2pPr marL="0" indent="0" algn="l" defTabSz="914400" rtl="0" eaLnBrk="1" latinLnBrk="0" hangingPunct="1">
              <a:lnSpc>
                <a:spcPct val="12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2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2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2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sz="2400" b="1" i="0" u="none" strike="noStrike" kern="1200" cap="none" spc="0" normalizeH="0" baseline="0" noProof="0" dirty="0">
                <a:ln>
                  <a:noFill/>
                </a:ln>
                <a:solidFill>
                  <a:schemeClr val="accent6"/>
                </a:solidFill>
                <a:effectLst/>
                <a:uLnTx/>
                <a:uFillTx/>
                <a:latin typeface="KPMG Bold"/>
                <a:ea typeface="+mn-lt"/>
                <a:cs typeface="Arial"/>
              </a:rPr>
              <a:t>KPMG and </a:t>
            </a:r>
            <a:r>
              <a:rPr kumimoji="0" lang="en-US" sz="2400" b="1" i="0" u="none" strike="noStrike" kern="1200" cap="none" spc="0" normalizeH="0" baseline="0" noProof="0" dirty="0" err="1">
                <a:ln>
                  <a:noFill/>
                </a:ln>
                <a:solidFill>
                  <a:schemeClr val="accent6"/>
                </a:solidFill>
                <a:effectLst/>
                <a:uLnTx/>
                <a:uFillTx/>
                <a:latin typeface="KPMG Bold"/>
                <a:ea typeface="+mn-lt"/>
                <a:cs typeface="Arial"/>
              </a:rPr>
              <a:t>Disn</a:t>
            </a:r>
            <a:r>
              <a:rPr lang="en-US" sz="2400" dirty="0" err="1">
                <a:solidFill>
                  <a:schemeClr val="accent6"/>
                </a:solidFill>
                <a:latin typeface="KPMG Bold"/>
                <a:ea typeface="+mn-lt"/>
                <a:cs typeface="Arial"/>
              </a:rPr>
              <a:t>ey</a:t>
            </a:r>
            <a:r>
              <a:rPr lang="en-US" sz="2400" dirty="0">
                <a:solidFill>
                  <a:schemeClr val="accent6"/>
                </a:solidFill>
                <a:latin typeface="KPMG Bold"/>
                <a:ea typeface="+mn-lt"/>
                <a:cs typeface="Arial"/>
              </a:rPr>
              <a:t> Tax’s Proven</a:t>
            </a:r>
            <a:r>
              <a:rPr kumimoji="0" lang="en-US" sz="2400" b="1" i="0" u="none" strike="noStrike" kern="1200" cap="none" spc="0" normalizeH="0" baseline="0" noProof="0" dirty="0">
                <a:ln>
                  <a:noFill/>
                </a:ln>
                <a:solidFill>
                  <a:schemeClr val="accent6"/>
                </a:solidFill>
                <a:effectLst/>
                <a:uLnTx/>
                <a:uFillTx/>
                <a:latin typeface="KPMG Bold"/>
                <a:ea typeface="+mn-lt"/>
                <a:cs typeface="Arial"/>
              </a:rPr>
              <a:t> AI Factory Model</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KPMG is not just an advisor; we are Disney's proven execution partner. We have moved beyond strategy and have successfully built and deployed a production-ready AI ecosystem within the Disney enterprise environment. We partnered to cut through the enterprise red tape, navigate the complexities of your internal systems, and deliver tangible AI solutions that are actively creating value today. Our partnership has already established the foundation for scaling AI responsibly and effectively across your organization.</a:t>
            </a:r>
            <a:endParaRPr kumimoji="0" lang="en-GB" sz="1400" b="0" i="0" u="none" strike="noStrike" kern="1200" cap="none" spc="0" normalizeH="0" baseline="0" noProof="0" dirty="0">
              <a:ln>
                <a:noFill/>
              </a:ln>
              <a:solidFill>
                <a:srgbClr val="000000"/>
              </a:solidFill>
              <a:effectLst/>
              <a:uLnTx/>
              <a:uFillTx/>
              <a:latin typeface="Arial"/>
              <a:ea typeface="+mn-ea"/>
              <a:cs typeface="+mn-cs"/>
            </a:endParaRPr>
          </a:p>
          <a:p>
            <a:pPr marL="0" marR="0" lvl="0" indent="0" defTabSz="914400" rtl="0" eaLnBrk="1" fontAlgn="auto" latinLnBrk="0" hangingPunct="1">
              <a:lnSpc>
                <a:spcPct val="120000"/>
              </a:lnSpc>
              <a:spcBef>
                <a:spcPts val="0"/>
              </a:spcBef>
              <a:spcAft>
                <a:spcPts val="600"/>
              </a:spcAft>
              <a:buClrTx/>
              <a:buSzTx/>
              <a:buFontTx/>
              <a:buNone/>
              <a:tabLst/>
              <a:defRPr/>
            </a:pPr>
            <a:r>
              <a:rPr kumimoji="0" lang="en-US" sz="2400" b="1" i="0" u="none" strike="noStrike" kern="1200" cap="none" spc="0" normalizeH="0" baseline="0" noProof="0" dirty="0">
                <a:ln>
                  <a:noFill/>
                </a:ln>
                <a:solidFill>
                  <a:schemeClr val="accent6"/>
                </a:solidFill>
                <a:effectLst/>
                <a:uLnTx/>
                <a:uFillTx/>
                <a:latin typeface="KPMG Bold"/>
                <a:ea typeface="+mn-lt"/>
                <a:cs typeface="Arial"/>
              </a:rPr>
              <a:t>What is the KPMG AI Factory for Disney?</a:t>
            </a:r>
          </a:p>
          <a:p>
            <a:pPr>
              <a:lnSpc>
                <a:spcPct val="110000"/>
              </a:lnSpc>
              <a:defRPr/>
            </a:pPr>
            <a:r>
              <a:rPr kumimoji="0" lang="en-US" sz="1400" b="0" i="0" u="none" strike="noStrike" kern="1200" cap="none" spc="0" normalizeH="0" baseline="0" noProof="0" dirty="0">
                <a:ln>
                  <a:noFill/>
                </a:ln>
                <a:solidFill>
                  <a:schemeClr val="tx1"/>
                </a:solidFill>
                <a:effectLst/>
                <a:uLnTx/>
                <a:uFillTx/>
                <a:latin typeface="Arial"/>
                <a:ea typeface="+mn-lt"/>
                <a:cs typeface="Arial"/>
              </a:rPr>
              <a:t>The KPMG AI Factory is a repeatable, scalable model that accelerates the delivery of trusted, high-impact AI solutions. For Disney, this is not a future concept - it's a reality. We have built a functioning factory that leverages your existing investment in Microsoft Copilot and the Microsoft Power Platform, using a common set of proven components and build patterns. It is an engine designed to:</a:t>
            </a:r>
          </a:p>
          <a:p>
            <a:pPr marL="171450" marR="0" lvl="0" indent="-171450"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chemeClr val="tx1"/>
                </a:solidFill>
                <a:effectLst/>
                <a:uLnTx/>
                <a:uFillTx/>
                <a:latin typeface="Arial"/>
                <a:ea typeface="+mn-ea"/>
                <a:cs typeface="+mn-cs"/>
              </a:rPr>
              <a:t>Discover new opportunities for AI to drive value.</a:t>
            </a:r>
          </a:p>
          <a:p>
            <a:pPr marL="171450" marR="0" lvl="0" indent="-171450"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chemeClr val="tx1"/>
                </a:solidFill>
                <a:effectLst/>
                <a:uLnTx/>
                <a:uFillTx/>
                <a:latin typeface="Arial"/>
                <a:ea typeface="+mn-ea"/>
                <a:cs typeface="+mn-cs"/>
              </a:rPr>
              <a:t>Reuse established, compliant components to build solutions quickly.</a:t>
            </a:r>
          </a:p>
          <a:p>
            <a:pPr marL="171450" marR="0" lvl="0" indent="-171450" defTabSz="914400" rtl="0" eaLnBrk="1" fontAlgn="auto" latinLnBrk="0" hangingPunct="1">
              <a:lnSpc>
                <a:spcPct val="11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chemeClr val="tx1"/>
                </a:solidFill>
                <a:effectLst/>
                <a:uLnTx/>
                <a:uFillTx/>
                <a:latin typeface="Arial"/>
                <a:ea typeface="+mn-ea"/>
                <a:cs typeface="+mn-cs"/>
              </a:rPr>
              <a:t>Deploy AI agents and applications seamlessly into your business processes.</a:t>
            </a:r>
            <a:endParaRPr kumimoji="0" lang="en-GB" sz="1400" b="0" i="0" u="none" strike="noStrike" kern="1200" cap="none" spc="0" normalizeH="0" baseline="0" noProof="0" dirty="0">
              <a:ln>
                <a:noFill/>
              </a:ln>
              <a:solidFill>
                <a:schemeClr val="tx1"/>
              </a:solidFill>
              <a:effectLst/>
              <a:uLnTx/>
              <a:uFillTx/>
              <a:latin typeface="Arial"/>
              <a:ea typeface="+mn-ea"/>
              <a:cs typeface="+mn-cs"/>
            </a:endParaRPr>
          </a:p>
          <a:p>
            <a:pPr>
              <a:lnSpc>
                <a:spcPct val="110000"/>
              </a:lnSpc>
              <a:defRPr/>
            </a:pPr>
            <a:endParaRPr kumimoji="0" lang="en-GB" sz="1200" b="1" i="0" u="none" strike="noStrike" kern="1200" cap="none" spc="0" normalizeH="0" baseline="0" noProof="0" dirty="0">
              <a:ln>
                <a:noFill/>
              </a:ln>
              <a:solidFill>
                <a:schemeClr val="tx1"/>
              </a:solidFill>
              <a:effectLst/>
              <a:highlight>
                <a:srgbClr val="FFFF00"/>
              </a:highlight>
              <a:uLnTx/>
              <a:uFillTx/>
              <a:latin typeface="Arial"/>
              <a:ea typeface="+mn-ea"/>
              <a:cs typeface="+mn-cs"/>
            </a:endParaRPr>
          </a:p>
        </p:txBody>
      </p:sp>
      <p:sp>
        <p:nvSpPr>
          <p:cNvPr id="7" name="Text Placeholder 3">
            <a:extLst>
              <a:ext uri="{FF2B5EF4-FFF2-40B4-BE49-F238E27FC236}">
                <a16:creationId xmlns:a16="http://schemas.microsoft.com/office/drawing/2014/main" id="{894465A3-0C7D-0985-2616-5393FDEDEAED}"/>
              </a:ext>
            </a:extLst>
          </p:cNvPr>
          <p:cNvSpPr txBox="1">
            <a:spLocks/>
          </p:cNvSpPr>
          <p:nvPr/>
        </p:nvSpPr>
        <p:spPr>
          <a:xfrm>
            <a:off x="7944645" y="233984"/>
            <a:ext cx="4247355" cy="1080208"/>
          </a:xfrm>
          <a:prstGeom prst="rect">
            <a:avLst/>
          </a:prstGeom>
        </p:spPr>
        <p:txBody>
          <a:bodyPr/>
          <a:lstStyle>
            <a:lvl1pPr marL="0" indent="0" algn="l" defTabSz="914400" rtl="0" eaLnBrk="1" latinLnBrk="0" hangingPunct="1">
              <a:lnSpc>
                <a:spcPct val="120000"/>
              </a:lnSpc>
              <a:spcBef>
                <a:spcPts val="0"/>
              </a:spcBef>
              <a:spcAft>
                <a:spcPts val="600"/>
              </a:spcAft>
              <a:buFontTx/>
              <a:buNone/>
              <a:defRPr sz="1200" b="1" kern="1200">
                <a:solidFill>
                  <a:schemeClr val="tx2"/>
                </a:solidFill>
                <a:latin typeface="+mn-lt"/>
                <a:ea typeface="+mn-ea"/>
                <a:cs typeface="+mn-cs"/>
              </a:defRPr>
            </a:lvl1pPr>
            <a:lvl2pPr marL="0" indent="0" algn="l" defTabSz="914400" rtl="0" eaLnBrk="1" latinLnBrk="0" hangingPunct="1">
              <a:lnSpc>
                <a:spcPct val="12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2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2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2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600"/>
              </a:spcAft>
              <a:buClrTx/>
              <a:buSzTx/>
              <a:buFontTx/>
              <a:buNone/>
              <a:tabLst>
                <a:tab pos="809625" algn="l"/>
              </a:tabLst>
              <a:defRPr/>
            </a:pPr>
            <a:r>
              <a:rPr kumimoji="0" lang="en-GB" sz="2800" b="1" i="0" u="none" strike="noStrike" kern="1200" cap="none" spc="0" normalizeH="0" baseline="0" noProof="0" dirty="0">
                <a:ln>
                  <a:noFill/>
                </a:ln>
                <a:solidFill>
                  <a:schemeClr val="bg1"/>
                </a:solidFill>
                <a:effectLst/>
                <a:uLnTx/>
                <a:uFillTx/>
                <a:latin typeface="KPMG Bold"/>
                <a:ea typeface="+mn-lt"/>
                <a:cs typeface="Arial"/>
              </a:rPr>
              <a:t>What are the key benefits?</a:t>
            </a:r>
          </a:p>
          <a:p>
            <a:pPr marL="0" marR="0" lvl="0" indent="0" defTabSz="914400" rtl="0" eaLnBrk="1" fontAlgn="auto" latinLnBrk="0" hangingPunct="1">
              <a:lnSpc>
                <a:spcPct val="110000"/>
              </a:lnSpc>
              <a:spcBef>
                <a:spcPts val="0"/>
              </a:spcBef>
              <a:spcAft>
                <a:spcPts val="600"/>
              </a:spcAft>
              <a:buClrTx/>
              <a:buSzTx/>
              <a:buFontTx/>
              <a:buNone/>
              <a:tabLst/>
              <a:defRPr/>
            </a:pPr>
            <a:r>
              <a:rPr lang="en-US" sz="1400" b="0" dirty="0">
                <a:solidFill>
                  <a:schemeClr val="bg1"/>
                </a:solidFill>
                <a:latin typeface="Arial"/>
                <a:ea typeface="+mn-lt"/>
                <a:cs typeface="Arial"/>
              </a:rPr>
              <a:t>The benefits of our AI Factory are not just theoretical; they are proven realities already delivering value within Disney's own environment. </a:t>
            </a:r>
          </a:p>
          <a:p>
            <a:pPr marL="0" marR="0" lvl="0" indent="0" defTabSz="914400" rtl="0" eaLnBrk="1" fontAlgn="auto" latinLnBrk="0" hangingPunct="1">
              <a:lnSpc>
                <a:spcPct val="110000"/>
              </a:lnSpc>
              <a:spcBef>
                <a:spcPts val="0"/>
              </a:spcBef>
              <a:spcAft>
                <a:spcPts val="600"/>
              </a:spcAft>
              <a:buClrTx/>
              <a:buSzTx/>
              <a:buFontTx/>
              <a:buNone/>
              <a:tabLst/>
              <a:defRPr/>
            </a:pPr>
            <a:r>
              <a:rPr lang="en-US" sz="1400" b="0" dirty="0">
                <a:solidFill>
                  <a:schemeClr val="bg1"/>
                </a:solidFill>
                <a:latin typeface="Arial"/>
                <a:ea typeface="+mn-lt"/>
                <a:cs typeface="Arial"/>
              </a:rPr>
              <a:t>Our partnership has already established the framework to scale these advantages across the enterprise with speed and confidence.</a:t>
            </a:r>
          </a:p>
          <a:p>
            <a:pPr marL="0" marR="0" lvl="0" indent="0" defTabSz="914400" rtl="0" eaLnBrk="1" fontAlgn="auto" latinLnBrk="0" hangingPunct="1">
              <a:lnSpc>
                <a:spcPct val="110000"/>
              </a:lnSpc>
              <a:spcBef>
                <a:spcPts val="0"/>
              </a:spcBef>
              <a:spcAft>
                <a:spcPts val="600"/>
              </a:spcAft>
              <a:buClrTx/>
              <a:buSzTx/>
              <a:buFontTx/>
              <a:buNone/>
              <a:tabLst/>
              <a:defRPr/>
            </a:pPr>
            <a:endParaRPr lang="en-US" sz="1400" b="0" dirty="0">
              <a:solidFill>
                <a:schemeClr val="bg1"/>
              </a:solidFill>
              <a:latin typeface="Arial"/>
              <a:ea typeface="+mn-lt"/>
              <a:cs typeface="Arial"/>
            </a:endParaRPr>
          </a:p>
        </p:txBody>
      </p:sp>
      <p:grpSp>
        <p:nvGrpSpPr>
          <p:cNvPr id="10" name="Group 9">
            <a:extLst>
              <a:ext uri="{FF2B5EF4-FFF2-40B4-BE49-F238E27FC236}">
                <a16:creationId xmlns:a16="http://schemas.microsoft.com/office/drawing/2014/main" id="{6E777DBD-8BEF-C0C2-72C6-E3AF6CB3BBFF}"/>
              </a:ext>
            </a:extLst>
          </p:cNvPr>
          <p:cNvGrpSpPr/>
          <p:nvPr/>
        </p:nvGrpSpPr>
        <p:grpSpPr>
          <a:xfrm>
            <a:off x="7929940" y="2700626"/>
            <a:ext cx="3989300" cy="588275"/>
            <a:chOff x="7921458" y="2636295"/>
            <a:chExt cx="3989300" cy="588275"/>
          </a:xfrm>
        </p:grpSpPr>
        <p:pic>
          <p:nvPicPr>
            <p:cNvPr id="11" name="Graphic 10" descr="Stopwatch outline">
              <a:extLst>
                <a:ext uri="{FF2B5EF4-FFF2-40B4-BE49-F238E27FC236}">
                  <a16:creationId xmlns:a16="http://schemas.microsoft.com/office/drawing/2014/main" id="{BB39DE89-C639-2504-1228-4CF5E73DAEF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21458" y="2636295"/>
              <a:ext cx="588275" cy="588275"/>
            </a:xfrm>
            <a:prstGeom prst="rect">
              <a:avLst/>
            </a:prstGeom>
          </p:spPr>
        </p:pic>
        <p:sp>
          <p:nvSpPr>
            <p:cNvPr id="12" name="Text Placeholder 3">
              <a:extLst>
                <a:ext uri="{FF2B5EF4-FFF2-40B4-BE49-F238E27FC236}">
                  <a16:creationId xmlns:a16="http://schemas.microsoft.com/office/drawing/2014/main" id="{15B48062-4A2C-7BC0-F589-9647E20450F6}"/>
                </a:ext>
              </a:extLst>
            </p:cNvPr>
            <p:cNvSpPr txBox="1">
              <a:spLocks/>
            </p:cNvSpPr>
            <p:nvPr/>
          </p:nvSpPr>
          <p:spPr>
            <a:xfrm>
              <a:off x="8495092" y="2679061"/>
              <a:ext cx="3415666" cy="502742"/>
            </a:xfrm>
            <a:prstGeom prst="rect">
              <a:avLst/>
            </a:prstGeom>
          </p:spPr>
          <p:txBody>
            <a:bodyPr anchor="ctr"/>
            <a:lstStyle>
              <a:lvl1pPr marL="0" indent="0" algn="l" defTabSz="914400" rtl="0" eaLnBrk="1" latinLnBrk="0" hangingPunct="1">
                <a:lnSpc>
                  <a:spcPct val="120000"/>
                </a:lnSpc>
                <a:spcBef>
                  <a:spcPts val="0"/>
                </a:spcBef>
                <a:spcAft>
                  <a:spcPts val="600"/>
                </a:spcAft>
                <a:buFontTx/>
                <a:buNone/>
                <a:defRPr sz="1200" b="1" kern="1200">
                  <a:solidFill>
                    <a:schemeClr val="tx2"/>
                  </a:solidFill>
                  <a:latin typeface="+mn-lt"/>
                  <a:ea typeface="+mn-ea"/>
                  <a:cs typeface="+mn-cs"/>
                </a:defRPr>
              </a:lvl1pPr>
              <a:lvl2pPr marL="0" indent="0" algn="l" defTabSz="914400" rtl="0" eaLnBrk="1" latinLnBrk="0" hangingPunct="1">
                <a:lnSpc>
                  <a:spcPct val="12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2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2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2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ts val="1500"/>
                </a:lnSpc>
                <a:spcBef>
                  <a:spcPts val="0"/>
                </a:spcBef>
                <a:spcAft>
                  <a:spcPts val="600"/>
                </a:spcAft>
                <a:buClrTx/>
                <a:buSzTx/>
                <a:buFontTx/>
                <a:buNone/>
                <a:tabLst/>
                <a:defRPr/>
              </a:pPr>
              <a:r>
                <a:rPr kumimoji="0" lang="en-GB" sz="2000" b="0" i="0" u="none" strike="noStrike" kern="1200" cap="none" spc="0" normalizeH="0" baseline="0" noProof="0" dirty="0">
                  <a:ln>
                    <a:noFill/>
                  </a:ln>
                  <a:solidFill>
                    <a:schemeClr val="bg1"/>
                  </a:solidFill>
                  <a:effectLst/>
                  <a:uLnTx/>
                  <a:uFillTx/>
                  <a:latin typeface="KPMG Bold"/>
                  <a:ea typeface="+mn-lt"/>
                  <a:cs typeface="Arial"/>
                </a:rPr>
                <a:t>Accelerated Time-to-Value</a:t>
              </a:r>
            </a:p>
          </p:txBody>
        </p:sp>
      </p:grpSp>
      <p:grpSp>
        <p:nvGrpSpPr>
          <p:cNvPr id="13" name="Group 12">
            <a:extLst>
              <a:ext uri="{FF2B5EF4-FFF2-40B4-BE49-F238E27FC236}">
                <a16:creationId xmlns:a16="http://schemas.microsoft.com/office/drawing/2014/main" id="{EA9A6C7D-D39C-43AB-82D7-36131CA0BAB8}"/>
              </a:ext>
            </a:extLst>
          </p:cNvPr>
          <p:cNvGrpSpPr/>
          <p:nvPr/>
        </p:nvGrpSpPr>
        <p:grpSpPr>
          <a:xfrm>
            <a:off x="7929940" y="5392564"/>
            <a:ext cx="3989300" cy="588275"/>
            <a:chOff x="7921458" y="4456397"/>
            <a:chExt cx="3989300" cy="588275"/>
          </a:xfrm>
        </p:grpSpPr>
        <p:pic>
          <p:nvPicPr>
            <p:cNvPr id="14" name="Graphic 13" descr="Social network outline">
              <a:extLst>
                <a:ext uri="{FF2B5EF4-FFF2-40B4-BE49-F238E27FC236}">
                  <a16:creationId xmlns:a16="http://schemas.microsoft.com/office/drawing/2014/main" id="{E905207A-1A13-9D6A-1262-ACFDB1C223B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21458" y="4456397"/>
              <a:ext cx="588275" cy="588275"/>
            </a:xfrm>
            <a:prstGeom prst="rect">
              <a:avLst/>
            </a:prstGeom>
          </p:spPr>
        </p:pic>
        <p:sp>
          <p:nvSpPr>
            <p:cNvPr id="15" name="Text Placeholder 3">
              <a:extLst>
                <a:ext uri="{FF2B5EF4-FFF2-40B4-BE49-F238E27FC236}">
                  <a16:creationId xmlns:a16="http://schemas.microsoft.com/office/drawing/2014/main" id="{0D75B8E8-6867-07F5-84A3-D26C37752338}"/>
                </a:ext>
              </a:extLst>
            </p:cNvPr>
            <p:cNvSpPr txBox="1">
              <a:spLocks/>
            </p:cNvSpPr>
            <p:nvPr/>
          </p:nvSpPr>
          <p:spPr>
            <a:xfrm>
              <a:off x="8495092" y="4499163"/>
              <a:ext cx="3415666" cy="502742"/>
            </a:xfrm>
            <a:prstGeom prst="rect">
              <a:avLst/>
            </a:prstGeom>
          </p:spPr>
          <p:txBody>
            <a:bodyPr anchor="ctr"/>
            <a:lstStyle>
              <a:defPPr>
                <a:defRPr lang="en-US"/>
              </a:defPPr>
              <a:lvl1pPr marR="0" lvl="0" indent="0" fontAlgn="auto">
                <a:lnSpc>
                  <a:spcPts val="1500"/>
                </a:lnSpc>
                <a:spcBef>
                  <a:spcPts val="0"/>
                </a:spcBef>
                <a:spcAft>
                  <a:spcPts val="600"/>
                </a:spcAft>
                <a:buClrTx/>
                <a:buSzTx/>
                <a:buFontTx/>
                <a:buNone/>
                <a:tabLst/>
                <a:defRPr kumimoji="0" sz="2000" b="0" i="0" u="none" strike="noStrike" cap="none" spc="0" normalizeH="0" baseline="0">
                  <a:ln>
                    <a:noFill/>
                  </a:ln>
                  <a:solidFill>
                    <a:schemeClr val="bg1"/>
                  </a:solidFill>
                  <a:effectLst/>
                  <a:uLnTx/>
                  <a:uFillTx/>
                  <a:latin typeface="KPMG Bold"/>
                  <a:ea typeface="+mn-lt"/>
                  <a:cs typeface="Arial"/>
                </a:defRPr>
              </a:lvl1pPr>
              <a:lvl2pPr marL="0" indent="0">
                <a:lnSpc>
                  <a:spcPct val="120000"/>
                </a:lnSpc>
                <a:spcBef>
                  <a:spcPts val="0"/>
                </a:spcBef>
                <a:spcAft>
                  <a:spcPts val="600"/>
                </a:spcAft>
                <a:buFontTx/>
                <a:buNone/>
                <a:defRPr sz="900">
                  <a:solidFill>
                    <a:schemeClr val="accent2"/>
                  </a:solidFill>
                </a:defRPr>
              </a:lvl2pPr>
              <a:lvl3pPr marL="180975" indent="-180975">
                <a:lnSpc>
                  <a:spcPct val="120000"/>
                </a:lnSpc>
                <a:spcBef>
                  <a:spcPts val="0"/>
                </a:spcBef>
                <a:spcAft>
                  <a:spcPts val="600"/>
                </a:spcAft>
                <a:buClrTx/>
                <a:buFont typeface="Arial" panose="020B0604020202020204" pitchFamily="34" charset="0"/>
                <a:buChar char="•"/>
                <a:defRPr sz="900">
                  <a:solidFill>
                    <a:schemeClr val="accent2"/>
                  </a:solidFill>
                </a:defRPr>
              </a:lvl3pPr>
              <a:lvl4pPr marL="361950" indent="-180975">
                <a:lnSpc>
                  <a:spcPct val="120000"/>
                </a:lnSpc>
                <a:spcBef>
                  <a:spcPts val="0"/>
                </a:spcBef>
                <a:spcAft>
                  <a:spcPts val="600"/>
                </a:spcAft>
                <a:buClrTx/>
                <a:buFont typeface="Arial" panose="020B0604020202020204" pitchFamily="34" charset="0"/>
                <a:buChar char="-"/>
                <a:defRPr sz="900">
                  <a:solidFill>
                    <a:schemeClr val="accent2"/>
                  </a:solidFill>
                </a:defRPr>
              </a:lvl4pPr>
              <a:lvl5pPr marL="542925" indent="-180975">
                <a:lnSpc>
                  <a:spcPct val="120000"/>
                </a:lnSpc>
                <a:spcBef>
                  <a:spcPts val="0"/>
                </a:spcBef>
                <a:spcAft>
                  <a:spcPts val="600"/>
                </a:spcAft>
                <a:buClrTx/>
                <a:buFont typeface="Arial" panose="020B0604020202020204" pitchFamily="34" charset="0"/>
                <a:buChar char="•"/>
                <a:defRPr sz="900" baseline="0">
                  <a:solidFill>
                    <a:schemeClr val="accent2"/>
                  </a:solidFill>
                </a:defRPr>
              </a:lvl5pPr>
              <a:lvl6pPr marL="719138" indent="-180975">
                <a:lnSpc>
                  <a:spcPct val="100000"/>
                </a:lnSpc>
                <a:spcBef>
                  <a:spcPts val="0"/>
                </a:spcBef>
                <a:spcAft>
                  <a:spcPts val="600"/>
                </a:spcAft>
                <a:buClr>
                  <a:schemeClr val="tx2"/>
                </a:buClr>
                <a:buFont typeface="Arial" panose="020B0604020202020204" pitchFamily="34" charset="0"/>
                <a:buChar char="-"/>
                <a:defRPr sz="1500">
                  <a:solidFill>
                    <a:schemeClr val="tx2"/>
                  </a:solidFill>
                </a:defRPr>
              </a:lvl6pPr>
              <a:lvl7pPr marL="896938" indent="-177800">
                <a:lnSpc>
                  <a:spcPct val="100000"/>
                </a:lnSpc>
                <a:spcBef>
                  <a:spcPts val="0"/>
                </a:spcBef>
                <a:spcAft>
                  <a:spcPts val="600"/>
                </a:spcAft>
                <a:buClr>
                  <a:schemeClr val="tx2"/>
                </a:buClr>
                <a:buFont typeface="Arial" panose="020B0604020202020204" pitchFamily="34" charset="0"/>
                <a:buChar char="•"/>
                <a:defRPr sz="1500">
                  <a:solidFill>
                    <a:schemeClr val="tx2"/>
                  </a:solidFill>
                </a:defRPr>
              </a:lvl7pPr>
              <a:lvl8pPr marL="1074738" indent="-177800">
                <a:lnSpc>
                  <a:spcPct val="100000"/>
                </a:lnSpc>
                <a:spcBef>
                  <a:spcPts val="0"/>
                </a:spcBef>
                <a:spcAft>
                  <a:spcPts val="600"/>
                </a:spcAft>
                <a:buClr>
                  <a:schemeClr val="tx2"/>
                </a:buClr>
                <a:buFont typeface="Arial" panose="020B0604020202020204" pitchFamily="34" charset="0"/>
                <a:buChar char="-"/>
                <a:defRPr sz="1500">
                  <a:solidFill>
                    <a:schemeClr val="tx2"/>
                  </a:solidFill>
                </a:defRPr>
              </a:lvl8pPr>
              <a:lvl9pPr marL="1257300" indent="-182563">
                <a:lnSpc>
                  <a:spcPct val="90000"/>
                </a:lnSpc>
                <a:spcBef>
                  <a:spcPts val="500"/>
                </a:spcBef>
                <a:buFont typeface="Arial" panose="020B0604020202020204" pitchFamily="34" charset="0"/>
                <a:buChar char="•"/>
                <a:defRPr sz="1500">
                  <a:solidFill>
                    <a:schemeClr val="tx2"/>
                  </a:solidFill>
                </a:defRPr>
              </a:lvl9pPr>
            </a:lstStyle>
            <a:p>
              <a:r>
                <a:rPr lang="en-GB" dirty="0"/>
                <a:t>Cleared for Enterprise-Wide Adoption</a:t>
              </a:r>
            </a:p>
          </p:txBody>
        </p:sp>
      </p:grpSp>
      <p:grpSp>
        <p:nvGrpSpPr>
          <p:cNvPr id="16" name="Group 15">
            <a:extLst>
              <a:ext uri="{FF2B5EF4-FFF2-40B4-BE49-F238E27FC236}">
                <a16:creationId xmlns:a16="http://schemas.microsoft.com/office/drawing/2014/main" id="{86FB6C63-AF70-1679-F421-FB260BF18915}"/>
              </a:ext>
            </a:extLst>
          </p:cNvPr>
          <p:cNvGrpSpPr/>
          <p:nvPr/>
        </p:nvGrpSpPr>
        <p:grpSpPr>
          <a:xfrm>
            <a:off x="7929940" y="3598430"/>
            <a:ext cx="3989300" cy="588275"/>
            <a:chOff x="7921458" y="5366448"/>
            <a:chExt cx="3989300" cy="588275"/>
          </a:xfrm>
        </p:grpSpPr>
        <p:pic>
          <p:nvPicPr>
            <p:cNvPr id="17" name="Graphic 16" descr="Continuous Improvement outline">
              <a:extLst>
                <a:ext uri="{FF2B5EF4-FFF2-40B4-BE49-F238E27FC236}">
                  <a16:creationId xmlns:a16="http://schemas.microsoft.com/office/drawing/2014/main" id="{362936F0-8CAF-9079-EFA1-FE123F8E9D7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21458" y="5366448"/>
              <a:ext cx="588275" cy="588275"/>
            </a:xfrm>
            <a:prstGeom prst="rect">
              <a:avLst/>
            </a:prstGeom>
          </p:spPr>
        </p:pic>
        <p:sp>
          <p:nvSpPr>
            <p:cNvPr id="18" name="Text Placeholder 3">
              <a:extLst>
                <a:ext uri="{FF2B5EF4-FFF2-40B4-BE49-F238E27FC236}">
                  <a16:creationId xmlns:a16="http://schemas.microsoft.com/office/drawing/2014/main" id="{9E2EF295-5AFF-E589-D40C-202D2172E38D}"/>
                </a:ext>
              </a:extLst>
            </p:cNvPr>
            <p:cNvSpPr txBox="1">
              <a:spLocks/>
            </p:cNvSpPr>
            <p:nvPr/>
          </p:nvSpPr>
          <p:spPr>
            <a:xfrm>
              <a:off x="8495092" y="5409214"/>
              <a:ext cx="3415666" cy="502742"/>
            </a:xfrm>
            <a:prstGeom prst="rect">
              <a:avLst/>
            </a:prstGeom>
          </p:spPr>
          <p:txBody>
            <a:bodyPr anchor="ctr"/>
            <a:lstStyle>
              <a:defPPr>
                <a:defRPr lang="en-US"/>
              </a:defPPr>
              <a:lvl1pPr marR="0" lvl="0" indent="0" fontAlgn="auto">
                <a:lnSpc>
                  <a:spcPts val="1500"/>
                </a:lnSpc>
                <a:spcBef>
                  <a:spcPts val="0"/>
                </a:spcBef>
                <a:spcAft>
                  <a:spcPts val="600"/>
                </a:spcAft>
                <a:buClrTx/>
                <a:buSzTx/>
                <a:buFontTx/>
                <a:buNone/>
                <a:tabLst/>
                <a:defRPr kumimoji="0" sz="2000" b="0" i="0" u="none" strike="noStrike" cap="none" spc="0" normalizeH="0" baseline="0">
                  <a:ln>
                    <a:noFill/>
                  </a:ln>
                  <a:solidFill>
                    <a:schemeClr val="bg1"/>
                  </a:solidFill>
                  <a:effectLst/>
                  <a:uLnTx/>
                  <a:uFillTx/>
                  <a:latin typeface="KPMG Bold"/>
                  <a:ea typeface="+mn-lt"/>
                  <a:cs typeface="Arial"/>
                </a:defRPr>
              </a:lvl1pPr>
              <a:lvl2pPr marL="0" indent="0">
                <a:lnSpc>
                  <a:spcPct val="120000"/>
                </a:lnSpc>
                <a:spcBef>
                  <a:spcPts val="0"/>
                </a:spcBef>
                <a:spcAft>
                  <a:spcPts val="600"/>
                </a:spcAft>
                <a:buFontTx/>
                <a:buNone/>
                <a:defRPr sz="900">
                  <a:solidFill>
                    <a:schemeClr val="accent2"/>
                  </a:solidFill>
                </a:defRPr>
              </a:lvl2pPr>
              <a:lvl3pPr marL="180975" indent="-180975">
                <a:lnSpc>
                  <a:spcPct val="120000"/>
                </a:lnSpc>
                <a:spcBef>
                  <a:spcPts val="0"/>
                </a:spcBef>
                <a:spcAft>
                  <a:spcPts val="600"/>
                </a:spcAft>
                <a:buClrTx/>
                <a:buFont typeface="Arial" panose="020B0604020202020204" pitchFamily="34" charset="0"/>
                <a:buChar char="•"/>
                <a:defRPr sz="900">
                  <a:solidFill>
                    <a:schemeClr val="accent2"/>
                  </a:solidFill>
                </a:defRPr>
              </a:lvl3pPr>
              <a:lvl4pPr marL="361950" indent="-180975">
                <a:lnSpc>
                  <a:spcPct val="120000"/>
                </a:lnSpc>
                <a:spcBef>
                  <a:spcPts val="0"/>
                </a:spcBef>
                <a:spcAft>
                  <a:spcPts val="600"/>
                </a:spcAft>
                <a:buClrTx/>
                <a:buFont typeface="Arial" panose="020B0604020202020204" pitchFamily="34" charset="0"/>
                <a:buChar char="-"/>
                <a:defRPr sz="900">
                  <a:solidFill>
                    <a:schemeClr val="accent2"/>
                  </a:solidFill>
                </a:defRPr>
              </a:lvl4pPr>
              <a:lvl5pPr marL="542925" indent="-180975">
                <a:lnSpc>
                  <a:spcPct val="120000"/>
                </a:lnSpc>
                <a:spcBef>
                  <a:spcPts val="0"/>
                </a:spcBef>
                <a:spcAft>
                  <a:spcPts val="600"/>
                </a:spcAft>
                <a:buClrTx/>
                <a:buFont typeface="Arial" panose="020B0604020202020204" pitchFamily="34" charset="0"/>
                <a:buChar char="•"/>
                <a:defRPr sz="900" baseline="0">
                  <a:solidFill>
                    <a:schemeClr val="accent2"/>
                  </a:solidFill>
                </a:defRPr>
              </a:lvl5pPr>
              <a:lvl6pPr marL="719138" indent="-180975">
                <a:lnSpc>
                  <a:spcPct val="100000"/>
                </a:lnSpc>
                <a:spcBef>
                  <a:spcPts val="0"/>
                </a:spcBef>
                <a:spcAft>
                  <a:spcPts val="600"/>
                </a:spcAft>
                <a:buClr>
                  <a:schemeClr val="tx2"/>
                </a:buClr>
                <a:buFont typeface="Arial" panose="020B0604020202020204" pitchFamily="34" charset="0"/>
                <a:buChar char="-"/>
                <a:defRPr sz="1500">
                  <a:solidFill>
                    <a:schemeClr val="tx2"/>
                  </a:solidFill>
                </a:defRPr>
              </a:lvl6pPr>
              <a:lvl7pPr marL="896938" indent="-177800">
                <a:lnSpc>
                  <a:spcPct val="100000"/>
                </a:lnSpc>
                <a:spcBef>
                  <a:spcPts val="0"/>
                </a:spcBef>
                <a:spcAft>
                  <a:spcPts val="600"/>
                </a:spcAft>
                <a:buClr>
                  <a:schemeClr val="tx2"/>
                </a:buClr>
                <a:buFont typeface="Arial" panose="020B0604020202020204" pitchFamily="34" charset="0"/>
                <a:buChar char="•"/>
                <a:defRPr sz="1500">
                  <a:solidFill>
                    <a:schemeClr val="tx2"/>
                  </a:solidFill>
                </a:defRPr>
              </a:lvl7pPr>
              <a:lvl8pPr marL="1074738" indent="-177800">
                <a:lnSpc>
                  <a:spcPct val="100000"/>
                </a:lnSpc>
                <a:spcBef>
                  <a:spcPts val="0"/>
                </a:spcBef>
                <a:spcAft>
                  <a:spcPts val="600"/>
                </a:spcAft>
                <a:buClr>
                  <a:schemeClr val="tx2"/>
                </a:buClr>
                <a:buFont typeface="Arial" panose="020B0604020202020204" pitchFamily="34" charset="0"/>
                <a:buChar char="-"/>
                <a:defRPr sz="1500">
                  <a:solidFill>
                    <a:schemeClr val="tx2"/>
                  </a:solidFill>
                </a:defRPr>
              </a:lvl8pPr>
              <a:lvl9pPr marL="1257300" indent="-182563">
                <a:lnSpc>
                  <a:spcPct val="90000"/>
                </a:lnSpc>
                <a:spcBef>
                  <a:spcPts val="500"/>
                </a:spcBef>
                <a:buFont typeface="Arial" panose="020B0604020202020204" pitchFamily="34" charset="0"/>
                <a:buChar char="•"/>
                <a:defRPr sz="1500">
                  <a:solidFill>
                    <a:schemeClr val="tx2"/>
                  </a:solidFill>
                </a:defRPr>
              </a:lvl9pPr>
            </a:lstStyle>
            <a:p>
              <a:r>
                <a:rPr lang="en-GB" dirty="0"/>
                <a:t>Continuous Improvement and Reusability</a:t>
              </a:r>
            </a:p>
          </p:txBody>
        </p:sp>
      </p:grpSp>
      <p:grpSp>
        <p:nvGrpSpPr>
          <p:cNvPr id="19" name="Group 18">
            <a:extLst>
              <a:ext uri="{FF2B5EF4-FFF2-40B4-BE49-F238E27FC236}">
                <a16:creationId xmlns:a16="http://schemas.microsoft.com/office/drawing/2014/main" id="{45BF50B2-E3EC-288F-A5D5-0CAA3960AA45}"/>
              </a:ext>
            </a:extLst>
          </p:cNvPr>
          <p:cNvGrpSpPr/>
          <p:nvPr/>
        </p:nvGrpSpPr>
        <p:grpSpPr>
          <a:xfrm>
            <a:off x="7926630" y="4496234"/>
            <a:ext cx="3989300" cy="586800"/>
            <a:chOff x="7926630" y="4640033"/>
            <a:chExt cx="3989300" cy="586800"/>
          </a:xfrm>
        </p:grpSpPr>
        <p:sp>
          <p:nvSpPr>
            <p:cNvPr id="20" name="Text Placeholder 3">
              <a:extLst>
                <a:ext uri="{FF2B5EF4-FFF2-40B4-BE49-F238E27FC236}">
                  <a16:creationId xmlns:a16="http://schemas.microsoft.com/office/drawing/2014/main" id="{C3DA2E74-22F2-12BB-5B8F-7DA3CD0C9397}"/>
                </a:ext>
              </a:extLst>
            </p:cNvPr>
            <p:cNvSpPr txBox="1">
              <a:spLocks/>
            </p:cNvSpPr>
            <p:nvPr/>
          </p:nvSpPr>
          <p:spPr>
            <a:xfrm>
              <a:off x="8500264" y="4681324"/>
              <a:ext cx="3415666" cy="502742"/>
            </a:xfrm>
            <a:prstGeom prst="rect">
              <a:avLst/>
            </a:prstGeom>
          </p:spPr>
          <p:txBody>
            <a:bodyPr anchor="ctr"/>
            <a:lstStyle>
              <a:defPPr>
                <a:defRPr lang="en-US"/>
              </a:defPPr>
              <a:lvl1pPr marR="0" lvl="0" indent="0" fontAlgn="auto">
                <a:lnSpc>
                  <a:spcPts val="1500"/>
                </a:lnSpc>
                <a:spcBef>
                  <a:spcPts val="0"/>
                </a:spcBef>
                <a:spcAft>
                  <a:spcPts val="600"/>
                </a:spcAft>
                <a:buClrTx/>
                <a:buSzTx/>
                <a:buFontTx/>
                <a:buNone/>
                <a:tabLst/>
                <a:defRPr kumimoji="0" sz="2000" b="0" i="0" u="none" strike="noStrike" cap="none" spc="0" normalizeH="0" baseline="0">
                  <a:ln>
                    <a:noFill/>
                  </a:ln>
                  <a:solidFill>
                    <a:schemeClr val="bg1"/>
                  </a:solidFill>
                  <a:effectLst/>
                  <a:uLnTx/>
                  <a:uFillTx/>
                  <a:latin typeface="KPMG Bold"/>
                  <a:ea typeface="+mn-lt"/>
                  <a:cs typeface="Arial"/>
                </a:defRPr>
              </a:lvl1pPr>
              <a:lvl2pPr marL="0" indent="0">
                <a:lnSpc>
                  <a:spcPct val="120000"/>
                </a:lnSpc>
                <a:spcBef>
                  <a:spcPts val="0"/>
                </a:spcBef>
                <a:spcAft>
                  <a:spcPts val="600"/>
                </a:spcAft>
                <a:buFontTx/>
                <a:buNone/>
                <a:defRPr sz="900">
                  <a:solidFill>
                    <a:schemeClr val="accent2"/>
                  </a:solidFill>
                </a:defRPr>
              </a:lvl2pPr>
              <a:lvl3pPr marL="180975" indent="-180975">
                <a:lnSpc>
                  <a:spcPct val="120000"/>
                </a:lnSpc>
                <a:spcBef>
                  <a:spcPts val="0"/>
                </a:spcBef>
                <a:spcAft>
                  <a:spcPts val="600"/>
                </a:spcAft>
                <a:buClrTx/>
                <a:buFont typeface="Arial" panose="020B0604020202020204" pitchFamily="34" charset="0"/>
                <a:buChar char="•"/>
                <a:defRPr sz="900">
                  <a:solidFill>
                    <a:schemeClr val="accent2"/>
                  </a:solidFill>
                </a:defRPr>
              </a:lvl3pPr>
              <a:lvl4pPr marL="361950" indent="-180975">
                <a:lnSpc>
                  <a:spcPct val="120000"/>
                </a:lnSpc>
                <a:spcBef>
                  <a:spcPts val="0"/>
                </a:spcBef>
                <a:spcAft>
                  <a:spcPts val="600"/>
                </a:spcAft>
                <a:buClrTx/>
                <a:buFont typeface="Arial" panose="020B0604020202020204" pitchFamily="34" charset="0"/>
                <a:buChar char="-"/>
                <a:defRPr sz="900">
                  <a:solidFill>
                    <a:schemeClr val="accent2"/>
                  </a:solidFill>
                </a:defRPr>
              </a:lvl4pPr>
              <a:lvl5pPr marL="542925" indent="-180975">
                <a:lnSpc>
                  <a:spcPct val="120000"/>
                </a:lnSpc>
                <a:spcBef>
                  <a:spcPts val="0"/>
                </a:spcBef>
                <a:spcAft>
                  <a:spcPts val="600"/>
                </a:spcAft>
                <a:buClrTx/>
                <a:buFont typeface="Arial" panose="020B0604020202020204" pitchFamily="34" charset="0"/>
                <a:buChar char="•"/>
                <a:defRPr sz="900" baseline="0">
                  <a:solidFill>
                    <a:schemeClr val="accent2"/>
                  </a:solidFill>
                </a:defRPr>
              </a:lvl5pPr>
              <a:lvl6pPr marL="719138" indent="-180975">
                <a:lnSpc>
                  <a:spcPct val="100000"/>
                </a:lnSpc>
                <a:spcBef>
                  <a:spcPts val="0"/>
                </a:spcBef>
                <a:spcAft>
                  <a:spcPts val="600"/>
                </a:spcAft>
                <a:buClr>
                  <a:schemeClr val="tx2"/>
                </a:buClr>
                <a:buFont typeface="Arial" panose="020B0604020202020204" pitchFamily="34" charset="0"/>
                <a:buChar char="-"/>
                <a:defRPr sz="1500">
                  <a:solidFill>
                    <a:schemeClr val="tx2"/>
                  </a:solidFill>
                </a:defRPr>
              </a:lvl6pPr>
              <a:lvl7pPr marL="896938" indent="-177800">
                <a:lnSpc>
                  <a:spcPct val="100000"/>
                </a:lnSpc>
                <a:spcBef>
                  <a:spcPts val="0"/>
                </a:spcBef>
                <a:spcAft>
                  <a:spcPts val="600"/>
                </a:spcAft>
                <a:buClr>
                  <a:schemeClr val="tx2"/>
                </a:buClr>
                <a:buFont typeface="Arial" panose="020B0604020202020204" pitchFamily="34" charset="0"/>
                <a:buChar char="•"/>
                <a:defRPr sz="1500">
                  <a:solidFill>
                    <a:schemeClr val="tx2"/>
                  </a:solidFill>
                </a:defRPr>
              </a:lvl7pPr>
              <a:lvl8pPr marL="1074738" indent="-177800">
                <a:lnSpc>
                  <a:spcPct val="100000"/>
                </a:lnSpc>
                <a:spcBef>
                  <a:spcPts val="0"/>
                </a:spcBef>
                <a:spcAft>
                  <a:spcPts val="600"/>
                </a:spcAft>
                <a:buClr>
                  <a:schemeClr val="tx2"/>
                </a:buClr>
                <a:buFont typeface="Arial" panose="020B0604020202020204" pitchFamily="34" charset="0"/>
                <a:buChar char="-"/>
                <a:defRPr sz="1500">
                  <a:solidFill>
                    <a:schemeClr val="tx2"/>
                  </a:solidFill>
                </a:defRPr>
              </a:lvl8pPr>
              <a:lvl9pPr marL="1257300" indent="-182563">
                <a:lnSpc>
                  <a:spcPct val="90000"/>
                </a:lnSpc>
                <a:spcBef>
                  <a:spcPts val="500"/>
                </a:spcBef>
                <a:buFont typeface="Arial" panose="020B0604020202020204" pitchFamily="34" charset="0"/>
                <a:buChar char="•"/>
                <a:defRPr sz="1500">
                  <a:solidFill>
                    <a:schemeClr val="tx2"/>
                  </a:solidFill>
                </a:defRPr>
              </a:lvl9pPr>
            </a:lstStyle>
            <a:p>
              <a:r>
                <a:rPr lang="en-GB"/>
                <a:t>Innovation value derived monetization</a:t>
              </a:r>
            </a:p>
          </p:txBody>
        </p:sp>
        <p:pic>
          <p:nvPicPr>
            <p:cNvPr id="21" name="Graphic 20" descr="Bar graph with upward trend with solid fill">
              <a:extLst>
                <a:ext uri="{FF2B5EF4-FFF2-40B4-BE49-F238E27FC236}">
                  <a16:creationId xmlns:a16="http://schemas.microsoft.com/office/drawing/2014/main" id="{E063BD6E-3BC7-7F91-BF3F-4BE193BB40D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926630" y="4640033"/>
              <a:ext cx="586800" cy="586800"/>
            </a:xfrm>
            <a:prstGeom prst="rect">
              <a:avLst/>
            </a:prstGeom>
          </p:spPr>
        </p:pic>
      </p:grpSp>
    </p:spTree>
    <p:extLst>
      <p:ext uri="{BB962C8B-B14F-4D97-AF65-F5344CB8AC3E}">
        <p14:creationId xmlns:p14="http://schemas.microsoft.com/office/powerpoint/2010/main" val="2550376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1D3BF-2EAA-CC5D-ED00-1E37CC31E0EB}"/>
              </a:ext>
            </a:extLst>
          </p:cNvPr>
          <p:cNvSpPr>
            <a:spLocks noGrp="1"/>
          </p:cNvSpPr>
          <p:nvPr>
            <p:ph type="title"/>
          </p:nvPr>
        </p:nvSpPr>
        <p:spPr/>
        <p:txBody>
          <a:bodyPr/>
          <a:lstStyle/>
          <a:p>
            <a:r>
              <a:rPr lang="en-US" dirty="0"/>
              <a:t>Enable AI Potential with Value and Speed</a:t>
            </a:r>
          </a:p>
        </p:txBody>
      </p:sp>
      <p:sp>
        <p:nvSpPr>
          <p:cNvPr id="3" name="Isosceles Triangle 2">
            <a:extLst>
              <a:ext uri="{FF2B5EF4-FFF2-40B4-BE49-F238E27FC236}">
                <a16:creationId xmlns:a16="http://schemas.microsoft.com/office/drawing/2014/main" id="{474563F3-519D-DE70-7EB5-9970418FEEE3}"/>
              </a:ext>
            </a:extLst>
          </p:cNvPr>
          <p:cNvSpPr/>
          <p:nvPr/>
        </p:nvSpPr>
        <p:spPr>
          <a:xfrm rot="16200000">
            <a:off x="345238" y="1892340"/>
            <a:ext cx="260932" cy="128568"/>
          </a:xfrm>
          <a:prstGeom prst="triangle">
            <a:avLst/>
          </a:prstGeom>
          <a:solidFill>
            <a:schemeClr val="bg1"/>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LID4096" sz="1500" err="1">
              <a:solidFill>
                <a:schemeClr val="bg1"/>
              </a:solidFill>
            </a:endParaRPr>
          </a:p>
        </p:txBody>
      </p:sp>
      <p:pic>
        <p:nvPicPr>
          <p:cNvPr id="4" name="shape9">
            <a:extLst>
              <a:ext uri="{FF2B5EF4-FFF2-40B4-BE49-F238E27FC236}">
                <a16:creationId xmlns:a16="http://schemas.microsoft.com/office/drawing/2014/main" id="{98466843-D462-B1F0-CBBE-FEF59834361F}"/>
              </a:ext>
            </a:extLst>
          </p:cNvPr>
          <p:cNvPicPr>
            <a:picLocks noChangeAspect="1"/>
          </p:cNvPicPr>
          <p:nvPr/>
        </p:nvPicPr>
        <p:blipFill>
          <a:blip r:embed="rId2">
            <a:duotone>
              <a:schemeClr val="accent5">
                <a:shade val="45000"/>
                <a:satMod val="135000"/>
              </a:schemeClr>
              <a:prstClr val="white"/>
            </a:duotone>
          </a:blip>
          <a:srcRect r="32998"/>
          <a:stretch>
            <a:fillRect/>
          </a:stretch>
        </p:blipFill>
        <p:spPr>
          <a:xfrm>
            <a:off x="6053255" y="3239498"/>
            <a:ext cx="1078464" cy="1575735"/>
          </a:xfrm>
          <a:prstGeom prst="rect">
            <a:avLst/>
          </a:prstGeom>
        </p:spPr>
      </p:pic>
      <p:pic>
        <p:nvPicPr>
          <p:cNvPr id="5" name="shape10">
            <a:extLst>
              <a:ext uri="{FF2B5EF4-FFF2-40B4-BE49-F238E27FC236}">
                <a16:creationId xmlns:a16="http://schemas.microsoft.com/office/drawing/2014/main" id="{B30E31CA-23DF-C4BE-8E60-BA6350ADC436}"/>
              </a:ext>
            </a:extLst>
          </p:cNvPr>
          <p:cNvPicPr>
            <a:picLocks noChangeAspect="1"/>
          </p:cNvPicPr>
          <p:nvPr/>
        </p:nvPicPr>
        <p:blipFill>
          <a:blip r:embed="rId3">
            <a:duotone>
              <a:schemeClr val="accent5">
                <a:shade val="45000"/>
                <a:satMod val="135000"/>
              </a:schemeClr>
              <a:prstClr val="white"/>
            </a:duotone>
          </a:blip>
          <a:srcRect l="85731"/>
          <a:stretch>
            <a:fillRect/>
          </a:stretch>
        </p:blipFill>
        <p:spPr>
          <a:xfrm>
            <a:off x="6863264" y="4077854"/>
            <a:ext cx="1110556" cy="792244"/>
          </a:xfrm>
          <a:prstGeom prst="rect">
            <a:avLst/>
          </a:prstGeom>
          <a:noFill/>
        </p:spPr>
      </p:pic>
      <p:pic>
        <p:nvPicPr>
          <p:cNvPr id="6" name="shape2">
            <a:extLst>
              <a:ext uri="{FF2B5EF4-FFF2-40B4-BE49-F238E27FC236}">
                <a16:creationId xmlns:a16="http://schemas.microsoft.com/office/drawing/2014/main" id="{D91CC140-B08D-AB66-4CB3-B1ECDCDBA9BE}"/>
              </a:ext>
            </a:extLst>
          </p:cNvPr>
          <p:cNvPicPr>
            <a:picLocks noChangeAspect="1"/>
          </p:cNvPicPr>
          <p:nvPr/>
        </p:nvPicPr>
        <p:blipFill>
          <a:blip r:embed="rId3"/>
          <a:srcRect r="33782"/>
          <a:stretch>
            <a:fillRect/>
          </a:stretch>
        </p:blipFill>
        <p:spPr>
          <a:xfrm>
            <a:off x="591025" y="1871086"/>
            <a:ext cx="4773043" cy="786452"/>
          </a:xfrm>
          <a:prstGeom prst="rect">
            <a:avLst/>
          </a:prstGeom>
        </p:spPr>
      </p:pic>
      <p:sp>
        <p:nvSpPr>
          <p:cNvPr id="7" name="shape3">
            <a:extLst>
              <a:ext uri="{FF2B5EF4-FFF2-40B4-BE49-F238E27FC236}">
                <a16:creationId xmlns:a16="http://schemas.microsoft.com/office/drawing/2014/main" id="{3B12CFB1-E539-12D3-ECCF-E01E67D16077}"/>
              </a:ext>
            </a:extLst>
          </p:cNvPr>
          <p:cNvSpPr txBox="1"/>
          <p:nvPr/>
        </p:nvSpPr>
        <p:spPr>
          <a:xfrm>
            <a:off x="964898" y="2354046"/>
            <a:ext cx="3820921" cy="3822700"/>
          </a:xfrm>
          <a:prstGeom prst="rect">
            <a:avLst/>
          </a:prstGeom>
          <a:noFill/>
        </p:spPr>
        <p:txBody>
          <a:bodyPr wrap="square" lIns="144000" tIns="1044000" rIns="144000">
            <a:noAutofit/>
          </a:bodyPr>
          <a:lstStyle/>
          <a:p>
            <a:r>
              <a:rPr lang="en-US" sz="8000" dirty="0">
                <a:solidFill>
                  <a:schemeClr val="accent6"/>
                </a:solidFill>
                <a:latin typeface="+mj-lt"/>
              </a:rPr>
              <a:t>11 Agents</a:t>
            </a:r>
            <a:endParaRPr lang="en-US" sz="6600" baseline="100000" dirty="0">
              <a:solidFill>
                <a:schemeClr val="accent6"/>
              </a:solidFill>
            </a:endParaRPr>
          </a:p>
          <a:p>
            <a:pPr marR="3081">
              <a:lnSpc>
                <a:spcPct val="108000"/>
              </a:lnSpc>
              <a:spcAft>
                <a:spcPts val="600"/>
              </a:spcAft>
            </a:pPr>
            <a:r>
              <a:rPr lang="en-US" sz="1400" dirty="0">
                <a:solidFill>
                  <a:srgbClr val="000000"/>
                </a:solidFill>
                <a:latin typeface="Arial" panose="020B0604020202020204" pitchFamily="34" charset="0"/>
              </a:rPr>
              <a:t>are </a:t>
            </a:r>
            <a:r>
              <a:rPr lang="en-US" sz="1400" b="1" dirty="0">
                <a:solidFill>
                  <a:srgbClr val="000000"/>
                </a:solidFill>
                <a:latin typeface="Arial" panose="020B0604020202020204" pitchFamily="34" charset="0"/>
              </a:rPr>
              <a:t>already live in production, your teams are experiencing the benefits of our partnership today</a:t>
            </a:r>
            <a:r>
              <a:rPr lang="en-US" sz="1400" dirty="0">
                <a:solidFill>
                  <a:srgbClr val="000000"/>
                </a:solidFill>
                <a:latin typeface="Arial" panose="020B0604020202020204" pitchFamily="34" charset="0"/>
              </a:rPr>
              <a:t>. These agents are actively increasing efficiency, providing faster access to critical information, and improving decision-making across the Tax organization.</a:t>
            </a:r>
          </a:p>
        </p:txBody>
      </p:sp>
      <p:sp>
        <p:nvSpPr>
          <p:cNvPr id="8" name="shape4">
            <a:extLst>
              <a:ext uri="{FF2B5EF4-FFF2-40B4-BE49-F238E27FC236}">
                <a16:creationId xmlns:a16="http://schemas.microsoft.com/office/drawing/2014/main" id="{DC3F7F07-E182-CFE4-4DCF-66A083DC4AC9}"/>
              </a:ext>
            </a:extLst>
          </p:cNvPr>
          <p:cNvSpPr txBox="1"/>
          <p:nvPr/>
        </p:nvSpPr>
        <p:spPr>
          <a:xfrm>
            <a:off x="971419" y="1290363"/>
            <a:ext cx="3764946" cy="2299266"/>
          </a:xfrm>
          <a:prstGeom prst="rect">
            <a:avLst/>
          </a:prstGeom>
          <a:solidFill>
            <a:srgbClr val="CADAE5"/>
          </a:solidFill>
          <a:ln w="38100">
            <a:solidFill>
              <a:schemeClr val="bg1"/>
            </a:solidFill>
          </a:ln>
        </p:spPr>
        <p:txBody>
          <a:bodyPr vert="horz" wrap="square" lIns="180000" tIns="72000" rIns="144000" bIns="72000" rtlCol="0">
            <a:spAutoFit/>
          </a:bodyPr>
          <a:lstStyle/>
          <a:p>
            <a:pPr marR="3081">
              <a:lnSpc>
                <a:spcPct val="108000"/>
              </a:lnSpc>
              <a:spcAft>
                <a:spcPts val="600"/>
              </a:spcAft>
            </a:pPr>
            <a:r>
              <a:rPr lang="en-US" sz="1400" noProof="0" dirty="0"/>
              <a:t>The pace of AI is both a threat and an opportunity. Our proven partnership unlocks real value for Disney by using an established library of AI building blocks. </a:t>
            </a:r>
          </a:p>
          <a:p>
            <a:pPr marR="3081">
              <a:lnSpc>
                <a:spcPct val="108000"/>
              </a:lnSpc>
              <a:spcAft>
                <a:spcPts val="600"/>
              </a:spcAft>
            </a:pPr>
            <a:r>
              <a:rPr lang="en-US" sz="1400" b="1" noProof="0" dirty="0">
                <a:solidFill>
                  <a:schemeClr val="accent6"/>
                </a:solidFill>
              </a:rPr>
              <a:t>The team has established five reusable patterns provide a repeatable foundation for creating high-impact solutions that increase efficiency, ensure compliance, and drive smarter business decisions.</a:t>
            </a:r>
            <a:endParaRPr lang="en-GB" sz="1400" b="1" noProof="0" dirty="0">
              <a:solidFill>
                <a:schemeClr val="accent6"/>
              </a:solidFill>
            </a:endParaRPr>
          </a:p>
        </p:txBody>
      </p:sp>
      <p:sp>
        <p:nvSpPr>
          <p:cNvPr id="9" name="shape5">
            <a:extLst>
              <a:ext uri="{FF2B5EF4-FFF2-40B4-BE49-F238E27FC236}">
                <a16:creationId xmlns:a16="http://schemas.microsoft.com/office/drawing/2014/main" id="{7454CACB-3C7A-D4CE-2D1A-338A4E808A84}"/>
              </a:ext>
            </a:extLst>
          </p:cNvPr>
          <p:cNvSpPr txBox="1">
            <a:spLocks/>
          </p:cNvSpPr>
          <p:nvPr/>
        </p:nvSpPr>
        <p:spPr>
          <a:xfrm>
            <a:off x="5242500" y="1618747"/>
            <a:ext cx="706945" cy="502742"/>
          </a:xfrm>
          <a:prstGeom prst="rect">
            <a:avLst/>
          </a:prstGeom>
        </p:spPr>
        <p:txBody>
          <a:bodyPr anchor="ctr"/>
          <a:lstStyle>
            <a:lvl1pPr marL="0" indent="0" algn="l" defTabSz="914400" rtl="0" eaLnBrk="1" latinLnBrk="0" hangingPunct="1">
              <a:lnSpc>
                <a:spcPct val="120000"/>
              </a:lnSpc>
              <a:spcBef>
                <a:spcPts val="0"/>
              </a:spcBef>
              <a:spcAft>
                <a:spcPts val="600"/>
              </a:spcAft>
              <a:buFontTx/>
              <a:buNone/>
              <a:defRPr sz="1200" b="1" kern="1200">
                <a:solidFill>
                  <a:schemeClr val="tx2"/>
                </a:solidFill>
                <a:latin typeface="+mn-lt"/>
                <a:ea typeface="+mn-ea"/>
                <a:cs typeface="+mn-cs"/>
              </a:defRPr>
            </a:lvl1pPr>
            <a:lvl2pPr marL="0" indent="0" algn="l" defTabSz="914400" rtl="0" eaLnBrk="1" latinLnBrk="0" hangingPunct="1">
              <a:lnSpc>
                <a:spcPct val="12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2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2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2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GB" sz="2000" b="1" i="0" u="none" strike="noStrike" kern="1200" cap="none" spc="0" normalizeH="0" baseline="0" noProof="0">
                <a:ln>
                  <a:noFill/>
                </a:ln>
                <a:solidFill>
                  <a:schemeClr val="accent6"/>
                </a:solidFill>
                <a:effectLst/>
                <a:uLnTx/>
                <a:uFillTx/>
                <a:latin typeface="KPMG Bold"/>
                <a:ea typeface="+mn-lt"/>
                <a:cs typeface="Arial"/>
              </a:rPr>
              <a:t>Value</a:t>
            </a:r>
          </a:p>
        </p:txBody>
      </p:sp>
      <p:sp>
        <p:nvSpPr>
          <p:cNvPr id="10" name="shape6">
            <a:extLst>
              <a:ext uri="{FF2B5EF4-FFF2-40B4-BE49-F238E27FC236}">
                <a16:creationId xmlns:a16="http://schemas.microsoft.com/office/drawing/2014/main" id="{8771E263-219D-E4A0-6373-E3CC09447ABA}"/>
              </a:ext>
            </a:extLst>
          </p:cNvPr>
          <p:cNvSpPr txBox="1">
            <a:spLocks/>
          </p:cNvSpPr>
          <p:nvPr/>
        </p:nvSpPr>
        <p:spPr>
          <a:xfrm rot="10800000">
            <a:off x="6579579" y="4582217"/>
            <a:ext cx="706945" cy="502742"/>
          </a:xfrm>
          <a:prstGeom prst="rect">
            <a:avLst/>
          </a:prstGeom>
        </p:spPr>
        <p:txBody>
          <a:bodyPr anchor="ctr"/>
          <a:lstStyle>
            <a:lvl1pPr marL="0" indent="0" algn="l" defTabSz="914400" rtl="0" eaLnBrk="1" latinLnBrk="0" hangingPunct="1">
              <a:lnSpc>
                <a:spcPct val="120000"/>
              </a:lnSpc>
              <a:spcBef>
                <a:spcPts val="0"/>
              </a:spcBef>
              <a:spcAft>
                <a:spcPts val="600"/>
              </a:spcAft>
              <a:buFontTx/>
              <a:buNone/>
              <a:defRPr sz="1200" b="1" kern="1200">
                <a:solidFill>
                  <a:schemeClr val="tx2"/>
                </a:solidFill>
                <a:latin typeface="+mn-lt"/>
                <a:ea typeface="+mn-ea"/>
                <a:cs typeface="+mn-cs"/>
              </a:defRPr>
            </a:lvl1pPr>
            <a:lvl2pPr marL="0" indent="0" algn="l" defTabSz="914400" rtl="0" eaLnBrk="1" latinLnBrk="0" hangingPunct="1">
              <a:lnSpc>
                <a:spcPct val="12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2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2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2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GB" sz="2000" b="1" i="0" u="none" strike="noStrike" kern="1200" cap="none" spc="0" normalizeH="0" baseline="0" noProof="0">
                <a:ln>
                  <a:noFill/>
                </a:ln>
                <a:solidFill>
                  <a:schemeClr val="accent5"/>
                </a:solidFill>
                <a:effectLst/>
                <a:uLnTx/>
                <a:uFillTx/>
                <a:latin typeface="KPMG Bold"/>
                <a:ea typeface="+mn-lt"/>
                <a:cs typeface="Arial"/>
              </a:rPr>
              <a:t>Speed</a:t>
            </a:r>
          </a:p>
        </p:txBody>
      </p:sp>
      <p:sp>
        <p:nvSpPr>
          <p:cNvPr id="11" name="shape7">
            <a:extLst>
              <a:ext uri="{FF2B5EF4-FFF2-40B4-BE49-F238E27FC236}">
                <a16:creationId xmlns:a16="http://schemas.microsoft.com/office/drawing/2014/main" id="{886A3CDC-73C1-30F2-6F8F-79360260895C}"/>
              </a:ext>
            </a:extLst>
          </p:cNvPr>
          <p:cNvSpPr txBox="1">
            <a:spLocks/>
          </p:cNvSpPr>
          <p:nvPr/>
        </p:nvSpPr>
        <p:spPr>
          <a:xfrm flipV="1">
            <a:off x="5242500" y="2399499"/>
            <a:ext cx="706945" cy="502742"/>
          </a:xfrm>
          <a:prstGeom prst="rect">
            <a:avLst/>
          </a:prstGeom>
        </p:spPr>
        <p:txBody>
          <a:bodyPr anchor="ctr"/>
          <a:lstStyle>
            <a:lvl1pPr marL="0" indent="0" algn="l" defTabSz="914400" rtl="0" eaLnBrk="1" latinLnBrk="0" hangingPunct="1">
              <a:lnSpc>
                <a:spcPct val="120000"/>
              </a:lnSpc>
              <a:spcBef>
                <a:spcPts val="0"/>
              </a:spcBef>
              <a:spcAft>
                <a:spcPts val="600"/>
              </a:spcAft>
              <a:buFontTx/>
              <a:buNone/>
              <a:defRPr sz="1200" b="1" kern="1200">
                <a:solidFill>
                  <a:schemeClr val="tx2"/>
                </a:solidFill>
                <a:latin typeface="+mn-lt"/>
                <a:ea typeface="+mn-ea"/>
                <a:cs typeface="+mn-cs"/>
              </a:defRPr>
            </a:lvl1pPr>
            <a:lvl2pPr marL="0" indent="0" algn="l" defTabSz="914400" rtl="0" eaLnBrk="1" latinLnBrk="0" hangingPunct="1">
              <a:lnSpc>
                <a:spcPct val="12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2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2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2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r" defTabSz="914400" rtl="0" eaLnBrk="1" fontAlgn="auto" latinLnBrk="0" hangingPunct="1">
              <a:lnSpc>
                <a:spcPct val="120000"/>
              </a:lnSpc>
              <a:spcBef>
                <a:spcPts val="0"/>
              </a:spcBef>
              <a:spcAft>
                <a:spcPts val="600"/>
              </a:spcAft>
              <a:buClrTx/>
              <a:buSzTx/>
              <a:buFontTx/>
              <a:buNone/>
              <a:tabLst/>
              <a:defRPr/>
            </a:pPr>
            <a:r>
              <a:rPr kumimoji="0" lang="en-GB" sz="2000" b="1" i="0" u="none" strike="noStrike" kern="1200" cap="none" spc="0" normalizeH="0" baseline="0" noProof="0">
                <a:ln>
                  <a:noFill/>
                </a:ln>
                <a:solidFill>
                  <a:schemeClr val="accent6">
                    <a:lumMod val="40000"/>
                    <a:lumOff val="60000"/>
                  </a:schemeClr>
                </a:solidFill>
                <a:effectLst/>
                <a:uLnTx/>
                <a:uFillTx/>
                <a:latin typeface="KPMG Bold"/>
                <a:ea typeface="+mn-lt"/>
                <a:cs typeface="Arial"/>
              </a:rPr>
              <a:t>Value</a:t>
            </a:r>
          </a:p>
        </p:txBody>
      </p:sp>
      <p:sp>
        <p:nvSpPr>
          <p:cNvPr id="12" name="shape8">
            <a:extLst>
              <a:ext uri="{FF2B5EF4-FFF2-40B4-BE49-F238E27FC236}">
                <a16:creationId xmlns:a16="http://schemas.microsoft.com/office/drawing/2014/main" id="{9244CFE1-E138-C002-42DA-72ED9FD49EC7}"/>
              </a:ext>
            </a:extLst>
          </p:cNvPr>
          <p:cNvSpPr txBox="1">
            <a:spLocks/>
          </p:cNvSpPr>
          <p:nvPr/>
        </p:nvSpPr>
        <p:spPr>
          <a:xfrm rot="10800000" flipV="1">
            <a:off x="6579579" y="3801466"/>
            <a:ext cx="706945" cy="502742"/>
          </a:xfrm>
          <a:prstGeom prst="rect">
            <a:avLst/>
          </a:prstGeom>
        </p:spPr>
        <p:txBody>
          <a:bodyPr anchor="ctr"/>
          <a:lstStyle>
            <a:lvl1pPr marL="0" indent="0" algn="l" defTabSz="914400" rtl="0" eaLnBrk="1" latinLnBrk="0" hangingPunct="1">
              <a:lnSpc>
                <a:spcPct val="120000"/>
              </a:lnSpc>
              <a:spcBef>
                <a:spcPts val="0"/>
              </a:spcBef>
              <a:spcAft>
                <a:spcPts val="600"/>
              </a:spcAft>
              <a:buFontTx/>
              <a:buNone/>
              <a:defRPr sz="1200" b="1" kern="1200">
                <a:solidFill>
                  <a:schemeClr val="tx2"/>
                </a:solidFill>
                <a:latin typeface="+mn-lt"/>
                <a:ea typeface="+mn-ea"/>
                <a:cs typeface="+mn-cs"/>
              </a:defRPr>
            </a:lvl1pPr>
            <a:lvl2pPr marL="0" indent="0" algn="l" defTabSz="914400" rtl="0" eaLnBrk="1" latinLnBrk="0" hangingPunct="1">
              <a:lnSpc>
                <a:spcPct val="12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2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2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2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r" defTabSz="914400" rtl="0" eaLnBrk="1" fontAlgn="auto" latinLnBrk="0" hangingPunct="1">
              <a:lnSpc>
                <a:spcPct val="120000"/>
              </a:lnSpc>
              <a:spcBef>
                <a:spcPts val="0"/>
              </a:spcBef>
              <a:spcAft>
                <a:spcPts val="600"/>
              </a:spcAft>
              <a:buClrTx/>
              <a:buSzTx/>
              <a:buFontTx/>
              <a:buNone/>
              <a:tabLst/>
              <a:defRPr/>
            </a:pPr>
            <a:r>
              <a:rPr kumimoji="0" lang="en-GB" sz="2000" b="1" i="0" u="none" strike="noStrike" kern="1200" cap="none" spc="0" normalizeH="0" baseline="0" noProof="0">
                <a:ln>
                  <a:noFill/>
                </a:ln>
                <a:solidFill>
                  <a:schemeClr val="accent5">
                    <a:lumMod val="60000"/>
                    <a:lumOff val="40000"/>
                  </a:schemeClr>
                </a:solidFill>
                <a:effectLst/>
                <a:uLnTx/>
                <a:uFillTx/>
                <a:latin typeface="KPMG Bold"/>
                <a:ea typeface="+mn-lt"/>
                <a:cs typeface="Arial"/>
              </a:rPr>
              <a:t>Speed</a:t>
            </a:r>
          </a:p>
        </p:txBody>
      </p:sp>
      <p:pic>
        <p:nvPicPr>
          <p:cNvPr id="13" name="shape11">
            <a:extLst>
              <a:ext uri="{FF2B5EF4-FFF2-40B4-BE49-F238E27FC236}">
                <a16:creationId xmlns:a16="http://schemas.microsoft.com/office/drawing/2014/main" id="{CA6CBE7C-6FB0-D7D5-781C-10B50388DEE2}"/>
              </a:ext>
            </a:extLst>
          </p:cNvPr>
          <p:cNvPicPr>
            <a:picLocks noChangeAspect="1"/>
          </p:cNvPicPr>
          <p:nvPr/>
        </p:nvPicPr>
        <p:blipFill>
          <a:blip r:embed="rId2"/>
          <a:srcRect r="32998"/>
          <a:stretch>
            <a:fillRect/>
          </a:stretch>
        </p:blipFill>
        <p:spPr>
          <a:xfrm rot="10800000">
            <a:off x="5364069" y="1925256"/>
            <a:ext cx="1085851" cy="1575734"/>
          </a:xfrm>
          <a:prstGeom prst="rect">
            <a:avLst/>
          </a:prstGeom>
        </p:spPr>
      </p:pic>
      <p:grpSp>
        <p:nvGrpSpPr>
          <p:cNvPr id="14" name="shape12">
            <a:extLst>
              <a:ext uri="{FF2B5EF4-FFF2-40B4-BE49-F238E27FC236}">
                <a16:creationId xmlns:a16="http://schemas.microsoft.com/office/drawing/2014/main" id="{8CBCBB02-24AB-BBF3-F6BD-74982A86757B}"/>
              </a:ext>
            </a:extLst>
          </p:cNvPr>
          <p:cNvGrpSpPr/>
          <p:nvPr/>
        </p:nvGrpSpPr>
        <p:grpSpPr>
          <a:xfrm>
            <a:off x="5175161" y="2711707"/>
            <a:ext cx="2065640" cy="1399890"/>
            <a:chOff x="7576715" y="146800"/>
            <a:chExt cx="2611649" cy="1825291"/>
          </a:xfrm>
        </p:grpSpPr>
        <p:grpSp>
          <p:nvGrpSpPr>
            <p:cNvPr id="15" name="!!DFplatform">
              <a:extLst>
                <a:ext uri="{FF2B5EF4-FFF2-40B4-BE49-F238E27FC236}">
                  <a16:creationId xmlns:a16="http://schemas.microsoft.com/office/drawing/2014/main" id="{80E2D464-7B76-7C34-CE10-604938A145F1}"/>
                </a:ext>
              </a:extLst>
            </p:cNvPr>
            <p:cNvGrpSpPr/>
            <p:nvPr/>
          </p:nvGrpSpPr>
          <p:grpSpPr>
            <a:xfrm>
              <a:off x="7576715" y="239318"/>
              <a:ext cx="2611649" cy="1731447"/>
              <a:chOff x="1203344" y="3020774"/>
              <a:chExt cx="2611649" cy="1731447"/>
            </a:xfrm>
          </p:grpSpPr>
          <p:sp>
            <p:nvSpPr>
              <p:cNvPr id="27" name="Graphic 4">
                <a:extLst>
                  <a:ext uri="{FF2B5EF4-FFF2-40B4-BE49-F238E27FC236}">
                    <a16:creationId xmlns:a16="http://schemas.microsoft.com/office/drawing/2014/main" id="{13E91560-779A-29E8-73EC-F4F9942AB36C}"/>
                  </a:ext>
                </a:extLst>
              </p:cNvPr>
              <p:cNvSpPr/>
              <p:nvPr/>
            </p:nvSpPr>
            <p:spPr>
              <a:xfrm>
                <a:off x="1203344" y="3239435"/>
                <a:ext cx="2611649" cy="1512786"/>
              </a:xfrm>
              <a:custGeom>
                <a:avLst/>
                <a:gdLst>
                  <a:gd name="connsiteX0" fmla="*/ 5996084 w 6066117"/>
                  <a:gd name="connsiteY0" fmla="*/ 1659636 h 3513772"/>
                  <a:gd name="connsiteX1" fmla="*/ 5997132 w 6066117"/>
                  <a:gd name="connsiteY1" fmla="*/ 1854137 h 3513772"/>
                  <a:gd name="connsiteX2" fmla="*/ 3210593 w 6066117"/>
                  <a:gd name="connsiteY2" fmla="*/ 3473482 h 3513772"/>
                  <a:gd name="connsiteX3" fmla="*/ 2874837 w 6066117"/>
                  <a:gd name="connsiteY3" fmla="*/ 3473482 h 3513772"/>
                  <a:gd name="connsiteX4" fmla="*/ 70105 w 6066117"/>
                  <a:gd name="connsiteY4" fmla="*/ 1854137 h 3513772"/>
                  <a:gd name="connsiteX5" fmla="*/ 69057 w 6066117"/>
                  <a:gd name="connsiteY5" fmla="*/ 1659636 h 3513772"/>
                  <a:gd name="connsiteX6" fmla="*/ 2855501 w 6066117"/>
                  <a:gd name="connsiteY6" fmla="*/ 40291 h 3513772"/>
                  <a:gd name="connsiteX7" fmla="*/ 3191352 w 6066117"/>
                  <a:gd name="connsiteY7" fmla="*/ 40291 h 3513772"/>
                  <a:gd name="connsiteX8" fmla="*/ 5996084 w 6066117"/>
                  <a:gd name="connsiteY8" fmla="*/ 1659636 h 3513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66117" h="3513772">
                    <a:moveTo>
                      <a:pt x="5996084" y="1659636"/>
                    </a:moveTo>
                    <a:cubicBezTo>
                      <a:pt x="6089048" y="1713357"/>
                      <a:pt x="6089524" y="1800416"/>
                      <a:pt x="5997132" y="1854137"/>
                    </a:cubicBezTo>
                    <a:lnTo>
                      <a:pt x="3210593" y="3473482"/>
                    </a:lnTo>
                    <a:cubicBezTo>
                      <a:pt x="3118105" y="3527203"/>
                      <a:pt x="2967801" y="3527203"/>
                      <a:pt x="2874837" y="3473482"/>
                    </a:cubicBezTo>
                    <a:lnTo>
                      <a:pt x="70105" y="1854137"/>
                    </a:lnTo>
                    <a:cubicBezTo>
                      <a:pt x="-22954" y="1800416"/>
                      <a:pt x="-23430" y="1713357"/>
                      <a:pt x="69057" y="1659636"/>
                    </a:cubicBezTo>
                    <a:lnTo>
                      <a:pt x="2855501" y="40291"/>
                    </a:lnTo>
                    <a:cubicBezTo>
                      <a:pt x="2947989" y="-13430"/>
                      <a:pt x="3098293" y="-13430"/>
                      <a:pt x="3191352" y="40291"/>
                    </a:cubicBezTo>
                    <a:lnTo>
                      <a:pt x="5996084" y="1659636"/>
                    </a:lnTo>
                    <a:close/>
                  </a:path>
                </a:pathLst>
              </a:custGeom>
              <a:gradFill>
                <a:gsLst>
                  <a:gs pos="40000">
                    <a:sysClr val="window" lastClr="FFFFFF">
                      <a:alpha val="18000"/>
                    </a:sysClr>
                  </a:gs>
                  <a:gs pos="0">
                    <a:srgbClr val="0F9ED5">
                      <a:alpha val="14000"/>
                    </a:srgbClr>
                  </a:gs>
                </a:gsLst>
                <a:lin ang="16200000" scaled="0"/>
              </a:gradFill>
              <a:ln w="19050" cap="flat" cmpd="sng" algn="ctr">
                <a:noFill/>
                <a:prstDash val="solid"/>
                <a:miter lim="800000"/>
              </a:ln>
              <a:effectLst/>
            </p:spPr>
            <p:txBody>
              <a:bodyPr lIns="0" tIns="54610" rIns="18000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Aptos" panose="02110004020202020204"/>
                  <a:ea typeface="+mn-ea"/>
                  <a:cs typeface="+mn-cs"/>
                </a:endParaRPr>
              </a:p>
            </p:txBody>
          </p:sp>
          <p:sp>
            <p:nvSpPr>
              <p:cNvPr id="28" name="Graphic 4">
                <a:extLst>
                  <a:ext uri="{FF2B5EF4-FFF2-40B4-BE49-F238E27FC236}">
                    <a16:creationId xmlns:a16="http://schemas.microsoft.com/office/drawing/2014/main" id="{EBDED185-7594-8335-35C3-9876F972B406}"/>
                  </a:ext>
                </a:extLst>
              </p:cNvPr>
              <p:cNvSpPr/>
              <p:nvPr/>
            </p:nvSpPr>
            <p:spPr>
              <a:xfrm>
                <a:off x="1203344" y="3020774"/>
                <a:ext cx="2611649" cy="1512786"/>
              </a:xfrm>
              <a:custGeom>
                <a:avLst/>
                <a:gdLst>
                  <a:gd name="connsiteX0" fmla="*/ 5996084 w 6066117"/>
                  <a:gd name="connsiteY0" fmla="*/ 1659636 h 3513772"/>
                  <a:gd name="connsiteX1" fmla="*/ 5997132 w 6066117"/>
                  <a:gd name="connsiteY1" fmla="*/ 1854137 h 3513772"/>
                  <a:gd name="connsiteX2" fmla="*/ 3210593 w 6066117"/>
                  <a:gd name="connsiteY2" fmla="*/ 3473482 h 3513772"/>
                  <a:gd name="connsiteX3" fmla="*/ 2874837 w 6066117"/>
                  <a:gd name="connsiteY3" fmla="*/ 3473482 h 3513772"/>
                  <a:gd name="connsiteX4" fmla="*/ 70105 w 6066117"/>
                  <a:gd name="connsiteY4" fmla="*/ 1854137 h 3513772"/>
                  <a:gd name="connsiteX5" fmla="*/ 69057 w 6066117"/>
                  <a:gd name="connsiteY5" fmla="*/ 1659636 h 3513772"/>
                  <a:gd name="connsiteX6" fmla="*/ 2855501 w 6066117"/>
                  <a:gd name="connsiteY6" fmla="*/ 40291 h 3513772"/>
                  <a:gd name="connsiteX7" fmla="*/ 3191352 w 6066117"/>
                  <a:gd name="connsiteY7" fmla="*/ 40291 h 3513772"/>
                  <a:gd name="connsiteX8" fmla="*/ 5996084 w 6066117"/>
                  <a:gd name="connsiteY8" fmla="*/ 1659636 h 3513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66117" h="3513772">
                    <a:moveTo>
                      <a:pt x="5996084" y="1659636"/>
                    </a:moveTo>
                    <a:cubicBezTo>
                      <a:pt x="6089048" y="1713357"/>
                      <a:pt x="6089524" y="1800416"/>
                      <a:pt x="5997132" y="1854137"/>
                    </a:cubicBezTo>
                    <a:lnTo>
                      <a:pt x="3210593" y="3473482"/>
                    </a:lnTo>
                    <a:cubicBezTo>
                      <a:pt x="3118105" y="3527203"/>
                      <a:pt x="2967801" y="3527203"/>
                      <a:pt x="2874837" y="3473482"/>
                    </a:cubicBezTo>
                    <a:lnTo>
                      <a:pt x="70105" y="1854137"/>
                    </a:lnTo>
                    <a:cubicBezTo>
                      <a:pt x="-22954" y="1800416"/>
                      <a:pt x="-23430" y="1713357"/>
                      <a:pt x="69057" y="1659636"/>
                    </a:cubicBezTo>
                    <a:lnTo>
                      <a:pt x="2855501" y="40291"/>
                    </a:lnTo>
                    <a:cubicBezTo>
                      <a:pt x="2947989" y="-13430"/>
                      <a:pt x="3098293" y="-13430"/>
                      <a:pt x="3191352" y="40291"/>
                    </a:cubicBezTo>
                    <a:lnTo>
                      <a:pt x="5996084" y="1659636"/>
                    </a:lnTo>
                    <a:close/>
                  </a:path>
                </a:pathLst>
              </a:custGeom>
              <a:gradFill>
                <a:gsLst>
                  <a:gs pos="0">
                    <a:sysClr val="window" lastClr="FFFFFF"/>
                  </a:gs>
                  <a:gs pos="100000">
                    <a:sysClr val="window" lastClr="FFFFFF">
                      <a:alpha val="73000"/>
                    </a:sysClr>
                  </a:gs>
                </a:gsLst>
                <a:lin ang="16200000" scaled="0"/>
              </a:gradFill>
              <a:ln w="19050" cap="flat" cmpd="sng" algn="ctr">
                <a:noFill/>
                <a:prstDash val="solid"/>
                <a:miter lim="800000"/>
              </a:ln>
              <a:effectLst/>
            </p:spPr>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Aptos" panose="02110004020202020204"/>
                  <a:ea typeface="+mn-ea"/>
                  <a:cs typeface="+mn-cs"/>
                </a:endParaRPr>
              </a:p>
            </p:txBody>
          </p:sp>
          <p:sp>
            <p:nvSpPr>
              <p:cNvPr id="29" name="Graphic 4">
                <a:extLst>
                  <a:ext uri="{FF2B5EF4-FFF2-40B4-BE49-F238E27FC236}">
                    <a16:creationId xmlns:a16="http://schemas.microsoft.com/office/drawing/2014/main" id="{820F147B-85DC-EF41-4075-986CF341F7FE}"/>
                  </a:ext>
                </a:extLst>
              </p:cNvPr>
              <p:cNvSpPr/>
              <p:nvPr/>
            </p:nvSpPr>
            <p:spPr>
              <a:xfrm>
                <a:off x="1203344" y="3120166"/>
                <a:ext cx="2611649" cy="1512786"/>
              </a:xfrm>
              <a:custGeom>
                <a:avLst/>
                <a:gdLst>
                  <a:gd name="connsiteX0" fmla="*/ 5996084 w 6066117"/>
                  <a:gd name="connsiteY0" fmla="*/ 1659636 h 3513772"/>
                  <a:gd name="connsiteX1" fmla="*/ 5997132 w 6066117"/>
                  <a:gd name="connsiteY1" fmla="*/ 1854137 h 3513772"/>
                  <a:gd name="connsiteX2" fmla="*/ 3210593 w 6066117"/>
                  <a:gd name="connsiteY2" fmla="*/ 3473482 h 3513772"/>
                  <a:gd name="connsiteX3" fmla="*/ 2874837 w 6066117"/>
                  <a:gd name="connsiteY3" fmla="*/ 3473482 h 3513772"/>
                  <a:gd name="connsiteX4" fmla="*/ 70105 w 6066117"/>
                  <a:gd name="connsiteY4" fmla="*/ 1854137 h 3513772"/>
                  <a:gd name="connsiteX5" fmla="*/ 69057 w 6066117"/>
                  <a:gd name="connsiteY5" fmla="*/ 1659636 h 3513772"/>
                  <a:gd name="connsiteX6" fmla="*/ 2855501 w 6066117"/>
                  <a:gd name="connsiteY6" fmla="*/ 40291 h 3513772"/>
                  <a:gd name="connsiteX7" fmla="*/ 3191352 w 6066117"/>
                  <a:gd name="connsiteY7" fmla="*/ 40291 h 3513772"/>
                  <a:gd name="connsiteX8" fmla="*/ 5996084 w 6066117"/>
                  <a:gd name="connsiteY8" fmla="*/ 1659636 h 3513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66117" h="3513772">
                    <a:moveTo>
                      <a:pt x="5996084" y="1659636"/>
                    </a:moveTo>
                    <a:cubicBezTo>
                      <a:pt x="6089048" y="1713357"/>
                      <a:pt x="6089524" y="1800416"/>
                      <a:pt x="5997132" y="1854137"/>
                    </a:cubicBezTo>
                    <a:lnTo>
                      <a:pt x="3210593" y="3473482"/>
                    </a:lnTo>
                    <a:cubicBezTo>
                      <a:pt x="3118105" y="3527203"/>
                      <a:pt x="2967801" y="3527203"/>
                      <a:pt x="2874837" y="3473482"/>
                    </a:cubicBezTo>
                    <a:lnTo>
                      <a:pt x="70105" y="1854137"/>
                    </a:lnTo>
                    <a:cubicBezTo>
                      <a:pt x="-22954" y="1800416"/>
                      <a:pt x="-23430" y="1713357"/>
                      <a:pt x="69057" y="1659636"/>
                    </a:cubicBezTo>
                    <a:lnTo>
                      <a:pt x="2855501" y="40291"/>
                    </a:lnTo>
                    <a:cubicBezTo>
                      <a:pt x="2947989" y="-13430"/>
                      <a:pt x="3098293" y="-13430"/>
                      <a:pt x="3191352" y="40291"/>
                    </a:cubicBezTo>
                    <a:lnTo>
                      <a:pt x="5996084" y="1659636"/>
                    </a:lnTo>
                    <a:close/>
                  </a:path>
                </a:pathLst>
              </a:custGeom>
              <a:gradFill>
                <a:gsLst>
                  <a:gs pos="40000">
                    <a:sysClr val="window" lastClr="FFFFFF">
                      <a:alpha val="18000"/>
                    </a:sysClr>
                  </a:gs>
                  <a:gs pos="0">
                    <a:srgbClr val="0F9ED5">
                      <a:alpha val="14000"/>
                    </a:srgbClr>
                  </a:gs>
                </a:gsLst>
                <a:lin ang="16200000" scaled="0"/>
              </a:gradFill>
              <a:ln w="15875" cap="flat" cmpd="sng" algn="ctr">
                <a:gradFill>
                  <a:gsLst>
                    <a:gs pos="100000">
                      <a:srgbClr val="ACEAFF">
                        <a:alpha val="67000"/>
                      </a:srgbClr>
                    </a:gs>
                    <a:gs pos="0">
                      <a:srgbClr val="ACEAFF">
                        <a:alpha val="0"/>
                      </a:srgbClr>
                    </a:gs>
                  </a:gsLst>
                  <a:lin ang="5400000" scaled="1"/>
                </a:gradFill>
                <a:prstDash val="solid"/>
                <a:miter lim="800000"/>
              </a:ln>
              <a:effectLst/>
            </p:spPr>
            <p:txBody>
              <a:bodyPr lIns="0" tIns="54610" rIns="18000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Aptos" panose="02110004020202020204"/>
                  <a:ea typeface="+mn-ea"/>
                  <a:cs typeface="+mn-cs"/>
                </a:endParaRPr>
              </a:p>
            </p:txBody>
          </p:sp>
        </p:grpSp>
        <p:grpSp>
          <p:nvGrpSpPr>
            <p:cNvPr id="16" name="!!DF">
              <a:extLst>
                <a:ext uri="{FF2B5EF4-FFF2-40B4-BE49-F238E27FC236}">
                  <a16:creationId xmlns:a16="http://schemas.microsoft.com/office/drawing/2014/main" id="{A04AFA9A-1C9F-8284-66D7-9BAF0B6100A9}"/>
                </a:ext>
              </a:extLst>
            </p:cNvPr>
            <p:cNvGrpSpPr/>
            <p:nvPr/>
          </p:nvGrpSpPr>
          <p:grpSpPr>
            <a:xfrm>
              <a:off x="8130629" y="146800"/>
              <a:ext cx="1607949" cy="1299294"/>
              <a:chOff x="1757258" y="2928256"/>
              <a:chExt cx="1607949" cy="1299294"/>
            </a:xfrm>
          </p:grpSpPr>
          <p:pic>
            <p:nvPicPr>
              <p:cNvPr id="24" name="Graphic 23">
                <a:extLst>
                  <a:ext uri="{FF2B5EF4-FFF2-40B4-BE49-F238E27FC236}">
                    <a16:creationId xmlns:a16="http://schemas.microsoft.com/office/drawing/2014/main" id="{FE623D4E-7F37-8791-2D64-526EC223DB0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57258" y="3037587"/>
                <a:ext cx="314325" cy="838200"/>
              </a:xfrm>
              <a:prstGeom prst="rect">
                <a:avLst/>
              </a:prstGeom>
            </p:spPr>
          </p:pic>
          <p:pic>
            <p:nvPicPr>
              <p:cNvPr id="25" name="Graphic 24">
                <a:extLst>
                  <a:ext uri="{FF2B5EF4-FFF2-40B4-BE49-F238E27FC236}">
                    <a16:creationId xmlns:a16="http://schemas.microsoft.com/office/drawing/2014/main" id="{B85407D8-AE22-5B98-00F4-74E30445949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22157" y="2928256"/>
                <a:ext cx="1543050" cy="1266825"/>
              </a:xfrm>
              <a:prstGeom prst="rect">
                <a:avLst/>
              </a:prstGeom>
            </p:spPr>
          </p:pic>
          <p:pic>
            <p:nvPicPr>
              <p:cNvPr id="26" name="Graphic 25">
                <a:extLst>
                  <a:ext uri="{FF2B5EF4-FFF2-40B4-BE49-F238E27FC236}">
                    <a16:creationId xmlns:a16="http://schemas.microsoft.com/office/drawing/2014/main" id="{7C044565-26B2-92B5-9422-F9B956676C4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614308" y="3379825"/>
                <a:ext cx="342900" cy="847725"/>
              </a:xfrm>
              <a:prstGeom prst="rect">
                <a:avLst/>
              </a:prstGeom>
            </p:spPr>
          </p:pic>
        </p:grpSp>
        <p:sp>
          <p:nvSpPr>
            <p:cNvPr id="17" name="Graphic 4">
              <a:extLst>
                <a:ext uri="{FF2B5EF4-FFF2-40B4-BE49-F238E27FC236}">
                  <a16:creationId xmlns:a16="http://schemas.microsoft.com/office/drawing/2014/main" id="{46DC488D-7BE8-3E84-8AD7-CC0D817F4DD2}"/>
                </a:ext>
              </a:extLst>
            </p:cNvPr>
            <p:cNvSpPr/>
            <p:nvPr/>
          </p:nvSpPr>
          <p:spPr>
            <a:xfrm>
              <a:off x="7576715" y="459305"/>
              <a:ext cx="2611649" cy="1512786"/>
            </a:xfrm>
            <a:custGeom>
              <a:avLst/>
              <a:gdLst>
                <a:gd name="connsiteX0" fmla="*/ 5996084 w 6066117"/>
                <a:gd name="connsiteY0" fmla="*/ 1659636 h 3513772"/>
                <a:gd name="connsiteX1" fmla="*/ 5997132 w 6066117"/>
                <a:gd name="connsiteY1" fmla="*/ 1854137 h 3513772"/>
                <a:gd name="connsiteX2" fmla="*/ 3210593 w 6066117"/>
                <a:gd name="connsiteY2" fmla="*/ 3473482 h 3513772"/>
                <a:gd name="connsiteX3" fmla="*/ 2874837 w 6066117"/>
                <a:gd name="connsiteY3" fmla="*/ 3473482 h 3513772"/>
                <a:gd name="connsiteX4" fmla="*/ 70105 w 6066117"/>
                <a:gd name="connsiteY4" fmla="*/ 1854137 h 3513772"/>
                <a:gd name="connsiteX5" fmla="*/ 69057 w 6066117"/>
                <a:gd name="connsiteY5" fmla="*/ 1659636 h 3513772"/>
                <a:gd name="connsiteX6" fmla="*/ 2855501 w 6066117"/>
                <a:gd name="connsiteY6" fmla="*/ 40291 h 3513772"/>
                <a:gd name="connsiteX7" fmla="*/ 3191352 w 6066117"/>
                <a:gd name="connsiteY7" fmla="*/ 40291 h 3513772"/>
                <a:gd name="connsiteX8" fmla="*/ 5996084 w 6066117"/>
                <a:gd name="connsiteY8" fmla="*/ 1659636 h 3513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66117" h="3513772">
                  <a:moveTo>
                    <a:pt x="5996084" y="1659636"/>
                  </a:moveTo>
                  <a:cubicBezTo>
                    <a:pt x="6089048" y="1713357"/>
                    <a:pt x="6089524" y="1800416"/>
                    <a:pt x="5997132" y="1854137"/>
                  </a:cubicBezTo>
                  <a:lnTo>
                    <a:pt x="3210593" y="3473482"/>
                  </a:lnTo>
                  <a:cubicBezTo>
                    <a:pt x="3118105" y="3527203"/>
                    <a:pt x="2967801" y="3527203"/>
                    <a:pt x="2874837" y="3473482"/>
                  </a:cubicBezTo>
                  <a:lnTo>
                    <a:pt x="70105" y="1854137"/>
                  </a:lnTo>
                  <a:cubicBezTo>
                    <a:pt x="-22954" y="1800416"/>
                    <a:pt x="-23430" y="1713357"/>
                    <a:pt x="69057" y="1659636"/>
                  </a:cubicBezTo>
                  <a:lnTo>
                    <a:pt x="2855501" y="40291"/>
                  </a:lnTo>
                  <a:cubicBezTo>
                    <a:pt x="2947989" y="-13430"/>
                    <a:pt x="3098293" y="-13430"/>
                    <a:pt x="3191352" y="40291"/>
                  </a:cubicBezTo>
                  <a:lnTo>
                    <a:pt x="5996084" y="1659636"/>
                  </a:lnTo>
                  <a:close/>
                </a:path>
              </a:pathLst>
            </a:custGeom>
            <a:solidFill>
              <a:schemeClr val="accent3">
                <a:lumMod val="10000"/>
                <a:lumOff val="90000"/>
              </a:schemeClr>
            </a:solidFill>
            <a:ln w="19050" cap="flat" cmpd="sng" algn="ctr">
              <a:noFill/>
              <a:prstDash val="solid"/>
              <a:miter lim="800000"/>
            </a:ln>
            <a:effectLst/>
          </p:spPr>
          <p:txBody>
            <a:bodyPr lIns="0" tIns="54610" rIns="18000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Aptos" panose="02110004020202020204"/>
                <a:ea typeface="+mn-ea"/>
                <a:cs typeface="+mn-cs"/>
              </a:endParaRPr>
            </a:p>
          </p:txBody>
        </p:sp>
        <p:sp>
          <p:nvSpPr>
            <p:cNvPr id="18" name="Graphic 4">
              <a:extLst>
                <a:ext uri="{FF2B5EF4-FFF2-40B4-BE49-F238E27FC236}">
                  <a16:creationId xmlns:a16="http://schemas.microsoft.com/office/drawing/2014/main" id="{ED4167FE-BB59-3984-61F8-9D19F9192BF4}"/>
                </a:ext>
              </a:extLst>
            </p:cNvPr>
            <p:cNvSpPr/>
            <p:nvPr/>
          </p:nvSpPr>
          <p:spPr>
            <a:xfrm>
              <a:off x="7576715" y="240644"/>
              <a:ext cx="2611649" cy="1512786"/>
            </a:xfrm>
            <a:custGeom>
              <a:avLst/>
              <a:gdLst>
                <a:gd name="connsiteX0" fmla="*/ 5996084 w 6066117"/>
                <a:gd name="connsiteY0" fmla="*/ 1659636 h 3513772"/>
                <a:gd name="connsiteX1" fmla="*/ 5997132 w 6066117"/>
                <a:gd name="connsiteY1" fmla="*/ 1854137 h 3513772"/>
                <a:gd name="connsiteX2" fmla="*/ 3210593 w 6066117"/>
                <a:gd name="connsiteY2" fmla="*/ 3473482 h 3513772"/>
                <a:gd name="connsiteX3" fmla="*/ 2874837 w 6066117"/>
                <a:gd name="connsiteY3" fmla="*/ 3473482 h 3513772"/>
                <a:gd name="connsiteX4" fmla="*/ 70105 w 6066117"/>
                <a:gd name="connsiteY4" fmla="*/ 1854137 h 3513772"/>
                <a:gd name="connsiteX5" fmla="*/ 69057 w 6066117"/>
                <a:gd name="connsiteY5" fmla="*/ 1659636 h 3513772"/>
                <a:gd name="connsiteX6" fmla="*/ 2855501 w 6066117"/>
                <a:gd name="connsiteY6" fmla="*/ 40291 h 3513772"/>
                <a:gd name="connsiteX7" fmla="*/ 3191352 w 6066117"/>
                <a:gd name="connsiteY7" fmla="*/ 40291 h 3513772"/>
                <a:gd name="connsiteX8" fmla="*/ 5996084 w 6066117"/>
                <a:gd name="connsiteY8" fmla="*/ 1659636 h 3513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66117" h="3513772">
                  <a:moveTo>
                    <a:pt x="5996084" y="1659636"/>
                  </a:moveTo>
                  <a:cubicBezTo>
                    <a:pt x="6089048" y="1713357"/>
                    <a:pt x="6089524" y="1800416"/>
                    <a:pt x="5997132" y="1854137"/>
                  </a:cubicBezTo>
                  <a:lnTo>
                    <a:pt x="3210593" y="3473482"/>
                  </a:lnTo>
                  <a:cubicBezTo>
                    <a:pt x="3118105" y="3527203"/>
                    <a:pt x="2967801" y="3527203"/>
                    <a:pt x="2874837" y="3473482"/>
                  </a:cubicBezTo>
                  <a:lnTo>
                    <a:pt x="70105" y="1854137"/>
                  </a:lnTo>
                  <a:cubicBezTo>
                    <a:pt x="-22954" y="1800416"/>
                    <a:pt x="-23430" y="1713357"/>
                    <a:pt x="69057" y="1659636"/>
                  </a:cubicBezTo>
                  <a:lnTo>
                    <a:pt x="2855501" y="40291"/>
                  </a:lnTo>
                  <a:cubicBezTo>
                    <a:pt x="2947989" y="-13430"/>
                    <a:pt x="3098293" y="-13430"/>
                    <a:pt x="3191352" y="40291"/>
                  </a:cubicBezTo>
                  <a:lnTo>
                    <a:pt x="5996084" y="1659636"/>
                  </a:lnTo>
                  <a:close/>
                </a:path>
              </a:pathLst>
            </a:custGeom>
            <a:gradFill>
              <a:gsLst>
                <a:gs pos="0">
                  <a:sysClr val="window" lastClr="FFFFFF"/>
                </a:gs>
                <a:gs pos="100000">
                  <a:sysClr val="window" lastClr="FFFFFF">
                    <a:alpha val="73000"/>
                  </a:sysClr>
                </a:gs>
              </a:gsLst>
              <a:lin ang="16200000" scaled="0"/>
            </a:gradFill>
            <a:ln w="19050" cap="flat" cmpd="sng" algn="ctr">
              <a:noFill/>
              <a:prstDash val="solid"/>
              <a:miter lim="800000"/>
            </a:ln>
            <a:effectLst/>
          </p:spPr>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Aptos" panose="02110004020202020204"/>
                <a:ea typeface="+mn-ea"/>
                <a:cs typeface="+mn-cs"/>
              </a:endParaRPr>
            </a:p>
          </p:txBody>
        </p:sp>
        <p:sp>
          <p:nvSpPr>
            <p:cNvPr id="19" name="Graphic 4">
              <a:extLst>
                <a:ext uri="{FF2B5EF4-FFF2-40B4-BE49-F238E27FC236}">
                  <a16:creationId xmlns:a16="http://schemas.microsoft.com/office/drawing/2014/main" id="{3F29D8E4-6933-082F-8427-AFC436EA08A2}"/>
                </a:ext>
              </a:extLst>
            </p:cNvPr>
            <p:cNvSpPr/>
            <p:nvPr/>
          </p:nvSpPr>
          <p:spPr>
            <a:xfrm>
              <a:off x="7576715" y="340036"/>
              <a:ext cx="2611649" cy="1512786"/>
            </a:xfrm>
            <a:custGeom>
              <a:avLst/>
              <a:gdLst>
                <a:gd name="connsiteX0" fmla="*/ 5996084 w 6066117"/>
                <a:gd name="connsiteY0" fmla="*/ 1659636 h 3513772"/>
                <a:gd name="connsiteX1" fmla="*/ 5997132 w 6066117"/>
                <a:gd name="connsiteY1" fmla="*/ 1854137 h 3513772"/>
                <a:gd name="connsiteX2" fmla="*/ 3210593 w 6066117"/>
                <a:gd name="connsiteY2" fmla="*/ 3473482 h 3513772"/>
                <a:gd name="connsiteX3" fmla="*/ 2874837 w 6066117"/>
                <a:gd name="connsiteY3" fmla="*/ 3473482 h 3513772"/>
                <a:gd name="connsiteX4" fmla="*/ 70105 w 6066117"/>
                <a:gd name="connsiteY4" fmla="*/ 1854137 h 3513772"/>
                <a:gd name="connsiteX5" fmla="*/ 69057 w 6066117"/>
                <a:gd name="connsiteY5" fmla="*/ 1659636 h 3513772"/>
                <a:gd name="connsiteX6" fmla="*/ 2855501 w 6066117"/>
                <a:gd name="connsiteY6" fmla="*/ 40291 h 3513772"/>
                <a:gd name="connsiteX7" fmla="*/ 3191352 w 6066117"/>
                <a:gd name="connsiteY7" fmla="*/ 40291 h 3513772"/>
                <a:gd name="connsiteX8" fmla="*/ 5996084 w 6066117"/>
                <a:gd name="connsiteY8" fmla="*/ 1659636 h 3513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66117" h="3513772">
                  <a:moveTo>
                    <a:pt x="5996084" y="1659636"/>
                  </a:moveTo>
                  <a:cubicBezTo>
                    <a:pt x="6089048" y="1713357"/>
                    <a:pt x="6089524" y="1800416"/>
                    <a:pt x="5997132" y="1854137"/>
                  </a:cubicBezTo>
                  <a:lnTo>
                    <a:pt x="3210593" y="3473482"/>
                  </a:lnTo>
                  <a:cubicBezTo>
                    <a:pt x="3118105" y="3527203"/>
                    <a:pt x="2967801" y="3527203"/>
                    <a:pt x="2874837" y="3473482"/>
                  </a:cubicBezTo>
                  <a:lnTo>
                    <a:pt x="70105" y="1854137"/>
                  </a:lnTo>
                  <a:cubicBezTo>
                    <a:pt x="-22954" y="1800416"/>
                    <a:pt x="-23430" y="1713357"/>
                    <a:pt x="69057" y="1659636"/>
                  </a:cubicBezTo>
                  <a:lnTo>
                    <a:pt x="2855501" y="40291"/>
                  </a:lnTo>
                  <a:cubicBezTo>
                    <a:pt x="2947989" y="-13430"/>
                    <a:pt x="3098293" y="-13430"/>
                    <a:pt x="3191352" y="40291"/>
                  </a:cubicBezTo>
                  <a:lnTo>
                    <a:pt x="5996084" y="1659636"/>
                  </a:lnTo>
                  <a:close/>
                </a:path>
              </a:pathLst>
            </a:custGeom>
            <a:gradFill>
              <a:gsLst>
                <a:gs pos="40000">
                  <a:sysClr val="window" lastClr="FFFFFF">
                    <a:alpha val="18000"/>
                  </a:sysClr>
                </a:gs>
                <a:gs pos="0">
                  <a:srgbClr val="0F9ED5">
                    <a:alpha val="14000"/>
                  </a:srgbClr>
                </a:gs>
              </a:gsLst>
              <a:lin ang="16200000" scaled="0"/>
            </a:gradFill>
            <a:ln w="15875" cap="flat" cmpd="sng" algn="ctr">
              <a:gradFill>
                <a:gsLst>
                  <a:gs pos="100000">
                    <a:srgbClr val="ACEAFF">
                      <a:alpha val="67000"/>
                    </a:srgbClr>
                  </a:gs>
                  <a:gs pos="0">
                    <a:srgbClr val="ACEAFF">
                      <a:alpha val="0"/>
                    </a:srgbClr>
                  </a:gs>
                </a:gsLst>
                <a:lin ang="5400000" scaled="1"/>
              </a:gradFill>
              <a:prstDash val="solid"/>
              <a:miter lim="800000"/>
            </a:ln>
            <a:effectLst/>
          </p:spPr>
          <p:txBody>
            <a:bodyPr lIns="0" tIns="54610" rIns="18000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Aptos" panose="02110004020202020204"/>
                <a:ea typeface="+mn-ea"/>
                <a:cs typeface="+mn-cs"/>
              </a:endParaRPr>
            </a:p>
          </p:txBody>
        </p:sp>
        <p:grpSp>
          <p:nvGrpSpPr>
            <p:cNvPr id="20" name="!!DF">
              <a:extLst>
                <a:ext uri="{FF2B5EF4-FFF2-40B4-BE49-F238E27FC236}">
                  <a16:creationId xmlns:a16="http://schemas.microsoft.com/office/drawing/2014/main" id="{A5B8A0FE-3462-6016-4305-39225E54678A}"/>
                </a:ext>
              </a:extLst>
            </p:cNvPr>
            <p:cNvGrpSpPr/>
            <p:nvPr/>
          </p:nvGrpSpPr>
          <p:grpSpPr>
            <a:xfrm>
              <a:off x="8130629" y="148126"/>
              <a:ext cx="1607949" cy="1299294"/>
              <a:chOff x="1757258" y="2928256"/>
              <a:chExt cx="1607949" cy="1299294"/>
            </a:xfrm>
          </p:grpSpPr>
          <p:pic>
            <p:nvPicPr>
              <p:cNvPr id="21" name="Graphic 20">
                <a:extLst>
                  <a:ext uri="{FF2B5EF4-FFF2-40B4-BE49-F238E27FC236}">
                    <a16:creationId xmlns:a16="http://schemas.microsoft.com/office/drawing/2014/main" id="{BC23C842-2A4A-EB3D-7D1C-3BB5C4A337E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57258" y="3037587"/>
                <a:ext cx="314325" cy="838200"/>
              </a:xfrm>
              <a:prstGeom prst="rect">
                <a:avLst/>
              </a:prstGeom>
            </p:spPr>
          </p:pic>
          <p:pic>
            <p:nvPicPr>
              <p:cNvPr id="22" name="Graphic 21">
                <a:extLst>
                  <a:ext uri="{FF2B5EF4-FFF2-40B4-BE49-F238E27FC236}">
                    <a16:creationId xmlns:a16="http://schemas.microsoft.com/office/drawing/2014/main" id="{36E4B876-A3A2-4C95-483C-32BA2FDF2E3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22157" y="2928256"/>
                <a:ext cx="1543050" cy="1266825"/>
              </a:xfrm>
              <a:prstGeom prst="rect">
                <a:avLst/>
              </a:prstGeom>
            </p:spPr>
          </p:pic>
          <p:pic>
            <p:nvPicPr>
              <p:cNvPr id="23" name="Graphic 22">
                <a:extLst>
                  <a:ext uri="{FF2B5EF4-FFF2-40B4-BE49-F238E27FC236}">
                    <a16:creationId xmlns:a16="http://schemas.microsoft.com/office/drawing/2014/main" id="{515FC33B-C0D3-27BF-1040-3443C7F3027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614308" y="3379825"/>
                <a:ext cx="342900" cy="847725"/>
              </a:xfrm>
              <a:prstGeom prst="rect">
                <a:avLst/>
              </a:prstGeom>
            </p:spPr>
          </p:pic>
        </p:grpSp>
      </p:grpSp>
      <p:sp>
        <p:nvSpPr>
          <p:cNvPr id="30" name="shape13">
            <a:extLst>
              <a:ext uri="{FF2B5EF4-FFF2-40B4-BE49-F238E27FC236}">
                <a16:creationId xmlns:a16="http://schemas.microsoft.com/office/drawing/2014/main" id="{05A3CDE7-646D-1C8D-AEF1-0E1FD3C21FF8}"/>
              </a:ext>
            </a:extLst>
          </p:cNvPr>
          <p:cNvSpPr txBox="1"/>
          <p:nvPr/>
        </p:nvSpPr>
        <p:spPr>
          <a:xfrm>
            <a:off x="8009813" y="2934600"/>
            <a:ext cx="3771466" cy="3074285"/>
          </a:xfrm>
          <a:prstGeom prst="rect">
            <a:avLst/>
          </a:prstGeom>
          <a:solidFill>
            <a:srgbClr val="CADAE5"/>
          </a:solidFill>
          <a:ln w="38100">
            <a:solidFill>
              <a:schemeClr val="bg1"/>
            </a:solidFill>
          </a:ln>
        </p:spPr>
        <p:txBody>
          <a:bodyPr vert="horz" wrap="square" lIns="180000" tIns="72000" rIns="144000" bIns="72000" rtlCol="0">
            <a:spAutoFit/>
          </a:bodyPr>
          <a:lstStyle>
            <a:defPPr>
              <a:defRPr lang="en-US"/>
            </a:defPPr>
            <a:lvl1pPr marR="3081">
              <a:lnSpc>
                <a:spcPct val="108000"/>
              </a:lnSpc>
              <a:spcAft>
                <a:spcPts val="600"/>
              </a:spcAft>
              <a:defRPr sz="1200"/>
            </a:lvl1pPr>
          </a:lstStyle>
          <a:p>
            <a:r>
              <a:rPr lang="en-US" sz="1400" dirty="0"/>
              <a:t>Prolonged AI initiatives with uncertain results are no longer sustainable.</a:t>
            </a:r>
          </a:p>
          <a:p>
            <a:r>
              <a:rPr lang="en-US" sz="1400" b="1" dirty="0">
                <a:solidFill>
                  <a:schemeClr val="accent5"/>
                </a:solidFill>
              </a:rPr>
              <a:t>We offer a solid foundation of pre-built, tested, and deployable AI components, allowing Disney to bypass the foundational work and concentrate on customizing solutions that address your unique business requirements.</a:t>
            </a:r>
          </a:p>
          <a:p>
            <a:r>
              <a:rPr lang="en-US" sz="1400" dirty="0"/>
              <a:t>This strategy is already proven at Disney, delivering measurable enhancements in operational efficiency and innovation in a fraction of the time.</a:t>
            </a:r>
          </a:p>
        </p:txBody>
      </p:sp>
      <p:sp>
        <p:nvSpPr>
          <p:cNvPr id="34" name="Graphic 4">
            <a:extLst>
              <a:ext uri="{FF2B5EF4-FFF2-40B4-BE49-F238E27FC236}">
                <a16:creationId xmlns:a16="http://schemas.microsoft.com/office/drawing/2014/main" id="{232B3F3E-DF8C-51E8-67B5-2390005840CB}"/>
              </a:ext>
            </a:extLst>
          </p:cNvPr>
          <p:cNvSpPr/>
          <p:nvPr/>
        </p:nvSpPr>
        <p:spPr>
          <a:xfrm>
            <a:off x="8485335" y="886695"/>
            <a:ext cx="2932044" cy="1816582"/>
          </a:xfrm>
          <a:custGeom>
            <a:avLst/>
            <a:gdLst>
              <a:gd name="connsiteX0" fmla="*/ 5996084 w 6066117"/>
              <a:gd name="connsiteY0" fmla="*/ 1659636 h 3513772"/>
              <a:gd name="connsiteX1" fmla="*/ 5997132 w 6066117"/>
              <a:gd name="connsiteY1" fmla="*/ 1854137 h 3513772"/>
              <a:gd name="connsiteX2" fmla="*/ 3210593 w 6066117"/>
              <a:gd name="connsiteY2" fmla="*/ 3473482 h 3513772"/>
              <a:gd name="connsiteX3" fmla="*/ 2874837 w 6066117"/>
              <a:gd name="connsiteY3" fmla="*/ 3473482 h 3513772"/>
              <a:gd name="connsiteX4" fmla="*/ 70105 w 6066117"/>
              <a:gd name="connsiteY4" fmla="*/ 1854137 h 3513772"/>
              <a:gd name="connsiteX5" fmla="*/ 69057 w 6066117"/>
              <a:gd name="connsiteY5" fmla="*/ 1659636 h 3513772"/>
              <a:gd name="connsiteX6" fmla="*/ 2855501 w 6066117"/>
              <a:gd name="connsiteY6" fmla="*/ 40291 h 3513772"/>
              <a:gd name="connsiteX7" fmla="*/ 3191352 w 6066117"/>
              <a:gd name="connsiteY7" fmla="*/ 40291 h 3513772"/>
              <a:gd name="connsiteX8" fmla="*/ 5996084 w 6066117"/>
              <a:gd name="connsiteY8" fmla="*/ 1659636 h 3513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66117" h="3513772">
                <a:moveTo>
                  <a:pt x="5996084" y="1659636"/>
                </a:moveTo>
                <a:cubicBezTo>
                  <a:pt x="6089048" y="1713357"/>
                  <a:pt x="6089524" y="1800416"/>
                  <a:pt x="5997132" y="1854137"/>
                </a:cubicBezTo>
                <a:lnTo>
                  <a:pt x="3210593" y="3473482"/>
                </a:lnTo>
                <a:cubicBezTo>
                  <a:pt x="3118105" y="3527203"/>
                  <a:pt x="2967801" y="3527203"/>
                  <a:pt x="2874837" y="3473482"/>
                </a:cubicBezTo>
                <a:lnTo>
                  <a:pt x="70105" y="1854137"/>
                </a:lnTo>
                <a:cubicBezTo>
                  <a:pt x="-22954" y="1800416"/>
                  <a:pt x="-23430" y="1713357"/>
                  <a:pt x="69057" y="1659636"/>
                </a:cubicBezTo>
                <a:lnTo>
                  <a:pt x="2855501" y="40291"/>
                </a:lnTo>
                <a:cubicBezTo>
                  <a:pt x="2947989" y="-13430"/>
                  <a:pt x="3098293" y="-13430"/>
                  <a:pt x="3191352" y="40291"/>
                </a:cubicBezTo>
                <a:lnTo>
                  <a:pt x="5996084" y="1659636"/>
                </a:lnTo>
                <a:close/>
              </a:path>
            </a:pathLst>
          </a:custGeom>
          <a:gradFill>
            <a:gsLst>
              <a:gs pos="40000">
                <a:schemeClr val="bg1">
                  <a:alpha val="18000"/>
                </a:schemeClr>
              </a:gs>
              <a:gs pos="0">
                <a:schemeClr val="accent4">
                  <a:alpha val="14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54610" rIns="18000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FFFFFF"/>
              </a:solidFill>
              <a:effectLst/>
              <a:uLnTx/>
              <a:uFillTx/>
              <a:latin typeface="Arial"/>
              <a:ea typeface="+mn-ea"/>
              <a:cs typeface="+mn-cs"/>
            </a:endParaRPr>
          </a:p>
        </p:txBody>
      </p:sp>
      <p:sp>
        <p:nvSpPr>
          <p:cNvPr id="35" name="Graphic 4">
            <a:extLst>
              <a:ext uri="{FF2B5EF4-FFF2-40B4-BE49-F238E27FC236}">
                <a16:creationId xmlns:a16="http://schemas.microsoft.com/office/drawing/2014/main" id="{9AC0872A-E941-BA63-E37B-B3B5DE577047}"/>
              </a:ext>
            </a:extLst>
          </p:cNvPr>
          <p:cNvSpPr/>
          <p:nvPr/>
        </p:nvSpPr>
        <p:spPr>
          <a:xfrm>
            <a:off x="8485335" y="624123"/>
            <a:ext cx="2932044" cy="1816582"/>
          </a:xfrm>
          <a:custGeom>
            <a:avLst/>
            <a:gdLst>
              <a:gd name="connsiteX0" fmla="*/ 5996084 w 6066117"/>
              <a:gd name="connsiteY0" fmla="*/ 1659636 h 3513772"/>
              <a:gd name="connsiteX1" fmla="*/ 5997132 w 6066117"/>
              <a:gd name="connsiteY1" fmla="*/ 1854137 h 3513772"/>
              <a:gd name="connsiteX2" fmla="*/ 3210593 w 6066117"/>
              <a:gd name="connsiteY2" fmla="*/ 3473482 h 3513772"/>
              <a:gd name="connsiteX3" fmla="*/ 2874837 w 6066117"/>
              <a:gd name="connsiteY3" fmla="*/ 3473482 h 3513772"/>
              <a:gd name="connsiteX4" fmla="*/ 70105 w 6066117"/>
              <a:gd name="connsiteY4" fmla="*/ 1854137 h 3513772"/>
              <a:gd name="connsiteX5" fmla="*/ 69057 w 6066117"/>
              <a:gd name="connsiteY5" fmla="*/ 1659636 h 3513772"/>
              <a:gd name="connsiteX6" fmla="*/ 2855501 w 6066117"/>
              <a:gd name="connsiteY6" fmla="*/ 40291 h 3513772"/>
              <a:gd name="connsiteX7" fmla="*/ 3191352 w 6066117"/>
              <a:gd name="connsiteY7" fmla="*/ 40291 h 3513772"/>
              <a:gd name="connsiteX8" fmla="*/ 5996084 w 6066117"/>
              <a:gd name="connsiteY8" fmla="*/ 1659636 h 3513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66117" h="3513772">
                <a:moveTo>
                  <a:pt x="5996084" y="1659636"/>
                </a:moveTo>
                <a:cubicBezTo>
                  <a:pt x="6089048" y="1713357"/>
                  <a:pt x="6089524" y="1800416"/>
                  <a:pt x="5997132" y="1854137"/>
                </a:cubicBezTo>
                <a:lnTo>
                  <a:pt x="3210593" y="3473482"/>
                </a:lnTo>
                <a:cubicBezTo>
                  <a:pt x="3118105" y="3527203"/>
                  <a:pt x="2967801" y="3527203"/>
                  <a:pt x="2874837" y="3473482"/>
                </a:cubicBezTo>
                <a:lnTo>
                  <a:pt x="70105" y="1854137"/>
                </a:lnTo>
                <a:cubicBezTo>
                  <a:pt x="-22954" y="1800416"/>
                  <a:pt x="-23430" y="1713357"/>
                  <a:pt x="69057" y="1659636"/>
                </a:cubicBezTo>
                <a:lnTo>
                  <a:pt x="2855501" y="40291"/>
                </a:lnTo>
                <a:cubicBezTo>
                  <a:pt x="2947989" y="-13430"/>
                  <a:pt x="3098293" y="-13430"/>
                  <a:pt x="3191352" y="40291"/>
                </a:cubicBezTo>
                <a:lnTo>
                  <a:pt x="5996084" y="1659636"/>
                </a:lnTo>
                <a:close/>
              </a:path>
            </a:pathLst>
          </a:custGeom>
          <a:gradFill>
            <a:gsLst>
              <a:gs pos="0">
                <a:schemeClr val="bg1"/>
              </a:gs>
              <a:gs pos="100000">
                <a:schemeClr val="bg1">
                  <a:alpha val="73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FFFFFF"/>
              </a:solidFill>
              <a:effectLst/>
              <a:uLnTx/>
              <a:uFillTx/>
              <a:latin typeface="Arial"/>
              <a:ea typeface="+mn-ea"/>
              <a:cs typeface="+mn-cs"/>
            </a:endParaRPr>
          </a:p>
        </p:txBody>
      </p:sp>
      <p:sp>
        <p:nvSpPr>
          <p:cNvPr id="36" name="Graphic 4">
            <a:extLst>
              <a:ext uri="{FF2B5EF4-FFF2-40B4-BE49-F238E27FC236}">
                <a16:creationId xmlns:a16="http://schemas.microsoft.com/office/drawing/2014/main" id="{D93794C6-C4BB-E8FF-BC75-0808D6AE2301}"/>
              </a:ext>
            </a:extLst>
          </p:cNvPr>
          <p:cNvSpPr/>
          <p:nvPr/>
        </p:nvSpPr>
        <p:spPr>
          <a:xfrm>
            <a:off x="8485335" y="743475"/>
            <a:ext cx="2932044" cy="1816582"/>
          </a:xfrm>
          <a:custGeom>
            <a:avLst/>
            <a:gdLst>
              <a:gd name="connsiteX0" fmla="*/ 5996084 w 6066117"/>
              <a:gd name="connsiteY0" fmla="*/ 1659636 h 3513772"/>
              <a:gd name="connsiteX1" fmla="*/ 5997132 w 6066117"/>
              <a:gd name="connsiteY1" fmla="*/ 1854137 h 3513772"/>
              <a:gd name="connsiteX2" fmla="*/ 3210593 w 6066117"/>
              <a:gd name="connsiteY2" fmla="*/ 3473482 h 3513772"/>
              <a:gd name="connsiteX3" fmla="*/ 2874837 w 6066117"/>
              <a:gd name="connsiteY3" fmla="*/ 3473482 h 3513772"/>
              <a:gd name="connsiteX4" fmla="*/ 70105 w 6066117"/>
              <a:gd name="connsiteY4" fmla="*/ 1854137 h 3513772"/>
              <a:gd name="connsiteX5" fmla="*/ 69057 w 6066117"/>
              <a:gd name="connsiteY5" fmla="*/ 1659636 h 3513772"/>
              <a:gd name="connsiteX6" fmla="*/ 2855501 w 6066117"/>
              <a:gd name="connsiteY6" fmla="*/ 40291 h 3513772"/>
              <a:gd name="connsiteX7" fmla="*/ 3191352 w 6066117"/>
              <a:gd name="connsiteY7" fmla="*/ 40291 h 3513772"/>
              <a:gd name="connsiteX8" fmla="*/ 5996084 w 6066117"/>
              <a:gd name="connsiteY8" fmla="*/ 1659636 h 3513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66117" h="3513772">
                <a:moveTo>
                  <a:pt x="5996084" y="1659636"/>
                </a:moveTo>
                <a:cubicBezTo>
                  <a:pt x="6089048" y="1713357"/>
                  <a:pt x="6089524" y="1800416"/>
                  <a:pt x="5997132" y="1854137"/>
                </a:cubicBezTo>
                <a:lnTo>
                  <a:pt x="3210593" y="3473482"/>
                </a:lnTo>
                <a:cubicBezTo>
                  <a:pt x="3118105" y="3527203"/>
                  <a:pt x="2967801" y="3527203"/>
                  <a:pt x="2874837" y="3473482"/>
                </a:cubicBezTo>
                <a:lnTo>
                  <a:pt x="70105" y="1854137"/>
                </a:lnTo>
                <a:cubicBezTo>
                  <a:pt x="-22954" y="1800416"/>
                  <a:pt x="-23430" y="1713357"/>
                  <a:pt x="69057" y="1659636"/>
                </a:cubicBezTo>
                <a:lnTo>
                  <a:pt x="2855501" y="40291"/>
                </a:lnTo>
                <a:cubicBezTo>
                  <a:pt x="2947989" y="-13430"/>
                  <a:pt x="3098293" y="-13430"/>
                  <a:pt x="3191352" y="40291"/>
                </a:cubicBezTo>
                <a:lnTo>
                  <a:pt x="5996084" y="1659636"/>
                </a:lnTo>
                <a:close/>
              </a:path>
            </a:pathLst>
          </a:custGeom>
          <a:gradFill>
            <a:gsLst>
              <a:gs pos="40000">
                <a:schemeClr val="bg1">
                  <a:alpha val="18000"/>
                </a:schemeClr>
              </a:gs>
              <a:gs pos="0">
                <a:schemeClr val="accent4">
                  <a:alpha val="14000"/>
                </a:schemeClr>
              </a:gs>
            </a:gsLst>
            <a:lin ang="16200000" scaled="0"/>
          </a:gradFill>
          <a:ln w="15875">
            <a:gradFill>
              <a:gsLst>
                <a:gs pos="100000">
                  <a:srgbClr val="ACEAFF">
                    <a:alpha val="67000"/>
                  </a:srgbClr>
                </a:gs>
                <a:gs pos="0">
                  <a:srgbClr val="ACEAFF">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0" tIns="54610" rIns="18000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FFFFFF"/>
              </a:solidFill>
              <a:effectLst/>
              <a:uLnTx/>
              <a:uFillTx/>
              <a:latin typeface="Arial"/>
              <a:ea typeface="+mn-ea"/>
              <a:cs typeface="+mn-cs"/>
            </a:endParaRPr>
          </a:p>
        </p:txBody>
      </p:sp>
      <p:pic>
        <p:nvPicPr>
          <p:cNvPr id="37" name="!!PW">
            <a:extLst>
              <a:ext uri="{FF2B5EF4-FFF2-40B4-BE49-F238E27FC236}">
                <a16:creationId xmlns:a16="http://schemas.microsoft.com/office/drawing/2014/main" id="{281F623D-4910-A46E-CBA6-24B6020F83E3}"/>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9391354" y="290426"/>
            <a:ext cx="1185461" cy="1746580"/>
          </a:xfrm>
          <a:prstGeom prst="rect">
            <a:avLst/>
          </a:prstGeom>
        </p:spPr>
      </p:pic>
    </p:spTree>
    <p:extLst>
      <p:ext uri="{BB962C8B-B14F-4D97-AF65-F5344CB8AC3E}">
        <p14:creationId xmlns:p14="http://schemas.microsoft.com/office/powerpoint/2010/main" val="2014866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57368-DC42-275A-8F7C-387E55C259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C615FF-0369-2EC8-2FD4-D0886449E027}"/>
              </a:ext>
            </a:extLst>
          </p:cNvPr>
          <p:cNvSpPr>
            <a:spLocks noGrp="1"/>
          </p:cNvSpPr>
          <p:nvPr>
            <p:ph type="title"/>
          </p:nvPr>
        </p:nvSpPr>
        <p:spPr/>
        <p:txBody>
          <a:bodyPr/>
          <a:lstStyle/>
          <a:p>
            <a:r>
              <a:rPr lang="en-US" dirty="0"/>
              <a:t>KPMG &amp; Disney AI for Tax Partnership Agents</a:t>
            </a:r>
            <a:endParaRPr lang="en-US" dirty="0">
              <a:solidFill>
                <a:srgbClr val="00338D"/>
              </a:solidFill>
            </a:endParaRPr>
          </a:p>
        </p:txBody>
      </p:sp>
      <p:grpSp>
        <p:nvGrpSpPr>
          <p:cNvPr id="4" name="Group 3">
            <a:extLst>
              <a:ext uri="{FF2B5EF4-FFF2-40B4-BE49-F238E27FC236}">
                <a16:creationId xmlns:a16="http://schemas.microsoft.com/office/drawing/2014/main" id="{2CC935F7-B7F4-E7CD-E32B-70CB5EF9A5F6}"/>
              </a:ext>
            </a:extLst>
          </p:cNvPr>
          <p:cNvGrpSpPr/>
          <p:nvPr/>
        </p:nvGrpSpPr>
        <p:grpSpPr>
          <a:xfrm>
            <a:off x="995364" y="1060079"/>
            <a:ext cx="10374173" cy="1750968"/>
            <a:chOff x="952334" y="4373479"/>
            <a:chExt cx="10374173" cy="1750968"/>
          </a:xfrm>
        </p:grpSpPr>
        <p:sp>
          <p:nvSpPr>
            <p:cNvPr id="239" name="Oval 238">
              <a:extLst>
                <a:ext uri="{FF2B5EF4-FFF2-40B4-BE49-F238E27FC236}">
                  <a16:creationId xmlns:a16="http://schemas.microsoft.com/office/drawing/2014/main" id="{D00291D3-E01C-3032-0980-40554A01A839}"/>
                </a:ext>
              </a:extLst>
            </p:cNvPr>
            <p:cNvSpPr/>
            <p:nvPr/>
          </p:nvSpPr>
          <p:spPr>
            <a:xfrm>
              <a:off x="1508758" y="5351695"/>
              <a:ext cx="774000" cy="7727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l"/>
              <a:endParaRPr lang="en-US" sz="1600">
                <a:solidFill>
                  <a:schemeClr val="tx2"/>
                </a:solidFill>
              </a:endParaRPr>
            </a:p>
          </p:txBody>
        </p:sp>
        <p:sp>
          <p:nvSpPr>
            <p:cNvPr id="240" name="Oval 239">
              <a:extLst>
                <a:ext uri="{FF2B5EF4-FFF2-40B4-BE49-F238E27FC236}">
                  <a16:creationId xmlns:a16="http://schemas.microsoft.com/office/drawing/2014/main" id="{3E8A4498-93AC-08A6-B2E2-C69CE6DB59DD}"/>
                </a:ext>
              </a:extLst>
            </p:cNvPr>
            <p:cNvSpPr/>
            <p:nvPr/>
          </p:nvSpPr>
          <p:spPr>
            <a:xfrm>
              <a:off x="4356410" y="5351695"/>
              <a:ext cx="774000" cy="772752"/>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l"/>
              <a:endParaRPr lang="en-US" sz="1600" err="1">
                <a:solidFill>
                  <a:schemeClr val="tx2"/>
                </a:solidFill>
              </a:endParaRPr>
            </a:p>
          </p:txBody>
        </p:sp>
        <p:sp>
          <p:nvSpPr>
            <p:cNvPr id="238" name="Oval 237">
              <a:extLst>
                <a:ext uri="{FF2B5EF4-FFF2-40B4-BE49-F238E27FC236}">
                  <a16:creationId xmlns:a16="http://schemas.microsoft.com/office/drawing/2014/main" id="{39377626-90BB-156A-B3B4-1EB320F73B0E}"/>
                </a:ext>
              </a:extLst>
            </p:cNvPr>
            <p:cNvSpPr/>
            <p:nvPr/>
          </p:nvSpPr>
          <p:spPr>
            <a:xfrm>
              <a:off x="10051713" y="5351695"/>
              <a:ext cx="774000" cy="7727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l"/>
              <a:endParaRPr lang="en-US" sz="1600">
                <a:solidFill>
                  <a:schemeClr val="tx2"/>
                </a:solidFill>
              </a:endParaRPr>
            </a:p>
          </p:txBody>
        </p:sp>
        <p:sp>
          <p:nvSpPr>
            <p:cNvPr id="237" name="Oval 236">
              <a:extLst>
                <a:ext uri="{FF2B5EF4-FFF2-40B4-BE49-F238E27FC236}">
                  <a16:creationId xmlns:a16="http://schemas.microsoft.com/office/drawing/2014/main" id="{4F3D825B-3BF5-1B2A-7B43-C8E0BD619D8B}"/>
                </a:ext>
              </a:extLst>
            </p:cNvPr>
            <p:cNvSpPr/>
            <p:nvPr/>
          </p:nvSpPr>
          <p:spPr>
            <a:xfrm>
              <a:off x="7204062" y="5351695"/>
              <a:ext cx="774000" cy="77275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l"/>
              <a:endParaRPr lang="en-US" sz="1600">
                <a:solidFill>
                  <a:schemeClr val="tx2"/>
                </a:solidFill>
              </a:endParaRPr>
            </a:p>
          </p:txBody>
        </p:sp>
        <p:sp>
          <p:nvSpPr>
            <p:cNvPr id="1129" name="TextBox 1128">
              <a:extLst>
                <a:ext uri="{FF2B5EF4-FFF2-40B4-BE49-F238E27FC236}">
                  <a16:creationId xmlns:a16="http://schemas.microsoft.com/office/drawing/2014/main" id="{69E31461-E4A3-6881-2C58-0DB32B6A1790}"/>
                </a:ext>
              </a:extLst>
            </p:cNvPr>
            <p:cNvSpPr txBox="1"/>
            <p:nvPr/>
          </p:nvSpPr>
          <p:spPr>
            <a:xfrm flipH="1">
              <a:off x="1008656" y="4819405"/>
              <a:ext cx="1729944" cy="488147"/>
            </a:xfrm>
            <a:prstGeom prst="rect">
              <a:avLst/>
            </a:prstGeom>
            <a:noFill/>
          </p:spPr>
          <p:txBody>
            <a:bodyPr wrap="square" lIns="0" tIns="0" rIns="0" bIns="0" rtlCol="0">
              <a:spAutoFit/>
            </a:body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US" sz="1500" b="1" i="0" u="none" strike="noStrike" kern="1200" cap="none" spc="0" normalizeH="0" baseline="0" noProof="0">
                  <a:ln>
                    <a:noFill/>
                  </a:ln>
                  <a:solidFill>
                    <a:schemeClr val="accent2"/>
                  </a:solidFill>
                  <a:effectLst/>
                  <a:uLnTx/>
                  <a:uFillTx/>
                  <a:ea typeface="+mn-ea"/>
                  <a:cs typeface="+mn-cs"/>
                </a:rPr>
                <a:t>Indirect </a:t>
              </a:r>
              <a:r>
                <a:rPr lang="en-US" sz="1500" b="1">
                  <a:solidFill>
                    <a:schemeClr val="accent2"/>
                  </a:solidFill>
                </a:rPr>
                <a:t>&amp; Direct Tax </a:t>
              </a:r>
              <a:r>
                <a:rPr kumimoji="0" lang="en-US" sz="1500" b="1" i="0" u="none" strike="noStrike" kern="1200" cap="none" spc="0" normalizeH="0" baseline="0" noProof="0">
                  <a:ln>
                    <a:noFill/>
                  </a:ln>
                  <a:solidFill>
                    <a:schemeClr val="accent2"/>
                  </a:solidFill>
                  <a:effectLst/>
                  <a:uLnTx/>
                  <a:uFillTx/>
                  <a:ea typeface="+mn-ea"/>
                  <a:cs typeface="+mn-cs"/>
                </a:rPr>
                <a:t>Notice Tracker</a:t>
              </a:r>
            </a:p>
          </p:txBody>
        </p:sp>
        <p:sp>
          <p:nvSpPr>
            <p:cNvPr id="1130" name="TextBox 1129">
              <a:extLst>
                <a:ext uri="{FF2B5EF4-FFF2-40B4-BE49-F238E27FC236}">
                  <a16:creationId xmlns:a16="http://schemas.microsoft.com/office/drawing/2014/main" id="{C7CE74E9-074B-8F39-6A6D-047C75D390C9}"/>
                </a:ext>
              </a:extLst>
            </p:cNvPr>
            <p:cNvSpPr txBox="1"/>
            <p:nvPr/>
          </p:nvSpPr>
          <p:spPr>
            <a:xfrm flipH="1">
              <a:off x="3807208" y="4819404"/>
              <a:ext cx="1780014" cy="488147"/>
            </a:xfrm>
            <a:prstGeom prst="rect">
              <a:avLst/>
            </a:prstGeom>
            <a:noFill/>
          </p:spPr>
          <p:txBody>
            <a:bodyPr wrap="square" lIns="0" tIns="0" rIns="0" bIns="0" rtlCol="0">
              <a:spAutoFit/>
            </a:body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US" sz="1500" b="1" i="0" u="none" strike="noStrike" kern="1200" cap="none" spc="0" normalizeH="0" baseline="0" noProof="0">
                  <a:ln>
                    <a:noFill/>
                  </a:ln>
                  <a:solidFill>
                    <a:schemeClr val="accent2"/>
                  </a:solidFill>
                  <a:effectLst/>
                  <a:uLnTx/>
                  <a:uFillTx/>
                  <a:ea typeface="+mn-ea"/>
                  <a:cs typeface="+mn-cs"/>
                </a:rPr>
                <a:t>Indirect </a:t>
              </a:r>
              <a:r>
                <a:rPr lang="en-US" sz="1500" b="1">
                  <a:solidFill>
                    <a:schemeClr val="accent2"/>
                  </a:solidFill>
                </a:rPr>
                <a:t>&amp; Direct Tax </a:t>
              </a:r>
              <a:r>
                <a:rPr kumimoji="0" lang="en-US" sz="1500" b="1" i="0" u="none" strike="noStrike" kern="1200" cap="none" spc="0" normalizeH="0" baseline="0" noProof="0">
                  <a:ln>
                    <a:noFill/>
                  </a:ln>
                  <a:solidFill>
                    <a:schemeClr val="accent2"/>
                  </a:solidFill>
                  <a:effectLst/>
                  <a:uLnTx/>
                  <a:uFillTx/>
                  <a:ea typeface="+mn-ea"/>
                  <a:cs typeface="+mn-cs"/>
                </a:rPr>
                <a:t>Refund Tracker</a:t>
              </a:r>
            </a:p>
          </p:txBody>
        </p:sp>
        <p:sp>
          <p:nvSpPr>
            <p:cNvPr id="1131" name="TextBox 1130">
              <a:extLst>
                <a:ext uri="{FF2B5EF4-FFF2-40B4-BE49-F238E27FC236}">
                  <a16:creationId xmlns:a16="http://schemas.microsoft.com/office/drawing/2014/main" id="{7D257187-B10C-6620-7964-2E2A7D2A6539}"/>
                </a:ext>
              </a:extLst>
            </p:cNvPr>
            <p:cNvSpPr txBox="1"/>
            <p:nvPr/>
          </p:nvSpPr>
          <p:spPr>
            <a:xfrm flipH="1">
              <a:off x="6669785" y="4813956"/>
              <a:ext cx="1880420" cy="488147"/>
            </a:xfrm>
            <a:prstGeom prst="rect">
              <a:avLst/>
            </a:prstGeom>
            <a:noFill/>
          </p:spPr>
          <p:txBody>
            <a:bodyPr wrap="square" lIns="0" tIns="0" rIns="0" bIns="0" rtlCol="0">
              <a:spAutoFit/>
            </a:body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US" sz="1500" b="1" i="0" u="none" strike="noStrike" kern="1200" cap="none" spc="0" normalizeH="0" baseline="0" noProof="0">
                  <a:ln>
                    <a:noFill/>
                  </a:ln>
                  <a:solidFill>
                    <a:schemeClr val="accent2"/>
                  </a:solidFill>
                  <a:effectLst/>
                  <a:uLnTx/>
                  <a:uFillTx/>
                  <a:ea typeface="+mn-ea"/>
                  <a:cs typeface="+mn-cs"/>
                </a:rPr>
                <a:t>Country by Country Variance Reporting</a:t>
              </a:r>
            </a:p>
          </p:txBody>
        </p:sp>
        <p:sp>
          <p:nvSpPr>
            <p:cNvPr id="1132" name="TextBox 1131">
              <a:extLst>
                <a:ext uri="{FF2B5EF4-FFF2-40B4-BE49-F238E27FC236}">
                  <a16:creationId xmlns:a16="http://schemas.microsoft.com/office/drawing/2014/main" id="{82FED9D5-0EAC-37B3-AF17-D8708E2A43C0}"/>
                </a:ext>
              </a:extLst>
            </p:cNvPr>
            <p:cNvSpPr txBox="1"/>
            <p:nvPr/>
          </p:nvSpPr>
          <p:spPr>
            <a:xfrm flipH="1">
              <a:off x="9546493" y="4814055"/>
              <a:ext cx="1780014" cy="488147"/>
            </a:xfrm>
            <a:prstGeom prst="rect">
              <a:avLst/>
            </a:prstGeom>
            <a:noFill/>
          </p:spPr>
          <p:txBody>
            <a:bodyPr wrap="square" lIns="0" tIns="0" rIns="0" bIns="0" rtlCol="0">
              <a:spAutoFit/>
            </a:body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US" sz="1500" b="1" i="0" u="none" strike="noStrike" kern="1200" cap="none" spc="0" normalizeH="0" baseline="0" noProof="0">
                  <a:ln>
                    <a:noFill/>
                  </a:ln>
                  <a:solidFill>
                    <a:schemeClr val="accent2"/>
                  </a:solidFill>
                  <a:effectLst/>
                  <a:uLnTx/>
                  <a:uFillTx/>
                  <a:ea typeface="+mn-ea"/>
                  <a:cs typeface="+mn-cs"/>
                </a:rPr>
                <a:t>Commercial Domicile</a:t>
              </a:r>
            </a:p>
          </p:txBody>
        </p:sp>
        <p:sp>
          <p:nvSpPr>
            <p:cNvPr id="5" name="Rectangle: Rounded Corners 4">
              <a:extLst>
                <a:ext uri="{FF2B5EF4-FFF2-40B4-BE49-F238E27FC236}">
                  <a16:creationId xmlns:a16="http://schemas.microsoft.com/office/drawing/2014/main" id="{CE88E583-E965-F727-F651-9B07FD0BE0AB}"/>
                </a:ext>
              </a:extLst>
            </p:cNvPr>
            <p:cNvSpPr/>
            <p:nvPr/>
          </p:nvSpPr>
          <p:spPr>
            <a:xfrm>
              <a:off x="952334" y="4373479"/>
              <a:ext cx="10332720" cy="36173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54610" tIns="54610" rIns="54610" bIns="54610" rtlCol="0" anchor="ctr">
              <a:noAutofit/>
            </a:bodyPr>
            <a:lstStyle/>
            <a:p>
              <a:pPr algn="ctr"/>
              <a:r>
                <a:rPr lang="en-US" b="1" dirty="0">
                  <a:solidFill>
                    <a:schemeClr val="bg1"/>
                  </a:solidFill>
                </a:rPr>
                <a:t>Copilot Studio Agents (Production Ready February 2026)</a:t>
              </a:r>
            </a:p>
          </p:txBody>
        </p:sp>
        <p:pic>
          <p:nvPicPr>
            <p:cNvPr id="6" name="Graphic 5" descr="Document outline">
              <a:extLst>
                <a:ext uri="{FF2B5EF4-FFF2-40B4-BE49-F238E27FC236}">
                  <a16:creationId xmlns:a16="http://schemas.microsoft.com/office/drawing/2014/main" id="{ABF6DDAA-51DF-5D79-4C6E-A9A0BFB9EF08}"/>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637673" y="5446646"/>
              <a:ext cx="554110" cy="554110"/>
            </a:xfrm>
            <a:prstGeom prst="rect">
              <a:avLst/>
            </a:prstGeom>
          </p:spPr>
        </p:pic>
        <p:sp>
          <p:nvSpPr>
            <p:cNvPr id="7" name="Rectangle 6">
              <a:extLst>
                <a:ext uri="{FF2B5EF4-FFF2-40B4-BE49-F238E27FC236}">
                  <a16:creationId xmlns:a16="http://schemas.microsoft.com/office/drawing/2014/main" id="{09792329-03E9-BA8C-0513-1851D79E3EC4}"/>
                </a:ext>
              </a:extLst>
            </p:cNvPr>
            <p:cNvSpPr/>
            <p:nvPr/>
          </p:nvSpPr>
          <p:spPr>
            <a:xfrm rot="19427519">
              <a:off x="1035030" y="5450018"/>
              <a:ext cx="914400" cy="24902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1100" dirty="0">
                  <a:solidFill>
                    <a:schemeClr val="bg1"/>
                  </a:solidFill>
                </a:rPr>
                <a:t>Demo Today</a:t>
              </a:r>
            </a:p>
          </p:txBody>
        </p:sp>
        <p:pic>
          <p:nvPicPr>
            <p:cNvPr id="9" name="Graphic 8" descr="Bank check outline">
              <a:extLst>
                <a:ext uri="{FF2B5EF4-FFF2-40B4-BE49-F238E27FC236}">
                  <a16:creationId xmlns:a16="http://schemas.microsoft.com/office/drawing/2014/main" id="{62BEB70C-3AED-E4B7-7625-91E88129D3CF}"/>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4439831" y="5467931"/>
              <a:ext cx="607157" cy="607157"/>
            </a:xfrm>
            <a:prstGeom prst="rect">
              <a:avLst/>
            </a:prstGeom>
          </p:spPr>
        </p:pic>
        <p:sp>
          <p:nvSpPr>
            <p:cNvPr id="8" name="Rectangle 7">
              <a:extLst>
                <a:ext uri="{FF2B5EF4-FFF2-40B4-BE49-F238E27FC236}">
                  <a16:creationId xmlns:a16="http://schemas.microsoft.com/office/drawing/2014/main" id="{632EE170-B60C-9BE7-2D19-8E88C455C23C}"/>
                </a:ext>
              </a:extLst>
            </p:cNvPr>
            <p:cNvSpPr/>
            <p:nvPr/>
          </p:nvSpPr>
          <p:spPr>
            <a:xfrm rot="19427519">
              <a:off x="9524804" y="5481034"/>
              <a:ext cx="914400" cy="24902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1100" dirty="0">
                  <a:solidFill>
                    <a:schemeClr val="bg1"/>
                  </a:solidFill>
                </a:rPr>
                <a:t>Demo Today</a:t>
              </a:r>
            </a:p>
          </p:txBody>
        </p:sp>
        <p:pic>
          <p:nvPicPr>
            <p:cNvPr id="11" name="Graphic 10">
              <a:extLst>
                <a:ext uri="{FF2B5EF4-FFF2-40B4-BE49-F238E27FC236}">
                  <a16:creationId xmlns:a16="http://schemas.microsoft.com/office/drawing/2014/main" id="{59EDA96C-6163-804A-9E85-F787E6D58D8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57537" y="5499403"/>
              <a:ext cx="475083" cy="482392"/>
            </a:xfrm>
            <a:prstGeom prst="rect">
              <a:avLst/>
            </a:prstGeom>
          </p:spPr>
        </p:pic>
        <p:pic>
          <p:nvPicPr>
            <p:cNvPr id="12" name="Graphic 11" descr="Map with pin outline">
              <a:extLst>
                <a:ext uri="{FF2B5EF4-FFF2-40B4-BE49-F238E27FC236}">
                  <a16:creationId xmlns:a16="http://schemas.microsoft.com/office/drawing/2014/main" id="{5714DE4C-8405-4FB0-2AEB-9A2B0101B7C9}"/>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10152188" y="5417622"/>
              <a:ext cx="564173" cy="564173"/>
            </a:xfrm>
            <a:prstGeom prst="rect">
              <a:avLst/>
            </a:prstGeom>
          </p:spPr>
        </p:pic>
      </p:grpSp>
      <p:grpSp>
        <p:nvGrpSpPr>
          <p:cNvPr id="3" name="Group 2">
            <a:extLst>
              <a:ext uri="{FF2B5EF4-FFF2-40B4-BE49-F238E27FC236}">
                <a16:creationId xmlns:a16="http://schemas.microsoft.com/office/drawing/2014/main" id="{5B5D80B5-DF36-97A8-1AF2-26BCB130F865}"/>
              </a:ext>
            </a:extLst>
          </p:cNvPr>
          <p:cNvGrpSpPr/>
          <p:nvPr/>
        </p:nvGrpSpPr>
        <p:grpSpPr>
          <a:xfrm>
            <a:off x="936027" y="2958755"/>
            <a:ext cx="10506258" cy="3110361"/>
            <a:chOff x="944648" y="1077730"/>
            <a:chExt cx="10506258" cy="3110361"/>
          </a:xfrm>
        </p:grpSpPr>
        <p:pic>
          <p:nvPicPr>
            <p:cNvPr id="1054" name="Picture 2">
              <a:hlinkClick r:id="rId11"/>
              <a:extLst>
                <a:ext uri="{FF2B5EF4-FFF2-40B4-BE49-F238E27FC236}">
                  <a16:creationId xmlns:a16="http://schemas.microsoft.com/office/drawing/2014/main" id="{2C7DDC4F-5B9D-A675-4583-7992BF70BAF5}"/>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0121240" y="1602991"/>
              <a:ext cx="1329666" cy="1329666"/>
            </a:xfrm>
            <a:prstGeom prst="rect">
              <a:avLst/>
            </a:prstGeom>
            <a:noFill/>
            <a:extLst>
              <a:ext uri="{909E8E84-426E-40DD-AFC4-6F175D3DCCD1}">
                <a14:hiddenFill xmlns:a14="http://schemas.microsoft.com/office/drawing/2010/main">
                  <a:solidFill>
                    <a:srgbClr val="FFFFFF"/>
                  </a:solidFill>
                </a14:hiddenFill>
              </a:ext>
            </a:extLst>
          </p:spPr>
        </p:pic>
        <p:pic>
          <p:nvPicPr>
            <p:cNvPr id="1055" name="Picture 4">
              <a:hlinkClick r:id="rId13"/>
              <a:extLst>
                <a:ext uri="{FF2B5EF4-FFF2-40B4-BE49-F238E27FC236}">
                  <a16:creationId xmlns:a16="http://schemas.microsoft.com/office/drawing/2014/main" id="{285D607F-7946-0AE8-1F31-7C26F3FB9790}"/>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2522977" y="2828325"/>
              <a:ext cx="1359766" cy="1359766"/>
            </a:xfrm>
            <a:prstGeom prst="rect">
              <a:avLst/>
            </a:prstGeom>
            <a:noFill/>
            <a:extLst>
              <a:ext uri="{909E8E84-426E-40DD-AFC4-6F175D3DCCD1}">
                <a14:hiddenFill xmlns:a14="http://schemas.microsoft.com/office/drawing/2010/main">
                  <a:solidFill>
                    <a:srgbClr val="FFFFFF"/>
                  </a:solidFill>
                </a14:hiddenFill>
              </a:ext>
            </a:extLst>
          </p:spPr>
        </p:pic>
        <p:pic>
          <p:nvPicPr>
            <p:cNvPr id="1056" name="Picture 6">
              <a:hlinkClick r:id="rId15"/>
              <a:extLst>
                <a:ext uri="{FF2B5EF4-FFF2-40B4-BE49-F238E27FC236}">
                  <a16:creationId xmlns:a16="http://schemas.microsoft.com/office/drawing/2014/main" id="{4A9EB637-C9F2-C10F-69A4-316FA0A2A668}"/>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5568160" y="2828325"/>
              <a:ext cx="1359766" cy="1359766"/>
            </a:xfrm>
            <a:prstGeom prst="rect">
              <a:avLst/>
            </a:prstGeom>
            <a:noFill/>
            <a:extLst>
              <a:ext uri="{909E8E84-426E-40DD-AFC4-6F175D3DCCD1}">
                <a14:hiddenFill xmlns:a14="http://schemas.microsoft.com/office/drawing/2010/main">
                  <a:solidFill>
                    <a:srgbClr val="FFFFFF"/>
                  </a:solidFill>
                </a14:hiddenFill>
              </a:ext>
            </a:extLst>
          </p:spPr>
        </p:pic>
        <p:pic>
          <p:nvPicPr>
            <p:cNvPr id="1058" name="Picture 10">
              <a:hlinkClick r:id="rId17"/>
              <a:extLst>
                <a:ext uri="{FF2B5EF4-FFF2-40B4-BE49-F238E27FC236}">
                  <a16:creationId xmlns:a16="http://schemas.microsoft.com/office/drawing/2014/main" id="{3E9223CD-1DE3-1838-44F2-9174AB107515}"/>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4010887" y="1596961"/>
              <a:ext cx="1329666" cy="1329666"/>
            </a:xfrm>
            <a:prstGeom prst="rect">
              <a:avLst/>
            </a:prstGeom>
            <a:noFill/>
            <a:extLst>
              <a:ext uri="{909E8E84-426E-40DD-AFC4-6F175D3DCCD1}">
                <a14:hiddenFill xmlns:a14="http://schemas.microsoft.com/office/drawing/2010/main">
                  <a:solidFill>
                    <a:srgbClr val="FFFFFF"/>
                  </a:solidFill>
                </a14:hiddenFill>
              </a:ext>
            </a:extLst>
          </p:spPr>
        </p:pic>
        <p:pic>
          <p:nvPicPr>
            <p:cNvPr id="1059" name="Picture 12">
              <a:hlinkClick r:id="rId19"/>
              <a:extLst>
                <a:ext uri="{FF2B5EF4-FFF2-40B4-BE49-F238E27FC236}">
                  <a16:creationId xmlns:a16="http://schemas.microsoft.com/office/drawing/2014/main" id="{21EFE8B7-9E9D-76D3-64A6-AB9377A3E7DE}"/>
                </a:ext>
              </a:extLst>
            </p:cNvPr>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944648" y="1586957"/>
              <a:ext cx="1329666" cy="1329666"/>
            </a:xfrm>
            <a:prstGeom prst="rect">
              <a:avLst/>
            </a:prstGeom>
            <a:noFill/>
            <a:extLst>
              <a:ext uri="{909E8E84-426E-40DD-AFC4-6F175D3DCCD1}">
                <a14:hiddenFill xmlns:a14="http://schemas.microsoft.com/office/drawing/2010/main">
                  <a:solidFill>
                    <a:srgbClr val="FFFFFF"/>
                  </a:solidFill>
                </a14:hiddenFill>
              </a:ext>
            </a:extLst>
          </p:spPr>
        </p:pic>
        <p:pic>
          <p:nvPicPr>
            <p:cNvPr id="1060" name="Picture 14">
              <a:hlinkClick r:id="rId21"/>
              <a:extLst>
                <a:ext uri="{FF2B5EF4-FFF2-40B4-BE49-F238E27FC236}">
                  <a16:creationId xmlns:a16="http://schemas.microsoft.com/office/drawing/2014/main" id="{848EAE3A-33B4-D21A-E7C2-DAB40D084A87}"/>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7088179" y="1587817"/>
              <a:ext cx="1329666" cy="1329666"/>
            </a:xfrm>
            <a:prstGeom prst="rect">
              <a:avLst/>
            </a:prstGeom>
            <a:noFill/>
            <a:extLst>
              <a:ext uri="{909E8E84-426E-40DD-AFC4-6F175D3DCCD1}">
                <a14:hiddenFill xmlns:a14="http://schemas.microsoft.com/office/drawing/2010/main">
                  <a:solidFill>
                    <a:srgbClr val="FFFFFF"/>
                  </a:solidFill>
                </a14:hiddenFill>
              </a:ext>
            </a:extLst>
          </p:spPr>
        </p:pic>
        <p:pic>
          <p:nvPicPr>
            <p:cNvPr id="1061" name="Picture 16">
              <a:hlinkClick r:id="rId23"/>
              <a:extLst>
                <a:ext uri="{FF2B5EF4-FFF2-40B4-BE49-F238E27FC236}">
                  <a16:creationId xmlns:a16="http://schemas.microsoft.com/office/drawing/2014/main" id="{37CC8290-6DB7-894C-C376-40C88066CE41}"/>
                </a:ext>
              </a:extLst>
            </p:cNvPr>
            <p:cNvPicPr>
              <a:picLocks noChangeAspect="1"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a:off x="8613343" y="2828325"/>
              <a:ext cx="1359766" cy="1359766"/>
            </a:xfrm>
            <a:prstGeom prst="rect">
              <a:avLst/>
            </a:prstGeom>
            <a:noFill/>
            <a:extLst>
              <a:ext uri="{909E8E84-426E-40DD-AFC4-6F175D3DCCD1}">
                <a14:hiddenFill xmlns:a14="http://schemas.microsoft.com/office/drawing/2010/main">
                  <a:solidFill>
                    <a:srgbClr val="FFFFFF"/>
                  </a:solidFill>
                </a14:hiddenFill>
              </a:ext>
            </a:extLst>
          </p:spPr>
        </p:pic>
        <p:sp>
          <p:nvSpPr>
            <p:cNvPr id="1065" name="Rectangle: Rounded Corners 1064">
              <a:extLst>
                <a:ext uri="{FF2B5EF4-FFF2-40B4-BE49-F238E27FC236}">
                  <a16:creationId xmlns:a16="http://schemas.microsoft.com/office/drawing/2014/main" id="{4DE9B4F8-7382-F88D-DEF2-0890FC0A9AB2}"/>
                </a:ext>
              </a:extLst>
            </p:cNvPr>
            <p:cNvSpPr/>
            <p:nvPr/>
          </p:nvSpPr>
          <p:spPr>
            <a:xfrm>
              <a:off x="995363" y="1077730"/>
              <a:ext cx="10332720" cy="36576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54610" tIns="54610" rIns="54610" bIns="54610" rtlCol="0" anchor="ctr">
              <a:noAutofit/>
            </a:bodyPr>
            <a:lstStyle/>
            <a:p>
              <a:pPr algn="ctr"/>
              <a:r>
                <a:rPr lang="en-US" b="1">
                  <a:solidFill>
                    <a:schemeClr val="bg1"/>
                  </a:solidFill>
                </a:rPr>
                <a:t>Copilot Declarative Agents (Currently in User Testing at Disney)</a:t>
              </a:r>
            </a:p>
          </p:txBody>
        </p:sp>
        <p:sp>
          <p:nvSpPr>
            <p:cNvPr id="1133" name="TextBox 1132">
              <a:extLst>
                <a:ext uri="{FF2B5EF4-FFF2-40B4-BE49-F238E27FC236}">
                  <a16:creationId xmlns:a16="http://schemas.microsoft.com/office/drawing/2014/main" id="{57B54157-FC05-A973-2143-B3C06243E8BA}"/>
                </a:ext>
              </a:extLst>
            </p:cNvPr>
            <p:cNvSpPr txBox="1"/>
            <p:nvPr/>
          </p:nvSpPr>
          <p:spPr>
            <a:xfrm flipH="1">
              <a:off x="1039936" y="2974591"/>
              <a:ext cx="1127112" cy="742063"/>
            </a:xfrm>
            <a:prstGeom prst="rect">
              <a:avLst/>
            </a:prstGeom>
            <a:noFill/>
          </p:spPr>
          <p:txBody>
            <a:bodyPr wrap="square" lIns="0" tIns="0" rIns="0" bIns="0" rtlCol="0">
              <a:spAutoFit/>
            </a:body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US" sz="1500" b="1" i="0" u="none" strike="noStrike" kern="1200" cap="none" spc="0" normalizeH="0" baseline="0" noProof="0">
                  <a:ln>
                    <a:noFill/>
                  </a:ln>
                  <a:solidFill>
                    <a:srgbClr val="00338D"/>
                  </a:solidFill>
                  <a:effectLst/>
                  <a:uLnTx/>
                  <a:uFillTx/>
                  <a:ea typeface="+mn-ea"/>
                  <a:cs typeface="+mn-cs"/>
                </a:rPr>
                <a:t>Disney Acronym Assistant</a:t>
              </a:r>
            </a:p>
          </p:txBody>
        </p:sp>
        <p:sp>
          <p:nvSpPr>
            <p:cNvPr id="1134" name="TextBox 1133">
              <a:extLst>
                <a:ext uri="{FF2B5EF4-FFF2-40B4-BE49-F238E27FC236}">
                  <a16:creationId xmlns:a16="http://schemas.microsoft.com/office/drawing/2014/main" id="{76DC38C7-2DEC-179D-3843-68DF2FDBBF23}"/>
                </a:ext>
              </a:extLst>
            </p:cNvPr>
            <p:cNvSpPr txBox="1"/>
            <p:nvPr/>
          </p:nvSpPr>
          <p:spPr>
            <a:xfrm flipH="1">
              <a:off x="2621016" y="1850133"/>
              <a:ext cx="1127112" cy="742063"/>
            </a:xfrm>
            <a:prstGeom prst="rect">
              <a:avLst/>
            </a:prstGeom>
            <a:noFill/>
          </p:spPr>
          <p:txBody>
            <a:bodyPr wrap="square" lIns="0" tIns="0" rIns="0" bIns="0" rtlCol="0">
              <a:spAutoFit/>
            </a:bodyPr>
            <a:lstStyle/>
            <a:p>
              <a:pPr lvl="0" algn="ctr">
                <a:lnSpc>
                  <a:spcPct val="110000"/>
                </a:lnSpc>
                <a:spcAft>
                  <a:spcPts val="300"/>
                </a:spcAft>
                <a:defRPr/>
              </a:pPr>
              <a:r>
                <a:rPr lang="en-US" sz="1500" b="1">
                  <a:solidFill>
                    <a:srgbClr val="00338D"/>
                  </a:solidFill>
                </a:rPr>
                <a:t>PIP Internal Research Summary</a:t>
              </a:r>
              <a:endParaRPr kumimoji="0" lang="en-US" sz="1500" b="1" i="0" u="none" strike="noStrike" kern="1200" cap="none" spc="0" normalizeH="0" baseline="0" noProof="0">
                <a:ln>
                  <a:noFill/>
                </a:ln>
                <a:solidFill>
                  <a:srgbClr val="00338D"/>
                </a:solidFill>
                <a:effectLst/>
                <a:uLnTx/>
                <a:uFillTx/>
                <a:ea typeface="+mn-ea"/>
                <a:cs typeface="+mn-cs"/>
              </a:endParaRPr>
            </a:p>
          </p:txBody>
        </p:sp>
        <p:sp>
          <p:nvSpPr>
            <p:cNvPr id="1135" name="TextBox 1134">
              <a:extLst>
                <a:ext uri="{FF2B5EF4-FFF2-40B4-BE49-F238E27FC236}">
                  <a16:creationId xmlns:a16="http://schemas.microsoft.com/office/drawing/2014/main" id="{F2656E0F-659C-F028-E33B-D3CE13210B3C}"/>
                </a:ext>
              </a:extLst>
            </p:cNvPr>
            <p:cNvSpPr txBox="1"/>
            <p:nvPr/>
          </p:nvSpPr>
          <p:spPr>
            <a:xfrm flipH="1">
              <a:off x="4108972" y="2985273"/>
              <a:ext cx="1127112" cy="995978"/>
            </a:xfrm>
            <a:prstGeom prst="rect">
              <a:avLst/>
            </a:prstGeom>
            <a:noFill/>
          </p:spPr>
          <p:txBody>
            <a:bodyPr wrap="square" lIns="0" tIns="0" rIns="0" bIns="0" rtlCol="0">
              <a:spAutoFit/>
            </a:body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US" sz="1500" b="1" i="0" u="none" strike="noStrike" kern="1200" cap="none" spc="0" normalizeH="0" baseline="0" noProof="0">
                  <a:ln>
                    <a:noFill/>
                  </a:ln>
                  <a:solidFill>
                    <a:srgbClr val="00338D"/>
                  </a:solidFill>
                  <a:effectLst/>
                  <a:uLnTx/>
                  <a:uFillTx/>
                  <a:ea typeface="+mn-ea"/>
                  <a:cs typeface="+mn-cs"/>
                </a:rPr>
                <a:t>Power Query and Excel Support</a:t>
              </a:r>
            </a:p>
          </p:txBody>
        </p:sp>
        <p:sp>
          <p:nvSpPr>
            <p:cNvPr id="1136" name="TextBox 1135">
              <a:extLst>
                <a:ext uri="{FF2B5EF4-FFF2-40B4-BE49-F238E27FC236}">
                  <a16:creationId xmlns:a16="http://schemas.microsoft.com/office/drawing/2014/main" id="{1DCC9C34-D501-490C-87D4-86A615FADB38}"/>
                </a:ext>
              </a:extLst>
            </p:cNvPr>
            <p:cNvSpPr txBox="1"/>
            <p:nvPr/>
          </p:nvSpPr>
          <p:spPr>
            <a:xfrm flipH="1">
              <a:off x="5667058" y="1751325"/>
              <a:ext cx="1127112" cy="995978"/>
            </a:xfrm>
            <a:prstGeom prst="rect">
              <a:avLst/>
            </a:prstGeom>
            <a:noFill/>
          </p:spPr>
          <p:txBody>
            <a:bodyPr wrap="square" lIns="0" tIns="0" rIns="0" bIns="0" rtlCol="0">
              <a:spAutoFit/>
            </a:body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US" sz="1500" b="1" i="0" u="none" strike="noStrike" kern="1200" cap="none" spc="0" normalizeH="0" baseline="0" noProof="0">
                  <a:ln>
                    <a:noFill/>
                  </a:ln>
                  <a:solidFill>
                    <a:srgbClr val="00338D"/>
                  </a:solidFill>
                  <a:effectLst/>
                  <a:uLnTx/>
                  <a:uFillTx/>
                  <a:ea typeface="+mn-ea"/>
                  <a:cs typeface="+mn-cs"/>
                </a:rPr>
                <a:t>SOX Transaction Research Assistant</a:t>
              </a:r>
            </a:p>
          </p:txBody>
        </p:sp>
        <p:sp>
          <p:nvSpPr>
            <p:cNvPr id="1137" name="TextBox 1136">
              <a:extLst>
                <a:ext uri="{FF2B5EF4-FFF2-40B4-BE49-F238E27FC236}">
                  <a16:creationId xmlns:a16="http://schemas.microsoft.com/office/drawing/2014/main" id="{0ACC4C8B-EA54-0636-50D8-866D96C70126}"/>
                </a:ext>
              </a:extLst>
            </p:cNvPr>
            <p:cNvSpPr txBox="1"/>
            <p:nvPr/>
          </p:nvSpPr>
          <p:spPr>
            <a:xfrm flipH="1">
              <a:off x="7179519" y="2985574"/>
              <a:ext cx="1127112" cy="742063"/>
            </a:xfrm>
            <a:prstGeom prst="rect">
              <a:avLst/>
            </a:prstGeom>
            <a:noFill/>
          </p:spPr>
          <p:txBody>
            <a:bodyPr wrap="square" lIns="0" tIns="0" rIns="0" bIns="0" rtlCol="0">
              <a:spAutoFit/>
            </a:body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US" sz="1500" b="1" i="0" u="none" strike="noStrike" kern="1200" cap="none" spc="0" normalizeH="0" baseline="0" noProof="0">
                  <a:ln>
                    <a:noFill/>
                  </a:ln>
                  <a:solidFill>
                    <a:srgbClr val="00338D"/>
                  </a:solidFill>
                  <a:effectLst/>
                  <a:uLnTx/>
                  <a:uFillTx/>
                  <a:ea typeface="+mn-ea"/>
                  <a:cs typeface="+mn-cs"/>
                </a:rPr>
                <a:t>Disney Tax Accounting Policy FAQ</a:t>
              </a:r>
            </a:p>
          </p:txBody>
        </p:sp>
        <p:sp>
          <p:nvSpPr>
            <p:cNvPr id="1138" name="TextBox 1137">
              <a:extLst>
                <a:ext uri="{FF2B5EF4-FFF2-40B4-BE49-F238E27FC236}">
                  <a16:creationId xmlns:a16="http://schemas.microsoft.com/office/drawing/2014/main" id="{E2611081-2A88-47DA-2610-476FF44F2379}"/>
                </a:ext>
              </a:extLst>
            </p:cNvPr>
            <p:cNvSpPr txBox="1"/>
            <p:nvPr/>
          </p:nvSpPr>
          <p:spPr>
            <a:xfrm flipH="1">
              <a:off x="8729670" y="1850133"/>
              <a:ext cx="1127112" cy="742063"/>
            </a:xfrm>
            <a:prstGeom prst="rect">
              <a:avLst/>
            </a:prstGeom>
            <a:noFill/>
          </p:spPr>
          <p:txBody>
            <a:bodyPr wrap="square" lIns="0" tIns="0" rIns="0" bIns="0" rtlCol="0">
              <a:spAutoFit/>
            </a:body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US" sz="1500" b="1" i="0" u="none" strike="noStrike" kern="1200" cap="none" spc="0" normalizeH="0" baseline="0" noProof="0">
                  <a:ln>
                    <a:noFill/>
                  </a:ln>
                  <a:solidFill>
                    <a:srgbClr val="00338D"/>
                  </a:solidFill>
                  <a:effectLst/>
                  <a:uLnTx/>
                  <a:uFillTx/>
                  <a:ea typeface="+mn-ea"/>
                  <a:cs typeface="+mn-cs"/>
                </a:rPr>
                <a:t>FDII Contract Review </a:t>
              </a:r>
            </a:p>
          </p:txBody>
        </p:sp>
        <p:sp>
          <p:nvSpPr>
            <p:cNvPr id="1139" name="TextBox 1138">
              <a:extLst>
                <a:ext uri="{FF2B5EF4-FFF2-40B4-BE49-F238E27FC236}">
                  <a16:creationId xmlns:a16="http://schemas.microsoft.com/office/drawing/2014/main" id="{0C821427-FCCB-0F2A-115B-C802EF43CE4F}"/>
                </a:ext>
              </a:extLst>
            </p:cNvPr>
            <p:cNvSpPr txBox="1"/>
            <p:nvPr/>
          </p:nvSpPr>
          <p:spPr>
            <a:xfrm flipH="1">
              <a:off x="10226827" y="3003709"/>
              <a:ext cx="1127112" cy="995978"/>
            </a:xfrm>
            <a:prstGeom prst="rect">
              <a:avLst/>
            </a:prstGeom>
            <a:noFill/>
          </p:spPr>
          <p:txBody>
            <a:bodyPr wrap="square" lIns="0" tIns="0" rIns="0" bIns="0" rtlCol="0">
              <a:spAutoFit/>
            </a:body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US" sz="1500" b="1" i="0" u="none" strike="noStrike" kern="1200" cap="none" spc="0" normalizeH="0" baseline="0" noProof="0">
                  <a:ln>
                    <a:noFill/>
                  </a:ln>
                  <a:solidFill>
                    <a:srgbClr val="00338D"/>
                  </a:solidFill>
                  <a:effectLst/>
                  <a:uLnTx/>
                  <a:uFillTx/>
                  <a:ea typeface="+mn-ea"/>
                  <a:cs typeface="+mn-cs"/>
                </a:rPr>
                <a:t>External Reporting Lexicon Support </a:t>
              </a:r>
            </a:p>
          </p:txBody>
        </p:sp>
      </p:grpSp>
      <p:sp>
        <p:nvSpPr>
          <p:cNvPr id="10" name="Rectangle 9">
            <a:extLst>
              <a:ext uri="{FF2B5EF4-FFF2-40B4-BE49-F238E27FC236}">
                <a16:creationId xmlns:a16="http://schemas.microsoft.com/office/drawing/2014/main" id="{543FA767-8DD5-799B-DA0C-52EE593C13C9}"/>
              </a:ext>
            </a:extLst>
          </p:cNvPr>
          <p:cNvSpPr/>
          <p:nvPr/>
        </p:nvSpPr>
        <p:spPr>
          <a:xfrm rot="19427519">
            <a:off x="6706468" y="2175848"/>
            <a:ext cx="914400" cy="24902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1100" dirty="0">
                <a:solidFill>
                  <a:schemeClr val="bg1"/>
                </a:solidFill>
              </a:rPr>
              <a:t>Demo Today</a:t>
            </a:r>
          </a:p>
        </p:txBody>
      </p:sp>
    </p:spTree>
    <p:extLst>
      <p:ext uri="{BB962C8B-B14F-4D97-AF65-F5344CB8AC3E}">
        <p14:creationId xmlns:p14="http://schemas.microsoft.com/office/powerpoint/2010/main" val="178026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BFF89-42CB-59E0-EB63-92A5A808D87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A827904-E199-D35C-96AB-9273736819AC}"/>
              </a:ext>
            </a:extLst>
          </p:cNvPr>
          <p:cNvSpPr>
            <a:spLocks noGrp="1"/>
          </p:cNvSpPr>
          <p:nvPr>
            <p:ph type="title"/>
          </p:nvPr>
        </p:nvSpPr>
        <p:spPr/>
        <p:txBody>
          <a:bodyPr/>
          <a:lstStyle/>
          <a:p>
            <a:r>
              <a:rPr lang="en-GB" dirty="0"/>
              <a:t>Proven Build Patterns in Disney Environment</a:t>
            </a:r>
          </a:p>
        </p:txBody>
      </p:sp>
      <p:grpSp>
        <p:nvGrpSpPr>
          <p:cNvPr id="2" name="Group 1">
            <a:extLst>
              <a:ext uri="{FF2B5EF4-FFF2-40B4-BE49-F238E27FC236}">
                <a16:creationId xmlns:a16="http://schemas.microsoft.com/office/drawing/2014/main" id="{1E491C35-5426-1B18-E032-6A53C2C3CCC8}"/>
              </a:ext>
            </a:extLst>
          </p:cNvPr>
          <p:cNvGrpSpPr/>
          <p:nvPr/>
        </p:nvGrpSpPr>
        <p:grpSpPr>
          <a:xfrm>
            <a:off x="998401" y="1330325"/>
            <a:ext cx="1800000" cy="4554537"/>
            <a:chOff x="998401" y="1330325"/>
            <a:chExt cx="1800000" cy="4554537"/>
          </a:xfrm>
        </p:grpSpPr>
        <p:sp>
          <p:nvSpPr>
            <p:cNvPr id="4" name="TextBox 3">
              <a:extLst>
                <a:ext uri="{FF2B5EF4-FFF2-40B4-BE49-F238E27FC236}">
                  <a16:creationId xmlns:a16="http://schemas.microsoft.com/office/drawing/2014/main" id="{0BEBA0B3-EDD5-4675-B2C7-952A704E6D0E}"/>
                </a:ext>
              </a:extLst>
            </p:cNvPr>
            <p:cNvSpPr txBox="1"/>
            <p:nvPr/>
          </p:nvSpPr>
          <p:spPr>
            <a:xfrm>
              <a:off x="998401" y="1852862"/>
              <a:ext cx="1800000" cy="4032000"/>
            </a:xfrm>
            <a:prstGeom prst="rect">
              <a:avLst/>
            </a:prstGeom>
            <a:solidFill>
              <a:srgbClr val="E5E5E5"/>
            </a:solidFill>
          </p:spPr>
          <p:txBody>
            <a:bodyPr wrap="square" lIns="180000" tIns="720000" rIns="180000" bIns="180000" rtlCol="0">
              <a:noAutofit/>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0" lang="en-GB" sz="1500" b="1" i="0" u="none" strike="noStrike" kern="1200" cap="none" spc="0" normalizeH="0" baseline="0" noProof="0" dirty="0">
                  <a:ln>
                    <a:noFill/>
                  </a:ln>
                  <a:solidFill>
                    <a:schemeClr val="tx2"/>
                  </a:solidFill>
                  <a:effectLst/>
                  <a:uLnTx/>
                  <a:uFillTx/>
                  <a:ea typeface="+mn-ea"/>
                  <a:cs typeface="+mn-cs"/>
                </a:rPr>
                <a:t>AI Process Automation </a:t>
              </a:r>
            </a:p>
            <a:p>
              <a:pPr marL="0" marR="0" lvl="0" indent="0" algn="l" defTabSz="914400" rtl="0" eaLnBrk="1" fontAlgn="auto" latinLnBrk="0" hangingPunct="1">
                <a:lnSpc>
                  <a:spcPct val="110000"/>
                </a:lnSpc>
                <a:spcBef>
                  <a:spcPts val="0"/>
                </a:spcBef>
                <a:spcAft>
                  <a:spcPts val="300"/>
                </a:spcAft>
                <a:buClrTx/>
                <a:buSzTx/>
                <a:buFontTx/>
                <a:buNone/>
                <a:tabLst/>
                <a:defRPr/>
              </a:pPr>
              <a:r>
                <a:rPr kumimoji="0" lang="en-US" sz="1000" b="0" i="0" u="none" strike="noStrike" kern="1200" cap="none" spc="0" normalizeH="0" baseline="0" noProof="0" dirty="0">
                  <a:ln>
                    <a:noFill/>
                  </a:ln>
                  <a:effectLst/>
                  <a:uLnTx/>
                  <a:uFillTx/>
                  <a:ea typeface="+mn-ea"/>
                  <a:cs typeface="+mn-cs"/>
                </a:rPr>
                <a:t>Transforms high-volume manual processes into streamlined</a:t>
              </a:r>
              <a:r>
                <a:rPr lang="en-US" sz="1000" dirty="0"/>
                <a:t> </a:t>
              </a:r>
              <a:r>
                <a:rPr kumimoji="0" lang="en-US" sz="1000" b="0" i="0" u="none" strike="noStrike" kern="1200" cap="none" spc="0" normalizeH="0" baseline="0" noProof="0" dirty="0">
                  <a:ln>
                    <a:noFill/>
                  </a:ln>
                  <a:effectLst/>
                  <a:uLnTx/>
                  <a:uFillTx/>
                  <a:ea typeface="+mn-ea"/>
                  <a:cs typeface="+mn-cs"/>
                </a:rPr>
                <a:t>workflows using AI to digitize, understand, and route information.</a:t>
              </a:r>
            </a:p>
            <a:p>
              <a:pPr>
                <a:lnSpc>
                  <a:spcPct val="110000"/>
                </a:lnSpc>
                <a:spcAft>
                  <a:spcPts val="600"/>
                </a:spcAft>
                <a:defRPr/>
              </a:pPr>
              <a:r>
                <a:rPr kumimoji="0" lang="en-US" sz="1500" b="1" i="0" u="none" strike="noStrike" kern="1200" cap="none" spc="0" normalizeH="0" baseline="0" noProof="0" dirty="0">
                  <a:ln>
                    <a:noFill/>
                  </a:ln>
                  <a:solidFill>
                    <a:schemeClr val="tx2"/>
                  </a:solidFill>
                  <a:effectLst/>
                  <a:uLnTx/>
                  <a:uFillTx/>
                  <a:ea typeface="+mn-ea"/>
                  <a:cs typeface="+mn-cs"/>
                </a:rPr>
                <a:t>Live in the Tax Environment</a:t>
              </a:r>
              <a:r>
                <a:rPr kumimoji="0" lang="en-US" sz="1500" b="0" i="0" u="none" strike="noStrike" kern="1200" cap="none" spc="0" normalizeH="0" baseline="0" noProof="0" dirty="0">
                  <a:ln>
                    <a:noFill/>
                  </a:ln>
                  <a:effectLst/>
                  <a:uLnTx/>
                  <a:uFillTx/>
                  <a:ea typeface="+mn-ea"/>
                  <a:cs typeface="+mn-cs"/>
                </a:rPr>
                <a:t>: </a:t>
              </a:r>
            </a:p>
            <a:p>
              <a:pPr>
                <a:lnSpc>
                  <a:spcPct val="110000"/>
                </a:lnSpc>
                <a:spcAft>
                  <a:spcPts val="600"/>
                </a:spcAft>
                <a:defRPr/>
              </a:pPr>
              <a:r>
                <a:rPr kumimoji="0" lang="en-US" sz="1000" b="0" i="0" u="none" strike="noStrike" kern="1200" cap="none" spc="0" normalizeH="0" baseline="0" noProof="0" dirty="0">
                  <a:ln>
                    <a:noFill/>
                  </a:ln>
                  <a:effectLst/>
                  <a:uLnTx/>
                  <a:uFillTx/>
                  <a:ea typeface="+mn-ea"/>
                  <a:cs typeface="+mn-cs"/>
                </a:rPr>
                <a:t>For the Notice &amp; Refund Tracker, the agent reads scanned PDFs, to send to a dashboard to automatically create and routes tasks in Workfront.</a:t>
              </a:r>
            </a:p>
            <a:p>
              <a:pPr>
                <a:lnSpc>
                  <a:spcPct val="110000"/>
                </a:lnSpc>
                <a:spcAft>
                  <a:spcPts val="600"/>
                </a:spcAft>
                <a:defRPr/>
              </a:pPr>
              <a:endParaRPr kumimoji="0" lang="en-US" sz="1000" b="0" i="0" u="none" strike="noStrike" kern="1200" cap="none" spc="0" normalizeH="0" baseline="0" noProof="0" dirty="0">
                <a:ln>
                  <a:noFill/>
                </a:ln>
                <a:effectLst/>
                <a:uLnTx/>
                <a:uFillTx/>
                <a:ea typeface="+mn-ea"/>
                <a:cs typeface="+mn-cs"/>
              </a:endParaRPr>
            </a:p>
          </p:txBody>
        </p:sp>
        <p:sp>
          <p:nvSpPr>
            <p:cNvPr id="6" name="Rectangle 5">
              <a:extLst>
                <a:ext uri="{FF2B5EF4-FFF2-40B4-BE49-F238E27FC236}">
                  <a16:creationId xmlns:a16="http://schemas.microsoft.com/office/drawing/2014/main" id="{E5086983-E8AB-69BB-447C-62EAD9ADF29C}"/>
                </a:ext>
              </a:extLst>
            </p:cNvPr>
            <p:cNvSpPr/>
            <p:nvPr/>
          </p:nvSpPr>
          <p:spPr>
            <a:xfrm>
              <a:off x="1221247" y="1330325"/>
              <a:ext cx="756683" cy="1051066"/>
            </a:xfrm>
            <a:prstGeom prst="rect">
              <a:avLst/>
            </a:prstGeom>
            <a:gradFill>
              <a:gsLst>
                <a:gs pos="100000">
                  <a:schemeClr val="accent1"/>
                </a:gs>
                <a:gs pos="1000">
                  <a:schemeClr val="tx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lnSpc>
                  <a:spcPct val="70000"/>
                </a:lnSpc>
              </a:pPr>
              <a:r>
                <a:rPr lang="en-GB" sz="4000" dirty="0">
                  <a:solidFill>
                    <a:schemeClr val="bg1"/>
                  </a:solidFill>
                  <a:latin typeface="+mj-lt"/>
                </a:rPr>
                <a:t>01</a:t>
              </a:r>
            </a:p>
          </p:txBody>
        </p:sp>
      </p:grpSp>
      <p:grpSp>
        <p:nvGrpSpPr>
          <p:cNvPr id="19" name="Group 18">
            <a:extLst>
              <a:ext uri="{FF2B5EF4-FFF2-40B4-BE49-F238E27FC236}">
                <a16:creationId xmlns:a16="http://schemas.microsoft.com/office/drawing/2014/main" id="{AF7B546A-C07E-18EB-87EF-6857EC80EC3D}"/>
              </a:ext>
            </a:extLst>
          </p:cNvPr>
          <p:cNvGrpSpPr/>
          <p:nvPr/>
        </p:nvGrpSpPr>
        <p:grpSpPr>
          <a:xfrm>
            <a:off x="3097201" y="1330325"/>
            <a:ext cx="1800000" cy="4554537"/>
            <a:chOff x="3097201" y="1330325"/>
            <a:chExt cx="1800000" cy="4554537"/>
          </a:xfrm>
        </p:grpSpPr>
        <p:sp>
          <p:nvSpPr>
            <p:cNvPr id="8" name="TextBox 7">
              <a:extLst>
                <a:ext uri="{FF2B5EF4-FFF2-40B4-BE49-F238E27FC236}">
                  <a16:creationId xmlns:a16="http://schemas.microsoft.com/office/drawing/2014/main" id="{5AFFBCE4-3DED-1541-EFE8-206A89D432F8}"/>
                </a:ext>
              </a:extLst>
            </p:cNvPr>
            <p:cNvSpPr txBox="1"/>
            <p:nvPr/>
          </p:nvSpPr>
          <p:spPr>
            <a:xfrm>
              <a:off x="3097201" y="1852862"/>
              <a:ext cx="1800000" cy="4032000"/>
            </a:xfrm>
            <a:prstGeom prst="rect">
              <a:avLst/>
            </a:prstGeom>
            <a:solidFill>
              <a:srgbClr val="E5E5E5"/>
            </a:solidFill>
          </p:spPr>
          <p:txBody>
            <a:bodyPr wrap="square" lIns="180000" tIns="720000" rIns="180000" bIns="180000" rtlCol="0">
              <a:noAutofit/>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0" lang="en-US" sz="1500" b="1" i="0" u="none" strike="noStrike" kern="1200" cap="none" spc="0" normalizeH="0" baseline="0" noProof="0" dirty="0">
                  <a:ln>
                    <a:noFill/>
                  </a:ln>
                  <a:solidFill>
                    <a:schemeClr val="tx2"/>
                  </a:solidFill>
                  <a:effectLst/>
                  <a:uLnTx/>
                  <a:uFillTx/>
                  <a:ea typeface="+mn-ea"/>
                  <a:cs typeface="+mn-cs"/>
                </a:rPr>
                <a:t>Live Data Enrichment</a:t>
              </a:r>
            </a:p>
            <a:p>
              <a:pPr marR="0" lvl="0" indent="0" fontAlgn="auto">
                <a:lnSpc>
                  <a:spcPct val="110000"/>
                </a:lnSpc>
                <a:spcBef>
                  <a:spcPts val="0"/>
                </a:spcBef>
                <a:spcAft>
                  <a:spcPts val="300"/>
                </a:spcAft>
                <a:buClrTx/>
                <a:buSzTx/>
                <a:buFontTx/>
                <a:buNone/>
                <a:tabLst/>
                <a:defRPr/>
              </a:pPr>
              <a:r>
                <a:rPr lang="en-US" sz="1000" dirty="0"/>
                <a:t>Automatically enhances internal datasets with real-time information gathered from targeted external web searches.</a:t>
              </a:r>
            </a:p>
            <a:p>
              <a:pPr>
                <a:lnSpc>
                  <a:spcPct val="110000"/>
                </a:lnSpc>
                <a:spcAft>
                  <a:spcPts val="600"/>
                </a:spcAft>
                <a:defRPr/>
              </a:pPr>
              <a:r>
                <a:rPr lang="en-US" sz="1500" b="1" dirty="0">
                  <a:solidFill>
                    <a:schemeClr val="tx2"/>
                  </a:solidFill>
                </a:rPr>
                <a:t>Live in the Tax Environment</a:t>
              </a:r>
              <a:r>
                <a:rPr lang="en-US" sz="1500" dirty="0"/>
                <a:t>: </a:t>
              </a:r>
            </a:p>
            <a:p>
              <a:pPr>
                <a:lnSpc>
                  <a:spcPct val="110000"/>
                </a:lnSpc>
                <a:spcAft>
                  <a:spcPts val="600"/>
                </a:spcAft>
                <a:defRPr/>
              </a:pPr>
              <a:r>
                <a:rPr lang="en-US" sz="1000" dirty="0"/>
                <a:t>The Commercial Domicile agent performs live web searches to find an entity's legal headquarters and updates the team's Excel sheet directly.</a:t>
              </a:r>
            </a:p>
          </p:txBody>
        </p:sp>
        <p:sp>
          <p:nvSpPr>
            <p:cNvPr id="9" name="Rectangle 8">
              <a:extLst>
                <a:ext uri="{FF2B5EF4-FFF2-40B4-BE49-F238E27FC236}">
                  <a16:creationId xmlns:a16="http://schemas.microsoft.com/office/drawing/2014/main" id="{243F0FBC-BC40-0967-F5C7-B003FCDC2672}"/>
                </a:ext>
              </a:extLst>
            </p:cNvPr>
            <p:cNvSpPr/>
            <p:nvPr/>
          </p:nvSpPr>
          <p:spPr>
            <a:xfrm>
              <a:off x="3320047" y="1330325"/>
              <a:ext cx="756683" cy="1051066"/>
            </a:xfrm>
            <a:prstGeom prst="rect">
              <a:avLst/>
            </a:prstGeom>
            <a:gradFill>
              <a:gsLst>
                <a:gs pos="100000">
                  <a:schemeClr val="accent1"/>
                </a:gs>
                <a:gs pos="1000">
                  <a:schemeClr val="tx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lnSpc>
                  <a:spcPct val="70000"/>
                </a:lnSpc>
              </a:pPr>
              <a:r>
                <a:rPr lang="en-GB" sz="4000">
                  <a:solidFill>
                    <a:schemeClr val="bg1"/>
                  </a:solidFill>
                  <a:latin typeface="+mj-lt"/>
                </a:rPr>
                <a:t>02</a:t>
              </a:r>
              <a:endParaRPr lang="en-GB" sz="4000" dirty="0" err="1">
                <a:solidFill>
                  <a:schemeClr val="bg1"/>
                </a:solidFill>
                <a:latin typeface="+mj-lt"/>
              </a:endParaRPr>
            </a:p>
          </p:txBody>
        </p:sp>
      </p:grpSp>
      <p:grpSp>
        <p:nvGrpSpPr>
          <p:cNvPr id="20" name="Group 19">
            <a:extLst>
              <a:ext uri="{FF2B5EF4-FFF2-40B4-BE49-F238E27FC236}">
                <a16:creationId xmlns:a16="http://schemas.microsoft.com/office/drawing/2014/main" id="{F78B67C2-9EF3-CF2F-BF58-94FEBB2D5BFC}"/>
              </a:ext>
            </a:extLst>
          </p:cNvPr>
          <p:cNvGrpSpPr/>
          <p:nvPr/>
        </p:nvGrpSpPr>
        <p:grpSpPr>
          <a:xfrm>
            <a:off x="5196001" y="1330325"/>
            <a:ext cx="1800000" cy="4554537"/>
            <a:chOff x="5196001" y="1330325"/>
            <a:chExt cx="1800000" cy="4554537"/>
          </a:xfrm>
        </p:grpSpPr>
        <p:sp>
          <p:nvSpPr>
            <p:cNvPr id="11" name="TextBox 10">
              <a:extLst>
                <a:ext uri="{FF2B5EF4-FFF2-40B4-BE49-F238E27FC236}">
                  <a16:creationId xmlns:a16="http://schemas.microsoft.com/office/drawing/2014/main" id="{A4346894-DA67-9B09-5C3A-8B81308AE8B0}"/>
                </a:ext>
              </a:extLst>
            </p:cNvPr>
            <p:cNvSpPr txBox="1"/>
            <p:nvPr/>
          </p:nvSpPr>
          <p:spPr>
            <a:xfrm>
              <a:off x="5196001" y="1852862"/>
              <a:ext cx="1800000" cy="4032000"/>
            </a:xfrm>
            <a:prstGeom prst="rect">
              <a:avLst/>
            </a:prstGeom>
            <a:solidFill>
              <a:srgbClr val="E5E5E5"/>
            </a:solidFill>
          </p:spPr>
          <p:txBody>
            <a:bodyPr wrap="square" lIns="180000" tIns="720000" rIns="180000" bIns="180000" rtlCol="0">
              <a:noAutofit/>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lang="en-GB" sz="1500" b="1" dirty="0">
                  <a:solidFill>
                    <a:schemeClr val="tx2"/>
                  </a:solidFill>
                </a:rPr>
                <a:t>Narrative Generation</a:t>
              </a:r>
              <a:endParaRPr kumimoji="0" lang="en-GB" sz="1500" b="1" i="0" u="none" strike="noStrike" kern="1200" cap="none" spc="0" normalizeH="0" baseline="0" noProof="0" dirty="0">
                <a:ln>
                  <a:noFill/>
                </a:ln>
                <a:solidFill>
                  <a:schemeClr val="tx2"/>
                </a:solidFill>
                <a:effectLst/>
                <a:uLnTx/>
                <a:uFillTx/>
                <a:ea typeface="+mn-ea"/>
                <a:cs typeface="+mn-cs"/>
              </a:endParaRPr>
            </a:p>
            <a:p>
              <a:pPr marR="0" lvl="0" indent="0" fontAlgn="auto">
                <a:lnSpc>
                  <a:spcPct val="110000"/>
                </a:lnSpc>
                <a:spcBef>
                  <a:spcPts val="0"/>
                </a:spcBef>
                <a:spcAft>
                  <a:spcPts val="300"/>
                </a:spcAft>
                <a:buClrTx/>
                <a:buSzTx/>
                <a:buFontTx/>
                <a:buNone/>
                <a:tabLst/>
                <a:defRPr/>
              </a:pPr>
              <a:r>
                <a:rPr lang="en-US" sz="1000" dirty="0"/>
                <a:t>Synthesizes information from multiple sources to automatically generate consistent, compliant text for recurring reporting.</a:t>
              </a:r>
            </a:p>
            <a:p>
              <a:pPr>
                <a:lnSpc>
                  <a:spcPct val="110000"/>
                </a:lnSpc>
                <a:spcAft>
                  <a:spcPts val="600"/>
                </a:spcAft>
                <a:defRPr/>
              </a:pPr>
              <a:r>
                <a:rPr lang="en-US" sz="1500" b="1" dirty="0">
                  <a:solidFill>
                    <a:schemeClr val="tx2"/>
                  </a:solidFill>
                </a:rPr>
                <a:t>Live in the Tax Environment</a:t>
              </a:r>
              <a:r>
                <a:rPr lang="en-US" sz="1500" dirty="0"/>
                <a:t>: </a:t>
              </a:r>
            </a:p>
            <a:p>
              <a:pPr>
                <a:lnSpc>
                  <a:spcPct val="110000"/>
                </a:lnSpc>
                <a:spcAft>
                  <a:spcPts val="600"/>
                </a:spcAft>
                <a:defRPr/>
              </a:pPr>
              <a:r>
                <a:rPr lang="en-US" sz="1000" dirty="0"/>
                <a:t>The </a:t>
              </a:r>
              <a:r>
                <a:rPr lang="en-US" sz="1000" dirty="0" err="1"/>
                <a:t>CbyC</a:t>
              </a:r>
              <a:r>
                <a:rPr lang="en-US" sz="1000" dirty="0"/>
                <a:t> Variance Report Builder consolidates text from various documents to create regulatory-ready narratives, automating the manual drafting process.</a:t>
              </a:r>
            </a:p>
          </p:txBody>
        </p:sp>
        <p:sp>
          <p:nvSpPr>
            <p:cNvPr id="12" name="Rectangle 11">
              <a:extLst>
                <a:ext uri="{FF2B5EF4-FFF2-40B4-BE49-F238E27FC236}">
                  <a16:creationId xmlns:a16="http://schemas.microsoft.com/office/drawing/2014/main" id="{967C0D1C-D758-07DE-FD6E-58B204BAC845}"/>
                </a:ext>
              </a:extLst>
            </p:cNvPr>
            <p:cNvSpPr/>
            <p:nvPr/>
          </p:nvSpPr>
          <p:spPr>
            <a:xfrm>
              <a:off x="5418847" y="1330325"/>
              <a:ext cx="756683" cy="1051066"/>
            </a:xfrm>
            <a:prstGeom prst="rect">
              <a:avLst/>
            </a:prstGeom>
            <a:gradFill>
              <a:gsLst>
                <a:gs pos="100000">
                  <a:schemeClr val="accent1"/>
                </a:gs>
                <a:gs pos="1000">
                  <a:schemeClr val="tx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lnSpc>
                  <a:spcPct val="70000"/>
                </a:lnSpc>
              </a:pPr>
              <a:r>
                <a:rPr lang="en-GB" sz="4000">
                  <a:solidFill>
                    <a:schemeClr val="bg1"/>
                  </a:solidFill>
                  <a:latin typeface="+mj-lt"/>
                </a:rPr>
                <a:t>03</a:t>
              </a:r>
              <a:endParaRPr lang="en-GB" sz="4000" dirty="0" err="1">
                <a:solidFill>
                  <a:schemeClr val="bg1"/>
                </a:solidFill>
                <a:latin typeface="+mj-lt"/>
              </a:endParaRPr>
            </a:p>
          </p:txBody>
        </p:sp>
      </p:grpSp>
      <p:grpSp>
        <p:nvGrpSpPr>
          <p:cNvPr id="21" name="Group 20">
            <a:extLst>
              <a:ext uri="{FF2B5EF4-FFF2-40B4-BE49-F238E27FC236}">
                <a16:creationId xmlns:a16="http://schemas.microsoft.com/office/drawing/2014/main" id="{CDE51600-3E30-2A9E-45AA-C89D748DD9E4}"/>
              </a:ext>
            </a:extLst>
          </p:cNvPr>
          <p:cNvGrpSpPr/>
          <p:nvPr/>
        </p:nvGrpSpPr>
        <p:grpSpPr>
          <a:xfrm>
            <a:off x="7294800" y="1330325"/>
            <a:ext cx="1800000" cy="4554537"/>
            <a:chOff x="7294800" y="1330325"/>
            <a:chExt cx="1800000" cy="4554537"/>
          </a:xfrm>
        </p:grpSpPr>
        <p:sp>
          <p:nvSpPr>
            <p:cNvPr id="14" name="TextBox 13">
              <a:extLst>
                <a:ext uri="{FF2B5EF4-FFF2-40B4-BE49-F238E27FC236}">
                  <a16:creationId xmlns:a16="http://schemas.microsoft.com/office/drawing/2014/main" id="{717335B2-F52E-0DB7-AD2D-29BF9D05CC97}"/>
                </a:ext>
              </a:extLst>
            </p:cNvPr>
            <p:cNvSpPr txBox="1"/>
            <p:nvPr/>
          </p:nvSpPr>
          <p:spPr>
            <a:xfrm>
              <a:off x="7294800" y="1852862"/>
              <a:ext cx="1800000" cy="4032000"/>
            </a:xfrm>
            <a:prstGeom prst="rect">
              <a:avLst/>
            </a:prstGeom>
            <a:solidFill>
              <a:srgbClr val="E5E5E5"/>
            </a:solidFill>
          </p:spPr>
          <p:txBody>
            <a:bodyPr wrap="square" lIns="180000" tIns="720000" rIns="180000" bIns="180000" rtlCol="0">
              <a:noAutofit/>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0" lang="en-GB" sz="1500" b="1" i="0" u="none" strike="noStrike" kern="1200" cap="none" spc="0" normalizeH="0" baseline="0" noProof="0" dirty="0">
                  <a:ln>
                    <a:noFill/>
                  </a:ln>
                  <a:solidFill>
                    <a:schemeClr val="tx2"/>
                  </a:solidFill>
                  <a:effectLst/>
                  <a:uLnTx/>
                  <a:uFillTx/>
                  <a:ea typeface="+mn-ea"/>
                  <a:cs typeface="+mn-cs"/>
                </a:rPr>
                <a:t>AI Compliance Review</a:t>
              </a:r>
            </a:p>
            <a:p>
              <a:pPr marR="0" lvl="0" indent="0" fontAlgn="auto">
                <a:lnSpc>
                  <a:spcPct val="110000"/>
                </a:lnSpc>
                <a:spcBef>
                  <a:spcPts val="0"/>
                </a:spcBef>
                <a:spcAft>
                  <a:spcPts val="300"/>
                </a:spcAft>
                <a:buClrTx/>
                <a:buSzTx/>
                <a:buFontTx/>
                <a:buNone/>
                <a:tabLst/>
                <a:defRPr/>
              </a:pPr>
              <a:r>
                <a:rPr lang="en-US" sz="1000" dirty="0"/>
                <a:t>Provides an AI-powered first-pass review of documents to identify and flag non-compliant terms or specific clauses against external and internal policies.</a:t>
              </a:r>
            </a:p>
            <a:p>
              <a:pPr>
                <a:lnSpc>
                  <a:spcPct val="110000"/>
                </a:lnSpc>
                <a:spcAft>
                  <a:spcPts val="600"/>
                </a:spcAft>
                <a:defRPr/>
              </a:pPr>
              <a:r>
                <a:rPr lang="en-US" sz="1500" b="1" dirty="0">
                  <a:solidFill>
                    <a:schemeClr val="tx2"/>
                  </a:solidFill>
                </a:rPr>
                <a:t>Live in the Tax Environment</a:t>
              </a:r>
              <a:r>
                <a:rPr lang="en-US" sz="1500" dirty="0"/>
                <a:t>: </a:t>
              </a:r>
            </a:p>
            <a:p>
              <a:pPr>
                <a:lnSpc>
                  <a:spcPct val="110000"/>
                </a:lnSpc>
                <a:spcAft>
                  <a:spcPts val="600"/>
                </a:spcAft>
                <a:defRPr/>
              </a:pPr>
              <a:r>
                <a:rPr lang="en-US" sz="1000" dirty="0"/>
                <a:t>Our FDII and SOX agents scan contracts and memos to accelerate expert review and ensure adherence to complex compliance rules.</a:t>
              </a:r>
            </a:p>
          </p:txBody>
        </p:sp>
        <p:sp>
          <p:nvSpPr>
            <p:cNvPr id="15" name="Rectangle 14">
              <a:extLst>
                <a:ext uri="{FF2B5EF4-FFF2-40B4-BE49-F238E27FC236}">
                  <a16:creationId xmlns:a16="http://schemas.microsoft.com/office/drawing/2014/main" id="{E246D268-573E-C19E-E509-180DFAFC246E}"/>
                </a:ext>
              </a:extLst>
            </p:cNvPr>
            <p:cNvSpPr/>
            <p:nvPr/>
          </p:nvSpPr>
          <p:spPr>
            <a:xfrm>
              <a:off x="7517646" y="1330325"/>
              <a:ext cx="756683" cy="1051066"/>
            </a:xfrm>
            <a:prstGeom prst="rect">
              <a:avLst/>
            </a:prstGeom>
            <a:gradFill>
              <a:gsLst>
                <a:gs pos="100000">
                  <a:schemeClr val="accent1"/>
                </a:gs>
                <a:gs pos="1000">
                  <a:schemeClr val="tx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lnSpc>
                  <a:spcPct val="70000"/>
                </a:lnSpc>
              </a:pPr>
              <a:r>
                <a:rPr lang="en-GB" sz="4000">
                  <a:solidFill>
                    <a:schemeClr val="bg1"/>
                  </a:solidFill>
                  <a:latin typeface="+mj-lt"/>
                </a:rPr>
                <a:t>04</a:t>
              </a:r>
              <a:endParaRPr lang="en-GB" sz="4000" dirty="0" err="1">
                <a:solidFill>
                  <a:schemeClr val="bg1"/>
                </a:solidFill>
                <a:latin typeface="+mj-lt"/>
              </a:endParaRPr>
            </a:p>
          </p:txBody>
        </p:sp>
      </p:grpSp>
      <p:grpSp>
        <p:nvGrpSpPr>
          <p:cNvPr id="22" name="Group 21">
            <a:extLst>
              <a:ext uri="{FF2B5EF4-FFF2-40B4-BE49-F238E27FC236}">
                <a16:creationId xmlns:a16="http://schemas.microsoft.com/office/drawing/2014/main" id="{1633A3B6-87F1-3572-26A2-8FE9F16ACAF7}"/>
              </a:ext>
            </a:extLst>
          </p:cNvPr>
          <p:cNvGrpSpPr/>
          <p:nvPr/>
        </p:nvGrpSpPr>
        <p:grpSpPr>
          <a:xfrm>
            <a:off x="9393599" y="1330325"/>
            <a:ext cx="1800000" cy="4554537"/>
            <a:chOff x="9393599" y="1330325"/>
            <a:chExt cx="1800000" cy="4554537"/>
          </a:xfrm>
        </p:grpSpPr>
        <p:sp>
          <p:nvSpPr>
            <p:cNvPr id="17" name="TextBox 16">
              <a:extLst>
                <a:ext uri="{FF2B5EF4-FFF2-40B4-BE49-F238E27FC236}">
                  <a16:creationId xmlns:a16="http://schemas.microsoft.com/office/drawing/2014/main" id="{41A14ED3-AA9E-A57A-A2B8-C674E929A096}"/>
                </a:ext>
              </a:extLst>
            </p:cNvPr>
            <p:cNvSpPr txBox="1"/>
            <p:nvPr/>
          </p:nvSpPr>
          <p:spPr>
            <a:xfrm>
              <a:off x="9393599" y="1852862"/>
              <a:ext cx="1800000" cy="4032000"/>
            </a:xfrm>
            <a:prstGeom prst="rect">
              <a:avLst/>
            </a:prstGeom>
            <a:solidFill>
              <a:srgbClr val="E5E5E5"/>
            </a:solidFill>
          </p:spPr>
          <p:txBody>
            <a:bodyPr wrap="square" lIns="180000" tIns="720000" rIns="180000" bIns="180000" rtlCol="0">
              <a:noAutofit/>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0" lang="en-GB" sz="1500" b="1" i="0" u="none" strike="noStrike" kern="1200" cap="none" spc="0" normalizeH="0" baseline="0" noProof="0" dirty="0">
                  <a:ln>
                    <a:noFill/>
                  </a:ln>
                  <a:solidFill>
                    <a:schemeClr val="tx2"/>
                  </a:solidFill>
                  <a:effectLst/>
                  <a:uLnTx/>
                  <a:uFillTx/>
                  <a:ea typeface="+mn-ea"/>
                  <a:cs typeface="+mn-cs"/>
                </a:rPr>
                <a:t>Knowledge Engine</a:t>
              </a:r>
            </a:p>
            <a:p>
              <a:pPr marL="0" marR="0" lvl="0" indent="0" algn="l" defTabSz="914400" rtl="0" eaLnBrk="1" fontAlgn="auto" latinLnBrk="0" hangingPunct="1">
                <a:lnSpc>
                  <a:spcPct val="110000"/>
                </a:lnSpc>
                <a:spcBef>
                  <a:spcPts val="0"/>
                </a:spcBef>
                <a:spcAft>
                  <a:spcPts val="300"/>
                </a:spcAft>
                <a:buClrTx/>
                <a:buSzTx/>
                <a:buFontTx/>
                <a:buNone/>
                <a:tabLst/>
                <a:defRPr/>
              </a:pPr>
              <a:r>
                <a:rPr lang="en-US" sz="1000" dirty="0"/>
                <a:t>Creates a single, conversational source of truth that provides instant, accurate answers from a complex library of internal knowledge.</a:t>
              </a:r>
            </a:p>
            <a:p>
              <a:pPr>
                <a:lnSpc>
                  <a:spcPct val="110000"/>
                </a:lnSpc>
                <a:spcAft>
                  <a:spcPts val="600"/>
                </a:spcAft>
                <a:defRPr/>
              </a:pPr>
              <a:r>
                <a:rPr lang="en-US" sz="1500" b="1" dirty="0">
                  <a:solidFill>
                    <a:schemeClr val="tx2"/>
                  </a:solidFill>
                </a:rPr>
                <a:t>Live in the Tax Environment</a:t>
              </a:r>
              <a:r>
                <a:rPr lang="en-US" sz="1500" dirty="0"/>
                <a:t>: </a:t>
              </a:r>
            </a:p>
            <a:p>
              <a:pPr>
                <a:lnSpc>
                  <a:spcPct val="110000"/>
                </a:lnSpc>
                <a:spcAft>
                  <a:spcPts val="600"/>
                </a:spcAft>
                <a:defRPr/>
              </a:pPr>
              <a:r>
                <a:rPr lang="en-US" sz="1000" dirty="0"/>
                <a:t>The PIP Research and Tax Knowledge agents allow users to ask questions and get immediate answers from internal policy and research documents.</a:t>
              </a:r>
            </a:p>
            <a:p>
              <a:pPr>
                <a:lnSpc>
                  <a:spcPct val="110000"/>
                </a:lnSpc>
                <a:spcAft>
                  <a:spcPts val="600"/>
                </a:spcAft>
                <a:defRPr/>
              </a:pPr>
              <a:endParaRPr lang="en-US" sz="1000" dirty="0"/>
            </a:p>
          </p:txBody>
        </p:sp>
        <p:sp>
          <p:nvSpPr>
            <p:cNvPr id="18" name="Rectangle 17">
              <a:extLst>
                <a:ext uri="{FF2B5EF4-FFF2-40B4-BE49-F238E27FC236}">
                  <a16:creationId xmlns:a16="http://schemas.microsoft.com/office/drawing/2014/main" id="{3C4702BB-5BB0-5B29-FC7D-4F82B55A4616}"/>
                </a:ext>
              </a:extLst>
            </p:cNvPr>
            <p:cNvSpPr/>
            <p:nvPr/>
          </p:nvSpPr>
          <p:spPr>
            <a:xfrm>
              <a:off x="9616445" y="1330325"/>
              <a:ext cx="756683" cy="1051066"/>
            </a:xfrm>
            <a:prstGeom prst="rect">
              <a:avLst/>
            </a:prstGeom>
            <a:gradFill>
              <a:gsLst>
                <a:gs pos="100000">
                  <a:schemeClr val="accent1"/>
                </a:gs>
                <a:gs pos="1000">
                  <a:schemeClr val="tx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lnSpc>
                  <a:spcPct val="70000"/>
                </a:lnSpc>
              </a:pPr>
              <a:r>
                <a:rPr lang="en-GB" sz="4000">
                  <a:solidFill>
                    <a:schemeClr val="bg1"/>
                  </a:solidFill>
                  <a:latin typeface="+mj-lt"/>
                </a:rPr>
                <a:t>05</a:t>
              </a:r>
              <a:endParaRPr lang="en-GB" sz="4000" dirty="0" err="1">
                <a:solidFill>
                  <a:schemeClr val="bg1"/>
                </a:solidFill>
                <a:latin typeface="+mj-lt"/>
              </a:endParaRPr>
            </a:p>
          </p:txBody>
        </p:sp>
      </p:grpSp>
    </p:spTree>
    <p:extLst>
      <p:ext uri="{BB962C8B-B14F-4D97-AF65-F5344CB8AC3E}">
        <p14:creationId xmlns:p14="http://schemas.microsoft.com/office/powerpoint/2010/main" val="12715769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6C7D37A-8FFF-4078-8456-308B70992DA4}"/>
              </a:ext>
            </a:extLst>
          </p:cNvPr>
          <p:cNvSpPr>
            <a:spLocks noGrp="1"/>
          </p:cNvSpPr>
          <p:nvPr>
            <p:ph type="title"/>
          </p:nvPr>
        </p:nvSpPr>
        <p:spPr/>
        <p:txBody>
          <a:bodyPr wrap="square"/>
          <a:lstStyle/>
          <a:p>
            <a:r>
              <a:rPr lang="en-GB" dirty="0"/>
              <a:t>Copilot Studio Agents (Production Ready February 2026)</a:t>
            </a:r>
          </a:p>
        </p:txBody>
      </p:sp>
      <p:sp>
        <p:nvSpPr>
          <p:cNvPr id="3" name="TextBox 2">
            <a:extLst>
              <a:ext uri="{FF2B5EF4-FFF2-40B4-BE49-F238E27FC236}">
                <a16:creationId xmlns:a16="http://schemas.microsoft.com/office/drawing/2014/main" id="{4EE48F89-2AED-4078-BA17-6E7F6344058A}"/>
              </a:ext>
            </a:extLst>
          </p:cNvPr>
          <p:cNvSpPr txBox="1"/>
          <p:nvPr/>
        </p:nvSpPr>
        <p:spPr>
          <a:xfrm>
            <a:off x="998401" y="1322388"/>
            <a:ext cx="2328862" cy="4672012"/>
          </a:xfrm>
          <a:prstGeom prst="rect">
            <a:avLst/>
          </a:prstGeom>
          <a:solidFill>
            <a:schemeClr val="accent1"/>
          </a:solidFill>
        </p:spPr>
        <p:txBody>
          <a:bodyPr wrap="square" lIns="180000" tIns="720000" rIns="180000" bIns="180000" rtlCol="0">
            <a:noAutofit/>
          </a:bodyPr>
          <a:lstStyle/>
          <a:p>
            <a:pPr marL="0" marR="0" lvl="0" indent="0" algn="l" defTabSz="914400" rtl="0" eaLnBrk="1" fontAlgn="auto" latinLnBrk="0" hangingPunct="1">
              <a:lnSpc>
                <a:spcPct val="70000"/>
              </a:lnSpc>
              <a:spcBef>
                <a:spcPts val="0"/>
              </a:spcBef>
              <a:spcAft>
                <a:spcPts val="1200"/>
              </a:spcAft>
              <a:buClrTx/>
              <a:buSzTx/>
              <a:buFontTx/>
              <a:buNone/>
              <a:tabLst/>
              <a:defRPr/>
            </a:pPr>
            <a:r>
              <a:rPr kumimoji="0" lang="en-GB" sz="5400" b="1" i="0" u="none" strike="noStrike" kern="1200" cap="none" spc="0" normalizeH="0" baseline="0" noProof="0" dirty="0">
                <a:ln>
                  <a:noFill/>
                </a:ln>
                <a:solidFill>
                  <a:schemeClr val="bg1"/>
                </a:solidFill>
                <a:effectLst/>
                <a:uLnTx/>
                <a:uFillTx/>
                <a:latin typeface="+mj-lt"/>
                <a:ea typeface="+mn-ea"/>
                <a:cs typeface="+mn-cs"/>
              </a:rPr>
              <a:t>01</a:t>
            </a:r>
          </a:p>
          <a:p>
            <a:pPr marL="0" marR="0" lvl="0" indent="0" algn="l" defTabSz="914400" rtl="0" eaLnBrk="1" fontAlgn="auto" latinLnBrk="0" hangingPunct="1">
              <a:lnSpc>
                <a:spcPct val="110000"/>
              </a:lnSpc>
              <a:spcBef>
                <a:spcPts val="0"/>
              </a:spcBef>
              <a:spcAft>
                <a:spcPts val="300"/>
              </a:spcAft>
              <a:buClrTx/>
              <a:buSzTx/>
              <a:buFontTx/>
              <a:buNone/>
              <a:tabLst/>
              <a:defRPr/>
            </a:pPr>
            <a:r>
              <a:rPr kumimoji="0" lang="en-GB" sz="1500" b="1" i="0" u="none" strike="noStrike" kern="1200" cap="none" spc="0" normalizeH="0" baseline="0" noProof="0" dirty="0">
                <a:ln>
                  <a:noFill/>
                </a:ln>
                <a:solidFill>
                  <a:schemeClr val="bg1"/>
                </a:solidFill>
                <a:effectLst/>
                <a:uLnTx/>
                <a:uFillTx/>
                <a:ea typeface="+mn-ea"/>
                <a:cs typeface="+mn-cs"/>
              </a:rPr>
              <a:t>Notice Tracker</a:t>
            </a:r>
          </a:p>
          <a:p>
            <a:pPr lvl="0">
              <a:lnSpc>
                <a:spcPct val="110000"/>
              </a:lnSpc>
              <a:spcAft>
                <a:spcPts val="300"/>
              </a:spcAft>
              <a:defRPr/>
            </a:pPr>
            <a:r>
              <a:rPr lang="en-US" sz="1400" dirty="0">
                <a:solidFill>
                  <a:schemeClr val="bg1"/>
                </a:solidFill>
              </a:rPr>
              <a:t>End-to-end solution for the management for all incoming direct and indirect tax notices. The agent uses AI to read scanned documents, extract critical data, and create tasks in Workfront, creating a transparent process that </a:t>
            </a:r>
            <a:r>
              <a:rPr lang="en-US" sz="1400" b="1" dirty="0">
                <a:solidFill>
                  <a:schemeClr val="bg1"/>
                </a:solidFill>
              </a:rPr>
              <a:t>minimizes costly interest payments</a:t>
            </a:r>
            <a:r>
              <a:rPr lang="en-US" sz="1400" dirty="0">
                <a:solidFill>
                  <a:schemeClr val="bg1"/>
                </a:solidFill>
              </a:rPr>
              <a:t>.</a:t>
            </a:r>
            <a:endParaRPr lang="en-GB" sz="1400" dirty="0">
              <a:solidFill>
                <a:schemeClr val="bg1"/>
              </a:solidFill>
            </a:endParaRPr>
          </a:p>
        </p:txBody>
      </p:sp>
      <p:sp>
        <p:nvSpPr>
          <p:cNvPr id="4" name="TextBox 3">
            <a:extLst>
              <a:ext uri="{FF2B5EF4-FFF2-40B4-BE49-F238E27FC236}">
                <a16:creationId xmlns:a16="http://schemas.microsoft.com/office/drawing/2014/main" id="{FF85B0C7-92C5-46CD-A139-F7FBB9AFE222}"/>
              </a:ext>
            </a:extLst>
          </p:cNvPr>
          <p:cNvSpPr txBox="1"/>
          <p:nvPr/>
        </p:nvSpPr>
        <p:spPr>
          <a:xfrm>
            <a:off x="3622676" y="1322388"/>
            <a:ext cx="2328862" cy="4672012"/>
          </a:xfrm>
          <a:prstGeom prst="rect">
            <a:avLst/>
          </a:prstGeom>
          <a:solidFill>
            <a:schemeClr val="accent2"/>
          </a:solidFill>
        </p:spPr>
        <p:txBody>
          <a:bodyPr wrap="square" lIns="180000" tIns="720000" rIns="180000" bIns="180000" rtlCol="0">
            <a:noAutofit/>
          </a:bodyPr>
          <a:lstStyle/>
          <a:p>
            <a:pPr marL="0" marR="0" lvl="0" indent="0" algn="l" defTabSz="914400" rtl="0" eaLnBrk="1" fontAlgn="auto" latinLnBrk="0" hangingPunct="1">
              <a:lnSpc>
                <a:spcPct val="70000"/>
              </a:lnSpc>
              <a:spcBef>
                <a:spcPts val="0"/>
              </a:spcBef>
              <a:spcAft>
                <a:spcPts val="1200"/>
              </a:spcAft>
              <a:buClrTx/>
              <a:buSzTx/>
              <a:buFontTx/>
              <a:buNone/>
              <a:tabLst/>
              <a:defRPr/>
            </a:pPr>
            <a:r>
              <a:rPr kumimoji="0" lang="en-GB" sz="5400" b="1" i="0" u="none" strike="noStrike" kern="1200" cap="none" spc="0" normalizeH="0" baseline="0" noProof="0" dirty="0">
                <a:ln>
                  <a:noFill/>
                </a:ln>
                <a:solidFill>
                  <a:schemeClr val="bg1"/>
                </a:solidFill>
                <a:effectLst/>
                <a:uLnTx/>
                <a:uFillTx/>
                <a:latin typeface="+mj-lt"/>
                <a:ea typeface="+mn-ea"/>
                <a:cs typeface="+mn-cs"/>
              </a:rPr>
              <a:t>02</a:t>
            </a:r>
          </a:p>
          <a:p>
            <a:pPr marL="0" marR="0" lvl="0" indent="0" algn="l" defTabSz="914400" rtl="0" eaLnBrk="1" fontAlgn="auto" latinLnBrk="0" hangingPunct="1">
              <a:lnSpc>
                <a:spcPct val="110000"/>
              </a:lnSpc>
              <a:spcBef>
                <a:spcPts val="0"/>
              </a:spcBef>
              <a:spcAft>
                <a:spcPts val="300"/>
              </a:spcAft>
              <a:buClrTx/>
              <a:buSzTx/>
              <a:buFontTx/>
              <a:buNone/>
              <a:tabLst/>
              <a:defRPr/>
            </a:pPr>
            <a:r>
              <a:rPr kumimoji="0" lang="en-GB" sz="1500" b="1" i="0" u="none" strike="noStrike" kern="1200" cap="none" spc="0" normalizeH="0" baseline="0" noProof="0" dirty="0">
                <a:ln>
                  <a:noFill/>
                </a:ln>
                <a:solidFill>
                  <a:schemeClr val="bg1"/>
                </a:solidFill>
                <a:effectLst/>
                <a:uLnTx/>
                <a:uFillTx/>
                <a:ea typeface="+mn-ea"/>
                <a:cs typeface="+mn-cs"/>
              </a:rPr>
              <a:t>Refund Tracker</a:t>
            </a:r>
          </a:p>
          <a:p>
            <a:pPr marL="0" marR="0" lvl="0" indent="0" algn="l" defTabSz="914400" rtl="0" eaLnBrk="1" fontAlgn="auto" latinLnBrk="0" hangingPunct="1">
              <a:lnSpc>
                <a:spcPct val="110000"/>
              </a:lnSpc>
              <a:spcBef>
                <a:spcPts val="0"/>
              </a:spcBef>
              <a:spcAft>
                <a:spcPts val="300"/>
              </a:spcAft>
              <a:buClrTx/>
              <a:buSzTx/>
              <a:buFontTx/>
              <a:buNone/>
              <a:tabLst/>
              <a:defRPr/>
            </a:pPr>
            <a:r>
              <a:rPr kumimoji="0" lang="en-US" sz="1400" i="0" u="none" strike="noStrike" kern="1200" cap="none" spc="0" normalizeH="0" baseline="0" noProof="0" dirty="0">
                <a:ln>
                  <a:noFill/>
                </a:ln>
                <a:solidFill>
                  <a:schemeClr val="bg1"/>
                </a:solidFill>
                <a:effectLst/>
                <a:uLnTx/>
                <a:uFillTx/>
                <a:ea typeface="+mn-ea"/>
                <a:cs typeface="+mn-cs"/>
              </a:rPr>
              <a:t>End-to-end tracking and action process for all tax refunds. The agent digitizes refund checks and correspondence, extracts key data, and monitors status, ensuring that all refunds are collected in a timely manner &amp; </a:t>
            </a:r>
            <a:r>
              <a:rPr kumimoji="0" lang="en-US" sz="1400" b="1" i="0" u="none" strike="noStrike" kern="1200" cap="none" spc="0" normalizeH="0" baseline="0" noProof="0" dirty="0">
                <a:ln>
                  <a:noFill/>
                </a:ln>
                <a:solidFill>
                  <a:schemeClr val="bg1"/>
                </a:solidFill>
                <a:effectLst/>
                <a:uLnTx/>
                <a:uFillTx/>
                <a:ea typeface="+mn-ea"/>
                <a:cs typeface="+mn-cs"/>
              </a:rPr>
              <a:t>accelerating cash recovery for the company.</a:t>
            </a:r>
            <a:endParaRPr kumimoji="0" lang="en-GB" sz="1500" b="1" i="0" u="none" strike="noStrike" kern="1200" cap="none" spc="0" normalizeH="0" baseline="0" noProof="0" dirty="0">
              <a:ln>
                <a:noFill/>
              </a:ln>
              <a:solidFill>
                <a:schemeClr val="bg1"/>
              </a:solidFill>
              <a:effectLst/>
              <a:uLnTx/>
              <a:uFillTx/>
              <a:ea typeface="+mn-ea"/>
              <a:cs typeface="+mn-cs"/>
            </a:endParaRPr>
          </a:p>
        </p:txBody>
      </p:sp>
      <p:sp>
        <p:nvSpPr>
          <p:cNvPr id="6" name="TextBox 5">
            <a:extLst>
              <a:ext uri="{FF2B5EF4-FFF2-40B4-BE49-F238E27FC236}">
                <a16:creationId xmlns:a16="http://schemas.microsoft.com/office/drawing/2014/main" id="{F97B34E2-14C1-4E61-9DAF-12A611A18605}"/>
              </a:ext>
            </a:extLst>
          </p:cNvPr>
          <p:cNvSpPr txBox="1"/>
          <p:nvPr/>
        </p:nvSpPr>
        <p:spPr>
          <a:xfrm>
            <a:off x="6240464" y="1322388"/>
            <a:ext cx="2328862" cy="4672012"/>
          </a:xfrm>
          <a:prstGeom prst="rect">
            <a:avLst/>
          </a:prstGeom>
          <a:solidFill>
            <a:schemeClr val="accent3"/>
          </a:solidFill>
        </p:spPr>
        <p:txBody>
          <a:bodyPr wrap="square" lIns="180000" tIns="720000" rIns="180000" bIns="180000" rtlCol="0">
            <a:noAutofit/>
          </a:bodyPr>
          <a:lstStyle/>
          <a:p>
            <a:pPr marL="0" marR="0" lvl="0" indent="0" algn="l" defTabSz="914400" rtl="0" eaLnBrk="1" fontAlgn="auto" latinLnBrk="0" hangingPunct="1">
              <a:lnSpc>
                <a:spcPct val="70000"/>
              </a:lnSpc>
              <a:spcBef>
                <a:spcPts val="0"/>
              </a:spcBef>
              <a:spcAft>
                <a:spcPts val="1200"/>
              </a:spcAft>
              <a:buClrTx/>
              <a:buSzTx/>
              <a:buFontTx/>
              <a:buNone/>
              <a:tabLst/>
              <a:defRPr/>
            </a:pPr>
            <a:r>
              <a:rPr kumimoji="0" lang="en-GB" sz="5400" b="1" i="0" u="none" strike="noStrike" kern="1200" cap="none" spc="0" normalizeH="0" baseline="0" noProof="0" dirty="0">
                <a:ln>
                  <a:noFill/>
                </a:ln>
                <a:solidFill>
                  <a:schemeClr val="bg1"/>
                </a:solidFill>
                <a:effectLst/>
                <a:uLnTx/>
                <a:uFillTx/>
                <a:latin typeface="+mj-lt"/>
                <a:ea typeface="+mn-ea"/>
                <a:cs typeface="+mn-cs"/>
              </a:rPr>
              <a:t>03</a:t>
            </a:r>
          </a:p>
          <a:p>
            <a:pPr marL="0" marR="0" lvl="0" indent="0" algn="l" defTabSz="914400" rtl="0" eaLnBrk="1" fontAlgn="auto" latinLnBrk="0" hangingPunct="1">
              <a:lnSpc>
                <a:spcPct val="110000"/>
              </a:lnSpc>
              <a:spcBef>
                <a:spcPts val="0"/>
              </a:spcBef>
              <a:spcAft>
                <a:spcPts val="300"/>
              </a:spcAft>
              <a:buClrTx/>
              <a:buSzTx/>
              <a:buFontTx/>
              <a:buNone/>
              <a:tabLst/>
              <a:defRPr/>
            </a:pPr>
            <a:r>
              <a:rPr kumimoji="0" lang="en-GB" sz="1500" b="1" i="0" u="none" strike="noStrike" kern="1200" cap="none" spc="0" normalizeH="0" baseline="0" noProof="0" dirty="0">
                <a:ln>
                  <a:noFill/>
                </a:ln>
                <a:solidFill>
                  <a:schemeClr val="bg1"/>
                </a:solidFill>
                <a:effectLst/>
                <a:uLnTx/>
                <a:uFillTx/>
                <a:ea typeface="+mn-ea"/>
                <a:cs typeface="+mn-cs"/>
              </a:rPr>
              <a:t>Country by Country Variance Reporting</a:t>
            </a:r>
          </a:p>
          <a:p>
            <a:pPr lvl="0">
              <a:lnSpc>
                <a:spcPct val="110000"/>
              </a:lnSpc>
              <a:spcAft>
                <a:spcPts val="300"/>
              </a:spcAft>
              <a:defRPr/>
            </a:pPr>
            <a:r>
              <a:rPr lang="en-US" sz="1400" dirty="0">
                <a:solidFill>
                  <a:schemeClr val="bg1"/>
                </a:solidFill>
              </a:rPr>
              <a:t>Automates the creation of </a:t>
            </a:r>
            <a:r>
              <a:rPr lang="en-US" sz="1400" dirty="0" err="1">
                <a:solidFill>
                  <a:schemeClr val="bg1"/>
                </a:solidFill>
              </a:rPr>
              <a:t>CbyC</a:t>
            </a:r>
            <a:r>
              <a:rPr lang="en-US" sz="1400" dirty="0">
                <a:solidFill>
                  <a:schemeClr val="bg1"/>
                </a:solidFill>
              </a:rPr>
              <a:t> report narratives by consolidating text from multiple sources into a compliant format. This </a:t>
            </a:r>
            <a:r>
              <a:rPr lang="en-US" sz="1400" b="1" dirty="0">
                <a:solidFill>
                  <a:schemeClr val="bg1"/>
                </a:solidFill>
              </a:rPr>
              <a:t>saves hours of manual drafting</a:t>
            </a:r>
            <a:r>
              <a:rPr lang="en-US" sz="1400" dirty="0">
                <a:solidFill>
                  <a:schemeClr val="bg1"/>
                </a:solidFill>
              </a:rPr>
              <a:t>,  ensures lexicon compliance, and </a:t>
            </a:r>
            <a:r>
              <a:rPr lang="en-US" sz="1400" b="1" dirty="0">
                <a:solidFill>
                  <a:schemeClr val="bg1"/>
                </a:solidFill>
              </a:rPr>
              <a:t>frees senior analysts for high-value review.</a:t>
            </a:r>
            <a:endParaRPr kumimoji="0" lang="en-GB" sz="1500" b="1" i="0" u="none" strike="noStrike" kern="1200" cap="none" spc="0" normalizeH="0" baseline="0" noProof="0" dirty="0">
              <a:ln>
                <a:noFill/>
              </a:ln>
              <a:solidFill>
                <a:schemeClr val="bg1"/>
              </a:solidFill>
              <a:effectLst/>
              <a:uLnTx/>
              <a:uFillTx/>
              <a:ea typeface="+mn-ea"/>
              <a:cs typeface="+mn-cs"/>
            </a:endParaRPr>
          </a:p>
        </p:txBody>
      </p:sp>
      <p:sp>
        <p:nvSpPr>
          <p:cNvPr id="7" name="TextBox 6">
            <a:extLst>
              <a:ext uri="{FF2B5EF4-FFF2-40B4-BE49-F238E27FC236}">
                <a16:creationId xmlns:a16="http://schemas.microsoft.com/office/drawing/2014/main" id="{80E38484-DF00-4E65-B1DD-DB489D153F7A}"/>
              </a:ext>
            </a:extLst>
          </p:cNvPr>
          <p:cNvSpPr txBox="1"/>
          <p:nvPr/>
        </p:nvSpPr>
        <p:spPr>
          <a:xfrm>
            <a:off x="8870951" y="1322388"/>
            <a:ext cx="2328862" cy="4672012"/>
          </a:xfrm>
          <a:prstGeom prst="rect">
            <a:avLst/>
          </a:prstGeom>
          <a:solidFill>
            <a:schemeClr val="accent5"/>
          </a:solidFill>
        </p:spPr>
        <p:txBody>
          <a:bodyPr wrap="square" lIns="180000" tIns="720000" rIns="180000" bIns="180000" rtlCol="0">
            <a:noAutofit/>
          </a:bodyPr>
          <a:lstStyle/>
          <a:p>
            <a:pPr marL="0" marR="0" lvl="0" indent="0" algn="l" defTabSz="914400" rtl="0" eaLnBrk="1" fontAlgn="auto" latinLnBrk="0" hangingPunct="1">
              <a:lnSpc>
                <a:spcPct val="70000"/>
              </a:lnSpc>
              <a:spcBef>
                <a:spcPts val="0"/>
              </a:spcBef>
              <a:spcAft>
                <a:spcPts val="1200"/>
              </a:spcAft>
              <a:buClrTx/>
              <a:buSzTx/>
              <a:buFontTx/>
              <a:buNone/>
              <a:tabLst/>
              <a:defRPr/>
            </a:pPr>
            <a:r>
              <a:rPr kumimoji="0" lang="en-GB" sz="5400" b="1" i="0" u="none" strike="noStrike" kern="1200" cap="none" spc="0" normalizeH="0" baseline="0" noProof="0" dirty="0">
                <a:ln>
                  <a:noFill/>
                </a:ln>
                <a:solidFill>
                  <a:schemeClr val="bg1"/>
                </a:solidFill>
                <a:effectLst/>
                <a:uLnTx/>
                <a:uFillTx/>
                <a:latin typeface="+mj-lt"/>
                <a:ea typeface="+mn-ea"/>
                <a:cs typeface="+mn-cs"/>
              </a:rPr>
              <a:t>04</a:t>
            </a:r>
          </a:p>
          <a:p>
            <a:pPr marL="0" marR="0" lvl="0" indent="0" algn="l" defTabSz="914400" rtl="0" eaLnBrk="1" fontAlgn="auto" latinLnBrk="0" hangingPunct="1">
              <a:lnSpc>
                <a:spcPct val="110000"/>
              </a:lnSpc>
              <a:spcBef>
                <a:spcPts val="0"/>
              </a:spcBef>
              <a:spcAft>
                <a:spcPts val="300"/>
              </a:spcAft>
              <a:buClrTx/>
              <a:buSzTx/>
              <a:buFontTx/>
              <a:buNone/>
              <a:tabLst/>
              <a:defRPr/>
            </a:pPr>
            <a:r>
              <a:rPr kumimoji="0" lang="en-GB" sz="1500" b="1" i="0" u="none" strike="noStrike" kern="1200" cap="none" spc="0" normalizeH="0" baseline="0" noProof="0" dirty="0">
                <a:ln>
                  <a:noFill/>
                </a:ln>
                <a:solidFill>
                  <a:schemeClr val="bg1"/>
                </a:solidFill>
                <a:effectLst/>
                <a:uLnTx/>
                <a:uFillTx/>
                <a:ea typeface="+mn-ea"/>
                <a:cs typeface="+mn-cs"/>
              </a:rPr>
              <a:t>Commercial Domicile</a:t>
            </a:r>
          </a:p>
          <a:p>
            <a:pPr>
              <a:lnSpc>
                <a:spcPct val="110000"/>
              </a:lnSpc>
              <a:spcAft>
                <a:spcPts val="600"/>
              </a:spcAft>
              <a:defRPr/>
            </a:pPr>
            <a:r>
              <a:rPr kumimoji="0" lang="en-US" sz="1400" b="0" i="0" u="none" strike="noStrike" kern="1200" cap="none" spc="0" normalizeH="0" baseline="0" noProof="0" dirty="0">
                <a:ln>
                  <a:noFill/>
                </a:ln>
                <a:solidFill>
                  <a:schemeClr val="bg1"/>
                </a:solidFill>
                <a:effectLst/>
                <a:uLnTx/>
                <a:uFillTx/>
                <a:ea typeface="+mn-ea"/>
                <a:cs typeface="+mn-cs"/>
              </a:rPr>
              <a:t>An agent integrated directly within Excel that executes the extensive research of determining an entity’s commercial domicile. It performs live web- search and updates the sheet, </a:t>
            </a:r>
            <a:r>
              <a:rPr kumimoji="0" lang="en-US" sz="1400" b="1" i="0" u="none" strike="noStrike" kern="1200" cap="none" spc="0" normalizeH="0" baseline="0" noProof="0" dirty="0">
                <a:ln>
                  <a:noFill/>
                </a:ln>
                <a:solidFill>
                  <a:schemeClr val="bg1"/>
                </a:solidFill>
                <a:effectLst/>
                <a:uLnTx/>
                <a:uFillTx/>
                <a:ea typeface="+mn-ea"/>
                <a:cs typeface="+mn-cs"/>
              </a:rPr>
              <a:t>saving the department hours and enabling faster, more accurate tax planning.</a:t>
            </a:r>
            <a:r>
              <a:rPr kumimoji="0" lang="en-GB" sz="1400" b="1" i="0" u="none" strike="noStrike" kern="1200" cap="none" spc="0" normalizeH="0" baseline="0" noProof="0" dirty="0">
                <a:ln>
                  <a:noFill/>
                </a:ln>
                <a:solidFill>
                  <a:schemeClr val="bg1"/>
                </a:solidFill>
                <a:effectLst/>
                <a:uLnTx/>
                <a:uFillTx/>
                <a:ea typeface="+mn-ea"/>
                <a:cs typeface="+mn-cs"/>
              </a:rPr>
              <a:t>.</a:t>
            </a:r>
          </a:p>
        </p:txBody>
      </p:sp>
    </p:spTree>
    <p:extLst>
      <p:ext uri="{BB962C8B-B14F-4D97-AF65-F5344CB8AC3E}">
        <p14:creationId xmlns:p14="http://schemas.microsoft.com/office/powerpoint/2010/main" val="1831723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49CF2-A2B6-4752-8F65-961C895FF4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737ACA-1FD0-D69F-472D-45E56B543570}"/>
              </a:ext>
            </a:extLst>
          </p:cNvPr>
          <p:cNvSpPr>
            <a:spLocks noGrp="1"/>
          </p:cNvSpPr>
          <p:nvPr>
            <p:ph type="title"/>
          </p:nvPr>
        </p:nvSpPr>
        <p:spPr/>
        <p:txBody>
          <a:bodyPr/>
          <a:lstStyle/>
          <a:p>
            <a:r>
              <a:rPr lang="en-US" dirty="0"/>
              <a:t>Indirect Tax Notice Data Flow/Architecture</a:t>
            </a:r>
          </a:p>
        </p:txBody>
      </p:sp>
      <p:pic>
        <p:nvPicPr>
          <p:cNvPr id="4" name="Picture 28" descr="sharepoint logo PNG, SVG vector">
            <a:extLst>
              <a:ext uri="{FF2B5EF4-FFF2-40B4-BE49-F238E27FC236}">
                <a16:creationId xmlns:a16="http://schemas.microsoft.com/office/drawing/2014/main" id="{B5AFBB22-7680-2FC3-962B-7D87684BC7E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215" t="9214" r="18979" b="9033"/>
          <a:stretch>
            <a:fillRect/>
          </a:stretch>
        </p:blipFill>
        <p:spPr bwMode="auto">
          <a:xfrm>
            <a:off x="532472" y="2971800"/>
            <a:ext cx="462892" cy="457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E4E9F8B-E35A-22D9-D1B6-412F0A7D490F}"/>
              </a:ext>
            </a:extLst>
          </p:cNvPr>
          <p:cNvSpPr txBox="1"/>
          <p:nvPr/>
        </p:nvSpPr>
        <p:spPr>
          <a:xfrm>
            <a:off x="134853" y="3540016"/>
            <a:ext cx="1258130" cy="954107"/>
          </a:xfrm>
          <a:prstGeom prst="rect">
            <a:avLst/>
          </a:prstGeom>
          <a:noFill/>
        </p:spPr>
        <p:txBody>
          <a:bodyPr wrap="square" rtlCol="0">
            <a:spAutoFit/>
          </a:bodyPr>
          <a:lstStyle/>
          <a:p>
            <a:pPr algn="ctr"/>
            <a:r>
              <a:rPr lang="en-US" sz="1400" dirty="0">
                <a:solidFill>
                  <a:srgbClr val="002060"/>
                </a:solidFill>
              </a:rPr>
              <a:t>New Scanned Notice or Refund</a:t>
            </a:r>
          </a:p>
        </p:txBody>
      </p:sp>
      <p:cxnSp>
        <p:nvCxnSpPr>
          <p:cNvPr id="6" name="Straight Arrow Connector 5">
            <a:extLst>
              <a:ext uri="{FF2B5EF4-FFF2-40B4-BE49-F238E27FC236}">
                <a16:creationId xmlns:a16="http://schemas.microsoft.com/office/drawing/2014/main" id="{AC89F067-7F8F-A0F6-B1FB-C574C380F0C2}"/>
              </a:ext>
            </a:extLst>
          </p:cNvPr>
          <p:cNvCxnSpPr>
            <a:cxnSpLocks/>
          </p:cNvCxnSpPr>
          <p:nvPr/>
        </p:nvCxnSpPr>
        <p:spPr>
          <a:xfrm>
            <a:off x="1297563" y="3258029"/>
            <a:ext cx="274320" cy="0"/>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20" descr="Microsoft Power Automate - Iglu tech group ltd">
            <a:extLst>
              <a:ext uri="{FF2B5EF4-FFF2-40B4-BE49-F238E27FC236}">
                <a16:creationId xmlns:a16="http://schemas.microsoft.com/office/drawing/2014/main" id="{8F30EF92-29C2-3634-97A4-1C6D30E367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4082" y="2926080"/>
            <a:ext cx="548640" cy="54864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028CA510-C5F8-5483-8708-BF7B8033E97A}"/>
              </a:ext>
            </a:extLst>
          </p:cNvPr>
          <p:cNvSpPr txBox="1"/>
          <p:nvPr/>
        </p:nvSpPr>
        <p:spPr>
          <a:xfrm>
            <a:off x="1519337" y="3540015"/>
            <a:ext cx="1258130" cy="738664"/>
          </a:xfrm>
          <a:prstGeom prst="rect">
            <a:avLst/>
          </a:prstGeom>
          <a:noFill/>
        </p:spPr>
        <p:txBody>
          <a:bodyPr wrap="square" rtlCol="0">
            <a:spAutoFit/>
          </a:bodyPr>
          <a:lstStyle/>
          <a:p>
            <a:pPr algn="ctr"/>
            <a:r>
              <a:rPr lang="en-US" sz="1400" dirty="0">
                <a:solidFill>
                  <a:srgbClr val="002060"/>
                </a:solidFill>
              </a:rPr>
              <a:t>Power Automate Trigger</a:t>
            </a:r>
          </a:p>
        </p:txBody>
      </p:sp>
      <p:cxnSp>
        <p:nvCxnSpPr>
          <p:cNvPr id="9" name="Straight Arrow Connector 8">
            <a:extLst>
              <a:ext uri="{FF2B5EF4-FFF2-40B4-BE49-F238E27FC236}">
                <a16:creationId xmlns:a16="http://schemas.microsoft.com/office/drawing/2014/main" id="{D11DDC73-38C5-EB83-9B39-45897CDB52BA}"/>
              </a:ext>
            </a:extLst>
          </p:cNvPr>
          <p:cNvCxnSpPr>
            <a:cxnSpLocks/>
          </p:cNvCxnSpPr>
          <p:nvPr/>
        </p:nvCxnSpPr>
        <p:spPr>
          <a:xfrm>
            <a:off x="2683915" y="3260216"/>
            <a:ext cx="274320" cy="0"/>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9AE51511-5EC6-BF4B-68EC-950326614A6C}"/>
              </a:ext>
            </a:extLst>
          </p:cNvPr>
          <p:cNvSpPr/>
          <p:nvPr/>
        </p:nvSpPr>
        <p:spPr>
          <a:xfrm>
            <a:off x="647334" y="5862001"/>
            <a:ext cx="11055727" cy="7386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10" name="Rectangle: Rounded Corners 9">
            <a:extLst>
              <a:ext uri="{FF2B5EF4-FFF2-40B4-BE49-F238E27FC236}">
                <a16:creationId xmlns:a16="http://schemas.microsoft.com/office/drawing/2014/main" id="{E067A76B-A4C5-17FE-CEE1-1469ADB82330}"/>
              </a:ext>
            </a:extLst>
          </p:cNvPr>
          <p:cNvSpPr/>
          <p:nvPr/>
        </p:nvSpPr>
        <p:spPr>
          <a:xfrm>
            <a:off x="3135058" y="1257609"/>
            <a:ext cx="2580272" cy="4733223"/>
          </a:xfrm>
          <a:prstGeom prst="roundRect">
            <a:avLst/>
          </a:prstGeom>
          <a:solidFill>
            <a:schemeClr val="accent3">
              <a:lumMod val="10000"/>
              <a:lumOff val="90000"/>
            </a:schemeClr>
          </a:solidFill>
          <a:ln>
            <a:solidFill>
              <a:srgbClr val="1490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1D40A7E-931E-B9F8-B20D-892D1FA05C36}"/>
              </a:ext>
            </a:extLst>
          </p:cNvPr>
          <p:cNvSpPr txBox="1"/>
          <p:nvPr/>
        </p:nvSpPr>
        <p:spPr>
          <a:xfrm>
            <a:off x="3322726" y="930902"/>
            <a:ext cx="2204937" cy="307777"/>
          </a:xfrm>
          <a:prstGeom prst="rect">
            <a:avLst/>
          </a:prstGeom>
          <a:noFill/>
        </p:spPr>
        <p:txBody>
          <a:bodyPr wrap="square" rtlCol="0">
            <a:spAutoFit/>
          </a:bodyPr>
          <a:lstStyle/>
          <a:p>
            <a:pPr algn="ctr"/>
            <a:r>
              <a:rPr lang="en-US" sz="1400">
                <a:solidFill>
                  <a:srgbClr val="002060"/>
                </a:solidFill>
              </a:rPr>
              <a:t>Power Automate Flow</a:t>
            </a:r>
          </a:p>
        </p:txBody>
      </p:sp>
      <p:sp>
        <p:nvSpPr>
          <p:cNvPr id="12" name="TextBox 11">
            <a:extLst>
              <a:ext uri="{FF2B5EF4-FFF2-40B4-BE49-F238E27FC236}">
                <a16:creationId xmlns:a16="http://schemas.microsoft.com/office/drawing/2014/main" id="{52F2F99F-62AE-E518-D5D1-CE303CB30E05}"/>
              </a:ext>
            </a:extLst>
          </p:cNvPr>
          <p:cNvSpPr txBox="1"/>
          <p:nvPr/>
        </p:nvSpPr>
        <p:spPr>
          <a:xfrm>
            <a:off x="3231623" y="3669688"/>
            <a:ext cx="2387143" cy="738664"/>
          </a:xfrm>
          <a:prstGeom prst="rect">
            <a:avLst/>
          </a:prstGeom>
          <a:noFill/>
        </p:spPr>
        <p:txBody>
          <a:bodyPr wrap="square" rtlCol="0">
            <a:spAutoFit/>
          </a:bodyPr>
          <a:lstStyle/>
          <a:p>
            <a:pPr algn="ctr"/>
            <a:r>
              <a:rPr lang="en-US" sz="1400">
                <a:solidFill>
                  <a:srgbClr val="002060"/>
                </a:solidFill>
              </a:rPr>
              <a:t>Search Gold Calendar for Primary Return ID; Return Name (ex. CO-06-LO-49)</a:t>
            </a:r>
          </a:p>
        </p:txBody>
      </p:sp>
      <p:sp>
        <p:nvSpPr>
          <p:cNvPr id="13" name="TextBox 12">
            <a:extLst>
              <a:ext uri="{FF2B5EF4-FFF2-40B4-BE49-F238E27FC236}">
                <a16:creationId xmlns:a16="http://schemas.microsoft.com/office/drawing/2014/main" id="{1DC76727-AD04-AC97-C9A0-CC638D06412D}"/>
              </a:ext>
            </a:extLst>
          </p:cNvPr>
          <p:cNvSpPr txBox="1"/>
          <p:nvPr/>
        </p:nvSpPr>
        <p:spPr>
          <a:xfrm>
            <a:off x="3213602" y="2053219"/>
            <a:ext cx="2423184" cy="738664"/>
          </a:xfrm>
          <a:prstGeom prst="rect">
            <a:avLst/>
          </a:prstGeom>
          <a:noFill/>
        </p:spPr>
        <p:txBody>
          <a:bodyPr wrap="square" rtlCol="0">
            <a:spAutoFit/>
          </a:bodyPr>
          <a:lstStyle/>
          <a:p>
            <a:pPr algn="ctr"/>
            <a:r>
              <a:rPr lang="en-US" sz="1400">
                <a:solidFill>
                  <a:srgbClr val="002060"/>
                </a:solidFill>
              </a:rPr>
              <a:t>Content Understanding to extract Primary Return ID and other data points </a:t>
            </a:r>
          </a:p>
        </p:txBody>
      </p:sp>
      <p:cxnSp>
        <p:nvCxnSpPr>
          <p:cNvPr id="14" name="Straight Arrow Connector 13">
            <a:extLst>
              <a:ext uri="{FF2B5EF4-FFF2-40B4-BE49-F238E27FC236}">
                <a16:creationId xmlns:a16="http://schemas.microsoft.com/office/drawing/2014/main" id="{4E60DE98-3563-EBAF-A2E5-68AA8A9F9EFC}"/>
              </a:ext>
            </a:extLst>
          </p:cNvPr>
          <p:cNvCxnSpPr>
            <a:cxnSpLocks/>
          </p:cNvCxnSpPr>
          <p:nvPr/>
        </p:nvCxnSpPr>
        <p:spPr>
          <a:xfrm>
            <a:off x="4425194" y="4423715"/>
            <a:ext cx="0" cy="182880"/>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CA4070C-A596-9B69-FCD3-10CD3DC30936}"/>
              </a:ext>
            </a:extLst>
          </p:cNvPr>
          <p:cNvCxnSpPr>
            <a:cxnSpLocks/>
          </p:cNvCxnSpPr>
          <p:nvPr/>
        </p:nvCxnSpPr>
        <p:spPr>
          <a:xfrm>
            <a:off x="4425194" y="2834640"/>
            <a:ext cx="0" cy="182880"/>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pic>
        <p:nvPicPr>
          <p:cNvPr id="16" name="Picture 4" descr="Mobile Salon | Utah | Dapper &amp; Dash">
            <a:extLst>
              <a:ext uri="{FF2B5EF4-FFF2-40B4-BE49-F238E27FC236}">
                <a16:creationId xmlns:a16="http://schemas.microsoft.com/office/drawing/2014/main" id="{33C9253D-5916-2B21-1FED-8DE5F528B8B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5622" t="13222" r="36893" b="46428"/>
          <a:stretch>
            <a:fillRect/>
          </a:stretch>
        </p:blipFill>
        <p:spPr bwMode="auto">
          <a:xfrm>
            <a:off x="4150910" y="3111583"/>
            <a:ext cx="548568" cy="54864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Microsoft Power Automate - Iglu tech group ltd">
            <a:extLst>
              <a:ext uri="{FF2B5EF4-FFF2-40B4-BE49-F238E27FC236}">
                <a16:creationId xmlns:a16="http://schemas.microsoft.com/office/drawing/2014/main" id="{7C88DF26-8658-8A92-7E01-3891247311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8235" y="1143675"/>
            <a:ext cx="548640" cy="54864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38" descr="What is the Microsoft Power Platform? - Browser London">
            <a:extLst>
              <a:ext uri="{FF2B5EF4-FFF2-40B4-BE49-F238E27FC236}">
                <a16:creationId xmlns:a16="http://schemas.microsoft.com/office/drawing/2014/main" id="{877B0D64-068C-DA1F-F602-5C536DA17B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91678" y="664699"/>
            <a:ext cx="548640" cy="54864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30" descr="Azure AI Studio - Pricing | Microsoft Azure">
            <a:extLst>
              <a:ext uri="{FF2B5EF4-FFF2-40B4-BE49-F238E27FC236}">
                <a16:creationId xmlns:a16="http://schemas.microsoft.com/office/drawing/2014/main" id="{391B446D-3544-5AB1-F31B-25F20E3B0EB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9093" t="8248" r="29147" b="9466"/>
          <a:stretch>
            <a:fillRect/>
          </a:stretch>
        </p:blipFill>
        <p:spPr bwMode="auto">
          <a:xfrm>
            <a:off x="4131694" y="1435021"/>
            <a:ext cx="587001" cy="54864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E2855ABC-2D0C-D2E1-0062-2BF928BA0624}"/>
              </a:ext>
            </a:extLst>
          </p:cNvPr>
          <p:cNvSpPr txBox="1"/>
          <p:nvPr/>
        </p:nvSpPr>
        <p:spPr>
          <a:xfrm>
            <a:off x="6757283" y="1317833"/>
            <a:ext cx="3217430" cy="523220"/>
          </a:xfrm>
          <a:prstGeom prst="rect">
            <a:avLst/>
          </a:prstGeom>
          <a:noFill/>
        </p:spPr>
        <p:txBody>
          <a:bodyPr wrap="square" rtlCol="0">
            <a:spAutoFit/>
          </a:bodyPr>
          <a:lstStyle/>
          <a:p>
            <a:pPr algn="ctr"/>
            <a:r>
              <a:rPr lang="en-US" sz="1400">
                <a:solidFill>
                  <a:srgbClr val="002060"/>
                </a:solidFill>
              </a:rPr>
              <a:t>Display Dataverse table in PowerApps dashboard for human review</a:t>
            </a:r>
          </a:p>
        </p:txBody>
      </p:sp>
      <p:pic>
        <p:nvPicPr>
          <p:cNvPr id="21" name="Picture 2" descr="Intelligent Business Applications for Growth | Light Reply">
            <a:extLst>
              <a:ext uri="{FF2B5EF4-FFF2-40B4-BE49-F238E27FC236}">
                <a16:creationId xmlns:a16="http://schemas.microsoft.com/office/drawing/2014/main" id="{5C98E626-6FA8-3F50-C64C-FD4E2402EB6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13518" y="4751966"/>
            <a:ext cx="623353" cy="478480"/>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46F4A261-C477-B89E-A62C-428A562A8288}"/>
              </a:ext>
            </a:extLst>
          </p:cNvPr>
          <p:cNvSpPr txBox="1"/>
          <p:nvPr/>
        </p:nvSpPr>
        <p:spPr>
          <a:xfrm>
            <a:off x="3231623" y="5338781"/>
            <a:ext cx="2387143" cy="523220"/>
          </a:xfrm>
          <a:prstGeom prst="rect">
            <a:avLst/>
          </a:prstGeom>
          <a:noFill/>
        </p:spPr>
        <p:txBody>
          <a:bodyPr wrap="square" rtlCol="0">
            <a:spAutoFit/>
          </a:bodyPr>
          <a:lstStyle/>
          <a:p>
            <a:pPr algn="ctr"/>
            <a:r>
              <a:rPr lang="en-US" sz="1400">
                <a:solidFill>
                  <a:srgbClr val="002060"/>
                </a:solidFill>
              </a:rPr>
              <a:t>Add row in Dataverse table with all data points</a:t>
            </a:r>
          </a:p>
        </p:txBody>
      </p:sp>
      <p:graphicFrame>
        <p:nvGraphicFramePr>
          <p:cNvPr id="23" name="Table 22">
            <a:extLst>
              <a:ext uri="{FF2B5EF4-FFF2-40B4-BE49-F238E27FC236}">
                <a16:creationId xmlns:a16="http://schemas.microsoft.com/office/drawing/2014/main" id="{96865BA4-3700-8634-7252-32EDFD5FB897}"/>
              </a:ext>
            </a:extLst>
          </p:cNvPr>
          <p:cNvGraphicFramePr>
            <a:graphicFrameLocks noGrp="1"/>
          </p:cNvGraphicFramePr>
          <p:nvPr>
            <p:extLst>
              <p:ext uri="{D42A27DB-BD31-4B8C-83A1-F6EECF244321}">
                <p14:modId xmlns:p14="http://schemas.microsoft.com/office/powerpoint/2010/main" val="2230168954"/>
              </p:ext>
            </p:extLst>
          </p:nvPr>
        </p:nvGraphicFramePr>
        <p:xfrm>
          <a:off x="6561968" y="1869628"/>
          <a:ext cx="3487462" cy="4785360"/>
        </p:xfrm>
        <a:graphic>
          <a:graphicData uri="http://schemas.openxmlformats.org/drawingml/2006/table">
            <a:tbl>
              <a:tblPr firstRow="1" bandRow="1">
                <a:tableStyleId>{5940675A-B579-460E-94D1-54222C63F5DA}</a:tableStyleId>
              </a:tblPr>
              <a:tblGrid>
                <a:gridCol w="1303163">
                  <a:extLst>
                    <a:ext uri="{9D8B030D-6E8A-4147-A177-3AD203B41FA5}">
                      <a16:colId xmlns:a16="http://schemas.microsoft.com/office/drawing/2014/main" val="3402411518"/>
                    </a:ext>
                  </a:extLst>
                </a:gridCol>
                <a:gridCol w="2184299">
                  <a:extLst>
                    <a:ext uri="{9D8B030D-6E8A-4147-A177-3AD203B41FA5}">
                      <a16:colId xmlns:a16="http://schemas.microsoft.com/office/drawing/2014/main" val="513510413"/>
                    </a:ext>
                  </a:extLst>
                </a:gridCol>
              </a:tblGrid>
              <a:tr h="192494">
                <a:tc>
                  <a:txBody>
                    <a:bodyPr/>
                    <a:lstStyle/>
                    <a:p>
                      <a:r>
                        <a:rPr lang="en-US" sz="1000" b="1"/>
                        <a:t>Source</a:t>
                      </a:r>
                    </a:p>
                  </a:txBody>
                  <a:tcPr>
                    <a:solidFill>
                      <a:srgbClr val="96E6A1"/>
                    </a:solidFill>
                  </a:tcPr>
                </a:tc>
                <a:tc>
                  <a:txBody>
                    <a:bodyPr/>
                    <a:lstStyle/>
                    <a:p>
                      <a:r>
                        <a:rPr lang="en-US" sz="1000" b="1"/>
                        <a:t>Dataverse Fields</a:t>
                      </a:r>
                    </a:p>
                  </a:txBody>
                  <a:tcPr>
                    <a:solidFill>
                      <a:srgbClr val="96E6A1"/>
                    </a:solidFill>
                  </a:tcPr>
                </a:tc>
                <a:extLst>
                  <a:ext uri="{0D108BD9-81ED-4DB2-BD59-A6C34878D82A}">
                    <a16:rowId xmlns:a16="http://schemas.microsoft.com/office/drawing/2014/main" val="540047553"/>
                  </a:ext>
                </a:extLst>
              </a:tr>
              <a:tr h="2117430">
                <a:tc>
                  <a:txBody>
                    <a:bodyPr/>
                    <a:lstStyle/>
                    <a:p>
                      <a:pPr algn="ctr"/>
                      <a:r>
                        <a:rPr lang="en-US" sz="1000" b="1" dirty="0">
                          <a:solidFill>
                            <a:srgbClr val="6F77DE"/>
                          </a:solidFill>
                        </a:rPr>
                        <a:t>Extracted from Scanned Notice</a:t>
                      </a:r>
                    </a:p>
                  </a:txBody>
                  <a:tcPr anchor="ctr">
                    <a:solidFill>
                      <a:schemeClr val="bg1"/>
                    </a:solidFill>
                  </a:tcPr>
                </a:tc>
                <a:tc>
                  <a:txBody>
                    <a:bodyPr/>
                    <a:lstStyle/>
                    <a:p>
                      <a:pPr marL="285750" indent="-285750">
                        <a:buFont typeface="Arial" panose="020B0604020202020204" pitchFamily="34" charset="0"/>
                        <a:buChar char="•"/>
                      </a:pPr>
                      <a:r>
                        <a:rPr lang="en-US" sz="1000" dirty="0">
                          <a:solidFill>
                            <a:schemeClr val="tx1"/>
                          </a:solidFill>
                        </a:rPr>
                        <a:t>Description</a:t>
                      </a:r>
                    </a:p>
                    <a:p>
                      <a:pPr marL="285750" indent="-285750">
                        <a:buFont typeface="Arial" panose="020B0604020202020204" pitchFamily="34" charset="0"/>
                        <a:buChar char="•"/>
                      </a:pPr>
                      <a:r>
                        <a:rPr lang="en-US" sz="1000" dirty="0">
                          <a:solidFill>
                            <a:schemeClr val="tx1"/>
                          </a:solidFill>
                        </a:rPr>
                        <a:t>Primary Return ID</a:t>
                      </a:r>
                    </a:p>
                    <a:p>
                      <a:pPr marL="285750" indent="-285750">
                        <a:buFont typeface="Arial" panose="020B0604020202020204" pitchFamily="34" charset="0"/>
                        <a:buChar char="•"/>
                      </a:pPr>
                      <a:r>
                        <a:rPr lang="en-US" sz="1000" dirty="0">
                          <a:solidFill>
                            <a:schemeClr val="tx1"/>
                          </a:solidFill>
                        </a:rPr>
                        <a:t>Jurisdiction</a:t>
                      </a:r>
                    </a:p>
                    <a:p>
                      <a:pPr marL="285750" indent="-285750">
                        <a:buFont typeface="Arial" panose="020B0604020202020204" pitchFamily="34" charset="0"/>
                        <a:buChar char="•"/>
                      </a:pPr>
                      <a:r>
                        <a:rPr lang="en-US" sz="1000" dirty="0">
                          <a:solidFill>
                            <a:schemeClr val="tx1"/>
                          </a:solidFill>
                        </a:rPr>
                        <a:t>Notice Date</a:t>
                      </a:r>
                    </a:p>
                    <a:p>
                      <a:pPr marL="285750" indent="-285750">
                        <a:buFont typeface="Arial" panose="020B0604020202020204" pitchFamily="34" charset="0"/>
                        <a:buChar char="•"/>
                      </a:pPr>
                      <a:r>
                        <a:rPr lang="en-US" sz="1000" dirty="0">
                          <a:solidFill>
                            <a:schemeClr val="tx1"/>
                          </a:solidFill>
                        </a:rPr>
                        <a:t>Notice Tax Period</a:t>
                      </a:r>
                    </a:p>
                    <a:p>
                      <a:pPr marL="285750" indent="-285750">
                        <a:buFont typeface="Arial" panose="020B0604020202020204" pitchFamily="34" charset="0"/>
                        <a:buChar char="•"/>
                      </a:pPr>
                      <a:r>
                        <a:rPr lang="en-US" sz="1000" dirty="0">
                          <a:solidFill>
                            <a:schemeClr val="tx1"/>
                          </a:solidFill>
                        </a:rPr>
                        <a:t>Tax Type</a:t>
                      </a:r>
                    </a:p>
                    <a:p>
                      <a:pPr marL="285750" indent="-285750">
                        <a:buFont typeface="Arial" panose="020B0604020202020204" pitchFamily="34" charset="0"/>
                        <a:buChar char="•"/>
                      </a:pPr>
                      <a:r>
                        <a:rPr lang="en-US" sz="1000" dirty="0">
                          <a:solidFill>
                            <a:schemeClr val="tx1"/>
                          </a:solidFill>
                        </a:rPr>
                        <a:t>Reason of Notice</a:t>
                      </a:r>
                    </a:p>
                    <a:p>
                      <a:pPr marL="285750" indent="-285750">
                        <a:buFont typeface="Arial" panose="020B0604020202020204" pitchFamily="34" charset="0"/>
                        <a:buChar char="•"/>
                      </a:pPr>
                      <a:r>
                        <a:rPr lang="en-US" sz="1000" dirty="0">
                          <a:solidFill>
                            <a:schemeClr val="tx1"/>
                          </a:solidFill>
                        </a:rPr>
                        <a:t>Notice Type</a:t>
                      </a:r>
                    </a:p>
                    <a:p>
                      <a:pPr marL="285750" indent="-285750">
                        <a:buFont typeface="Arial" panose="020B0604020202020204" pitchFamily="34" charset="0"/>
                        <a:buChar char="•"/>
                      </a:pPr>
                      <a:r>
                        <a:rPr lang="en-US" sz="1000" dirty="0">
                          <a:solidFill>
                            <a:schemeClr val="tx1"/>
                          </a:solidFill>
                        </a:rPr>
                        <a:t>Master/Duplicate</a:t>
                      </a:r>
                    </a:p>
                    <a:p>
                      <a:pPr marL="285750" indent="-285750">
                        <a:buFont typeface="Arial" panose="020B0604020202020204" pitchFamily="34" charset="0"/>
                        <a:buChar char="•"/>
                      </a:pPr>
                      <a:r>
                        <a:rPr lang="en-US" sz="1000" dirty="0">
                          <a:solidFill>
                            <a:schemeClr val="tx1"/>
                          </a:solidFill>
                        </a:rPr>
                        <a:t>EFT or Check</a:t>
                      </a:r>
                    </a:p>
                    <a:p>
                      <a:pPr marL="285750" indent="-285750">
                        <a:buFont typeface="Arial" panose="020B0604020202020204" pitchFamily="34" charset="0"/>
                        <a:buChar char="•"/>
                      </a:pPr>
                      <a:r>
                        <a:rPr lang="en-US" sz="1000" dirty="0">
                          <a:solidFill>
                            <a:schemeClr val="tx1"/>
                          </a:solidFill>
                        </a:rPr>
                        <a:t>Tax Amount</a:t>
                      </a:r>
                    </a:p>
                    <a:p>
                      <a:pPr marL="285750" indent="-285750">
                        <a:buFont typeface="Arial" panose="020B0604020202020204" pitchFamily="34" charset="0"/>
                        <a:buChar char="•"/>
                      </a:pPr>
                      <a:r>
                        <a:rPr lang="en-US" sz="1000" dirty="0">
                          <a:solidFill>
                            <a:schemeClr val="tx1"/>
                          </a:solidFill>
                        </a:rPr>
                        <a:t>Interest Amount</a:t>
                      </a:r>
                    </a:p>
                    <a:p>
                      <a:pPr marL="285750" indent="-285750">
                        <a:buFont typeface="Arial" panose="020B0604020202020204" pitchFamily="34" charset="0"/>
                        <a:buChar char="•"/>
                      </a:pPr>
                      <a:r>
                        <a:rPr lang="en-US" sz="1000" dirty="0">
                          <a:solidFill>
                            <a:schemeClr val="tx1"/>
                          </a:solidFill>
                        </a:rPr>
                        <a:t>Penalty Amount</a:t>
                      </a:r>
                    </a:p>
                    <a:p>
                      <a:pPr marL="285750" indent="-285750">
                        <a:buFont typeface="Arial" panose="020B0604020202020204" pitchFamily="34" charset="0"/>
                        <a:buChar char="•"/>
                      </a:pPr>
                      <a:r>
                        <a:rPr lang="en-US" sz="1000" dirty="0">
                          <a:solidFill>
                            <a:schemeClr val="tx1"/>
                          </a:solidFill>
                        </a:rPr>
                        <a:t>Other Amount</a:t>
                      </a:r>
                    </a:p>
                    <a:p>
                      <a:pPr marL="285750" indent="-285750">
                        <a:buFont typeface="Arial" panose="020B0604020202020204" pitchFamily="34" charset="0"/>
                        <a:buChar char="•"/>
                      </a:pPr>
                      <a:r>
                        <a:rPr lang="en-US" sz="1000" dirty="0">
                          <a:solidFill>
                            <a:schemeClr val="tx1"/>
                          </a:solidFill>
                        </a:rPr>
                        <a:t>Total Due</a:t>
                      </a:r>
                    </a:p>
                    <a:p>
                      <a:pPr marL="285750" indent="-285750">
                        <a:buFont typeface="Arial" panose="020B0604020202020204" pitchFamily="34" charset="0"/>
                        <a:buChar char="•"/>
                      </a:pPr>
                      <a:r>
                        <a:rPr lang="en-US" sz="1000" dirty="0">
                          <a:solidFill>
                            <a:schemeClr val="tx1"/>
                          </a:solidFill>
                        </a:rPr>
                        <a:t>Refund Amount - SUT</a:t>
                      </a:r>
                    </a:p>
                    <a:p>
                      <a:pPr marL="285750" indent="-285750">
                        <a:buFont typeface="Arial" panose="020B0604020202020204" pitchFamily="34" charset="0"/>
                        <a:buChar char="•"/>
                      </a:pPr>
                      <a:r>
                        <a:rPr lang="en-US" sz="1000" dirty="0"/>
                        <a:t>Flag</a:t>
                      </a:r>
                    </a:p>
                  </a:txBody>
                  <a:tcPr>
                    <a:solidFill>
                      <a:schemeClr val="bg1"/>
                    </a:solidFill>
                  </a:tcPr>
                </a:tc>
                <a:extLst>
                  <a:ext uri="{0D108BD9-81ED-4DB2-BD59-A6C34878D82A}">
                    <a16:rowId xmlns:a16="http://schemas.microsoft.com/office/drawing/2014/main" val="2156131647"/>
                  </a:ext>
                </a:extLst>
              </a:tr>
              <a:tr h="192494">
                <a:tc>
                  <a:txBody>
                    <a:bodyPr/>
                    <a:lstStyle/>
                    <a:p>
                      <a:pPr marL="0" algn="ctr" defTabSz="914400" rtl="0" eaLnBrk="1" latinLnBrk="0" hangingPunct="1"/>
                      <a:r>
                        <a:rPr lang="en-US" sz="1000" b="1" kern="1200">
                          <a:solidFill>
                            <a:srgbClr val="F67E11"/>
                          </a:solidFill>
                          <a:latin typeface="+mn-lt"/>
                          <a:ea typeface="+mn-ea"/>
                          <a:cs typeface="+mn-cs"/>
                        </a:rPr>
                        <a:t>Gold Calendar</a:t>
                      </a:r>
                    </a:p>
                  </a:txBody>
                  <a:tcPr anchor="ctr">
                    <a:solidFill>
                      <a:schemeClr val="bg1"/>
                    </a:solidFill>
                  </a:tcPr>
                </a:tc>
                <a:tc>
                  <a:txBody>
                    <a:bodyPr/>
                    <a:lstStyle/>
                    <a:p>
                      <a:pPr marL="285750" indent="-285750">
                        <a:buFont typeface="Arial" panose="020B0604020202020204" pitchFamily="34" charset="0"/>
                        <a:buChar char="•"/>
                      </a:pPr>
                      <a:r>
                        <a:rPr lang="en-US" sz="1000"/>
                        <a:t>Name</a:t>
                      </a:r>
                    </a:p>
                  </a:txBody>
                  <a:tcPr>
                    <a:solidFill>
                      <a:schemeClr val="bg1"/>
                    </a:solidFill>
                  </a:tcPr>
                </a:tc>
                <a:extLst>
                  <a:ext uri="{0D108BD9-81ED-4DB2-BD59-A6C34878D82A}">
                    <a16:rowId xmlns:a16="http://schemas.microsoft.com/office/drawing/2014/main" val="3406417710"/>
                  </a:ext>
                </a:extLst>
              </a:tr>
              <a:tr h="1275270">
                <a:tc>
                  <a:txBody>
                    <a:bodyPr/>
                    <a:lstStyle/>
                    <a:p>
                      <a:pPr marL="0" algn="ctr" defTabSz="914400" rtl="0" eaLnBrk="1" latinLnBrk="0" hangingPunct="1"/>
                      <a:r>
                        <a:rPr lang="en-US" sz="1000" b="1" kern="1200">
                          <a:solidFill>
                            <a:srgbClr val="3486F2"/>
                          </a:solidFill>
                          <a:latin typeface="+mn-lt"/>
                          <a:ea typeface="+mn-ea"/>
                          <a:cs typeface="+mn-cs"/>
                        </a:rPr>
                        <a:t>Power Automate</a:t>
                      </a:r>
                    </a:p>
                  </a:txBody>
                  <a:tcPr anchor="ctr">
                    <a:solidFill>
                      <a:schemeClr val="bg1"/>
                    </a:solidFill>
                  </a:tcPr>
                </a:tc>
                <a:tc>
                  <a:txBody>
                    <a:bodyPr/>
                    <a:lstStyle/>
                    <a:p>
                      <a:pPr marL="285750" indent="-285750">
                        <a:buFont typeface="Arial" panose="020B0604020202020204" pitchFamily="34" charset="0"/>
                        <a:buChar char="•"/>
                      </a:pPr>
                      <a:r>
                        <a:rPr lang="en-US" sz="1000" dirty="0" err="1"/>
                        <a:t>UniqueIndirectNoticeRefundID</a:t>
                      </a:r>
                      <a:endParaRPr lang="en-US" sz="1000" dirty="0"/>
                    </a:p>
                    <a:p>
                      <a:pPr marL="285750" indent="-285750">
                        <a:buFont typeface="Arial" panose="020B0604020202020204" pitchFamily="34" charset="0"/>
                        <a:buChar char="•"/>
                      </a:pPr>
                      <a:r>
                        <a:rPr lang="en-US" sz="1000" dirty="0"/>
                        <a:t>Notice Number</a:t>
                      </a:r>
                    </a:p>
                    <a:p>
                      <a:pPr marL="285750" indent="-285750">
                        <a:buFont typeface="Arial" panose="020B0604020202020204" pitchFamily="34" charset="0"/>
                        <a:buChar char="•"/>
                      </a:pPr>
                      <a:r>
                        <a:rPr lang="en-US" sz="1000" dirty="0"/>
                        <a:t>Power Automate Flow Status</a:t>
                      </a:r>
                    </a:p>
                    <a:p>
                      <a:pPr marL="285750" indent="-285750">
                        <a:buFont typeface="Arial" panose="020B0604020202020204" pitchFamily="34" charset="0"/>
                        <a:buChar char="•"/>
                      </a:pPr>
                      <a:r>
                        <a:rPr lang="en-US" sz="1000" dirty="0"/>
                        <a:t>Workfront URL</a:t>
                      </a:r>
                    </a:p>
                    <a:p>
                      <a:pPr marL="285750" indent="-285750">
                        <a:buFont typeface="Arial" panose="020B0604020202020204" pitchFamily="34" charset="0"/>
                        <a:buChar char="•"/>
                      </a:pPr>
                      <a:r>
                        <a:rPr lang="en-US" sz="1000" dirty="0"/>
                        <a:t>Task Status</a:t>
                      </a:r>
                    </a:p>
                    <a:p>
                      <a:pPr marL="285750" indent="-285750">
                        <a:buFont typeface="Arial" panose="020B0604020202020204" pitchFamily="34" charset="0"/>
                        <a:buChar char="•"/>
                      </a:pPr>
                      <a:r>
                        <a:rPr lang="en-US" sz="1000" dirty="0"/>
                        <a:t>SharePoint URL</a:t>
                      </a:r>
                    </a:p>
                    <a:p>
                      <a:pPr marL="285750" indent="-285750">
                        <a:buFont typeface="Arial" panose="020B0604020202020204" pitchFamily="34" charset="0"/>
                        <a:buChar char="•"/>
                      </a:pPr>
                      <a:r>
                        <a:rPr lang="en-US" sz="1000" dirty="0"/>
                        <a:t>SharePoint File Name</a:t>
                      </a:r>
                    </a:p>
                    <a:p>
                      <a:pPr marL="285750" indent="-285750">
                        <a:buFont typeface="Arial" panose="020B0604020202020204" pitchFamily="34" charset="0"/>
                        <a:buChar char="•"/>
                      </a:pPr>
                      <a:r>
                        <a:rPr lang="en-US" sz="1000" dirty="0"/>
                        <a:t>Date File Uploaded to SharePoint</a:t>
                      </a:r>
                    </a:p>
                    <a:p>
                      <a:pPr marL="285750" indent="-285750">
                        <a:buFont typeface="Arial" panose="020B0604020202020204" pitchFamily="34" charset="0"/>
                        <a:buChar char="•"/>
                      </a:pPr>
                      <a:r>
                        <a:rPr lang="en-US" sz="1000" dirty="0"/>
                        <a:t>Assigned To</a:t>
                      </a:r>
                    </a:p>
                  </a:txBody>
                  <a:tcPr>
                    <a:solidFill>
                      <a:schemeClr val="bg1"/>
                    </a:solidFill>
                  </a:tcPr>
                </a:tc>
                <a:extLst>
                  <a:ext uri="{0D108BD9-81ED-4DB2-BD59-A6C34878D82A}">
                    <a16:rowId xmlns:a16="http://schemas.microsoft.com/office/drawing/2014/main" val="646139075"/>
                  </a:ext>
                </a:extLst>
              </a:tr>
            </a:tbl>
          </a:graphicData>
        </a:graphic>
      </p:graphicFrame>
      <p:cxnSp>
        <p:nvCxnSpPr>
          <p:cNvPr id="24" name="Straight Arrow Connector 23">
            <a:extLst>
              <a:ext uri="{FF2B5EF4-FFF2-40B4-BE49-F238E27FC236}">
                <a16:creationId xmlns:a16="http://schemas.microsoft.com/office/drawing/2014/main" id="{48453C23-3362-485A-CF7F-50339E89D4BE}"/>
              </a:ext>
            </a:extLst>
          </p:cNvPr>
          <p:cNvCxnSpPr>
            <a:cxnSpLocks/>
          </p:cNvCxnSpPr>
          <p:nvPr/>
        </p:nvCxnSpPr>
        <p:spPr>
          <a:xfrm>
            <a:off x="5958840" y="3175733"/>
            <a:ext cx="274320" cy="0"/>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106224A6-0998-9251-CFFB-3981F2920119}"/>
              </a:ext>
            </a:extLst>
          </p:cNvPr>
          <p:cNvGrpSpPr/>
          <p:nvPr/>
        </p:nvGrpSpPr>
        <p:grpSpPr>
          <a:xfrm>
            <a:off x="495082" y="2345378"/>
            <a:ext cx="537671" cy="523218"/>
            <a:chOff x="9053119" y="1472157"/>
            <a:chExt cx="641254" cy="641254"/>
          </a:xfrm>
        </p:grpSpPr>
        <p:pic>
          <p:nvPicPr>
            <p:cNvPr id="26" name="Graphic 25" descr="Arrow circle with solid fill">
              <a:extLst>
                <a:ext uri="{FF2B5EF4-FFF2-40B4-BE49-F238E27FC236}">
                  <a16:creationId xmlns:a16="http://schemas.microsoft.com/office/drawing/2014/main" id="{565ED1EA-FE2D-C836-24AF-5E41628797C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053119" y="1472157"/>
              <a:ext cx="641254" cy="641254"/>
            </a:xfrm>
            <a:prstGeom prst="rect">
              <a:avLst/>
            </a:prstGeom>
          </p:spPr>
        </p:pic>
        <p:pic>
          <p:nvPicPr>
            <p:cNvPr id="27" name="Graphic 26" descr="User with solid fill">
              <a:extLst>
                <a:ext uri="{FF2B5EF4-FFF2-40B4-BE49-F238E27FC236}">
                  <a16:creationId xmlns:a16="http://schemas.microsoft.com/office/drawing/2014/main" id="{B7BC674C-A97E-CE6A-1B56-83B6EF7760E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234703" y="1615946"/>
              <a:ext cx="307777" cy="307777"/>
            </a:xfrm>
            <a:prstGeom prst="rect">
              <a:avLst/>
            </a:prstGeom>
          </p:spPr>
        </p:pic>
      </p:grpSp>
      <p:grpSp>
        <p:nvGrpSpPr>
          <p:cNvPr id="28" name="Group 27">
            <a:extLst>
              <a:ext uri="{FF2B5EF4-FFF2-40B4-BE49-F238E27FC236}">
                <a16:creationId xmlns:a16="http://schemas.microsoft.com/office/drawing/2014/main" id="{E888D1A3-56C4-CFF6-BE17-6901C3E72E33}"/>
              </a:ext>
            </a:extLst>
          </p:cNvPr>
          <p:cNvGrpSpPr/>
          <p:nvPr/>
        </p:nvGrpSpPr>
        <p:grpSpPr>
          <a:xfrm>
            <a:off x="8085895" y="52925"/>
            <a:ext cx="537671" cy="523218"/>
            <a:chOff x="9053119" y="1472157"/>
            <a:chExt cx="641254" cy="641254"/>
          </a:xfrm>
        </p:grpSpPr>
        <p:pic>
          <p:nvPicPr>
            <p:cNvPr id="29" name="Graphic 28" descr="Arrow circle with solid fill">
              <a:extLst>
                <a:ext uri="{FF2B5EF4-FFF2-40B4-BE49-F238E27FC236}">
                  <a16:creationId xmlns:a16="http://schemas.microsoft.com/office/drawing/2014/main" id="{6E833BCA-7D21-8B91-9A1D-4D357636784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053119" y="1472157"/>
              <a:ext cx="641254" cy="641254"/>
            </a:xfrm>
            <a:prstGeom prst="rect">
              <a:avLst/>
            </a:prstGeom>
          </p:spPr>
        </p:pic>
        <p:pic>
          <p:nvPicPr>
            <p:cNvPr id="30" name="Graphic 29" descr="User with solid fill">
              <a:extLst>
                <a:ext uri="{FF2B5EF4-FFF2-40B4-BE49-F238E27FC236}">
                  <a16:creationId xmlns:a16="http://schemas.microsoft.com/office/drawing/2014/main" id="{9AA113E1-78F4-41B2-3157-1B6EB9FF6F6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234703" y="1615946"/>
              <a:ext cx="307777" cy="307777"/>
            </a:xfrm>
            <a:prstGeom prst="rect">
              <a:avLst/>
            </a:prstGeom>
          </p:spPr>
        </p:pic>
      </p:grpSp>
      <p:sp>
        <p:nvSpPr>
          <p:cNvPr id="31" name="Rectangle: Rounded Corners 30">
            <a:extLst>
              <a:ext uri="{FF2B5EF4-FFF2-40B4-BE49-F238E27FC236}">
                <a16:creationId xmlns:a16="http://schemas.microsoft.com/office/drawing/2014/main" id="{022F4B23-8F02-CEFC-B41D-7029D106479E}"/>
              </a:ext>
            </a:extLst>
          </p:cNvPr>
          <p:cNvSpPr/>
          <p:nvPr/>
        </p:nvSpPr>
        <p:spPr>
          <a:xfrm>
            <a:off x="10562471" y="2590107"/>
            <a:ext cx="1489593" cy="2016486"/>
          </a:xfrm>
          <a:prstGeom prst="roundRect">
            <a:avLst/>
          </a:prstGeom>
          <a:solidFill>
            <a:schemeClr val="accent3">
              <a:lumMod val="10000"/>
              <a:lumOff val="90000"/>
            </a:schemeClr>
          </a:solidFill>
          <a:ln>
            <a:solidFill>
              <a:srgbClr val="1490DF"/>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2" name="TextBox 31">
            <a:extLst>
              <a:ext uri="{FF2B5EF4-FFF2-40B4-BE49-F238E27FC236}">
                <a16:creationId xmlns:a16="http://schemas.microsoft.com/office/drawing/2014/main" id="{C16F0D76-4D04-1084-DDE7-971B17B7E584}"/>
              </a:ext>
            </a:extLst>
          </p:cNvPr>
          <p:cNvSpPr txBox="1"/>
          <p:nvPr/>
        </p:nvSpPr>
        <p:spPr>
          <a:xfrm>
            <a:off x="10710665" y="3441135"/>
            <a:ext cx="1193204" cy="954107"/>
          </a:xfrm>
          <a:prstGeom prst="rect">
            <a:avLst/>
          </a:prstGeom>
          <a:noFill/>
        </p:spPr>
        <p:txBody>
          <a:bodyPr wrap="square" rtlCol="0">
            <a:spAutoFit/>
          </a:bodyPr>
          <a:lstStyle/>
          <a:p>
            <a:pPr algn="ctr"/>
            <a:r>
              <a:rPr lang="en-US" sz="1400">
                <a:solidFill>
                  <a:srgbClr val="002060"/>
                </a:solidFill>
              </a:rPr>
              <a:t>Create task in Indirect Notices Project</a:t>
            </a:r>
          </a:p>
        </p:txBody>
      </p:sp>
      <p:sp>
        <p:nvSpPr>
          <p:cNvPr id="33" name="TextBox 32">
            <a:extLst>
              <a:ext uri="{FF2B5EF4-FFF2-40B4-BE49-F238E27FC236}">
                <a16:creationId xmlns:a16="http://schemas.microsoft.com/office/drawing/2014/main" id="{83ECF949-FE46-1C05-F3D1-BD7D53C59CD2}"/>
              </a:ext>
            </a:extLst>
          </p:cNvPr>
          <p:cNvSpPr txBox="1"/>
          <p:nvPr/>
        </p:nvSpPr>
        <p:spPr>
          <a:xfrm>
            <a:off x="10666921" y="1813728"/>
            <a:ext cx="1280693" cy="738664"/>
          </a:xfrm>
          <a:prstGeom prst="rect">
            <a:avLst/>
          </a:prstGeom>
          <a:noFill/>
        </p:spPr>
        <p:txBody>
          <a:bodyPr wrap="square" rtlCol="0">
            <a:spAutoFit/>
          </a:bodyPr>
          <a:lstStyle/>
          <a:p>
            <a:pPr algn="ctr"/>
            <a:r>
              <a:rPr lang="en-US" sz="1400">
                <a:solidFill>
                  <a:srgbClr val="002060"/>
                </a:solidFill>
              </a:rPr>
              <a:t>Power Automate Flow</a:t>
            </a:r>
          </a:p>
        </p:txBody>
      </p:sp>
      <p:cxnSp>
        <p:nvCxnSpPr>
          <p:cNvPr id="34" name="Straight Arrow Connector 33">
            <a:extLst>
              <a:ext uri="{FF2B5EF4-FFF2-40B4-BE49-F238E27FC236}">
                <a16:creationId xmlns:a16="http://schemas.microsoft.com/office/drawing/2014/main" id="{7FF36310-0821-E0F4-2D2B-23F00FBC110B}"/>
              </a:ext>
            </a:extLst>
          </p:cNvPr>
          <p:cNvCxnSpPr>
            <a:cxnSpLocks/>
          </p:cNvCxnSpPr>
          <p:nvPr/>
        </p:nvCxnSpPr>
        <p:spPr>
          <a:xfrm>
            <a:off x="10152378" y="3243671"/>
            <a:ext cx="274320" cy="0"/>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pic>
        <p:nvPicPr>
          <p:cNvPr id="35" name="Picture 4" descr="Mobile Salon | Utah | Dapper &amp; Dash">
            <a:extLst>
              <a:ext uri="{FF2B5EF4-FFF2-40B4-BE49-F238E27FC236}">
                <a16:creationId xmlns:a16="http://schemas.microsoft.com/office/drawing/2014/main" id="{3B5989FA-DBAE-0A16-E69D-2B153D2A24F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5622" t="13222" r="36893" b="46428"/>
          <a:stretch>
            <a:fillRect/>
          </a:stretch>
        </p:blipFill>
        <p:spPr bwMode="auto">
          <a:xfrm>
            <a:off x="11032983" y="2837263"/>
            <a:ext cx="548568" cy="54864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Microsoft Power Automate - Iglu tech group ltd">
            <a:extLst>
              <a:ext uri="{FF2B5EF4-FFF2-40B4-BE49-F238E27FC236}">
                <a16:creationId xmlns:a16="http://schemas.microsoft.com/office/drawing/2014/main" id="{9D60B91A-558D-30ED-5E94-3E74309EAB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9461" y="2361772"/>
            <a:ext cx="548640" cy="548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1469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6EF3B-6D9A-A16F-46E9-3E418BB298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159797-18E0-3C0B-6978-8FAC64D8C439}"/>
              </a:ext>
            </a:extLst>
          </p:cNvPr>
          <p:cNvSpPr>
            <a:spLocks noGrp="1"/>
          </p:cNvSpPr>
          <p:nvPr>
            <p:ph type="title"/>
          </p:nvPr>
        </p:nvSpPr>
        <p:spPr/>
        <p:txBody>
          <a:bodyPr/>
          <a:lstStyle/>
          <a:p>
            <a:r>
              <a:rPr lang="en-US" dirty="0"/>
              <a:t>Commercial Domicile Data Flow/Architecture</a:t>
            </a:r>
          </a:p>
        </p:txBody>
      </p:sp>
      <p:pic>
        <p:nvPicPr>
          <p:cNvPr id="25" name="Picture 4" descr="microsoft excel icon logo symbol 27179371 PNG">
            <a:extLst>
              <a:ext uri="{FF2B5EF4-FFF2-40B4-BE49-F238E27FC236}">
                <a16:creationId xmlns:a16="http://schemas.microsoft.com/office/drawing/2014/main" id="{221972C2-23FB-1F0A-2DCB-70EA16F3D09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360" t="20870" r="20645" b="21353"/>
          <a:stretch>
            <a:fillRect/>
          </a:stretch>
        </p:blipFill>
        <p:spPr bwMode="auto">
          <a:xfrm>
            <a:off x="596347" y="2704196"/>
            <a:ext cx="498486" cy="457200"/>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4767E3E7-2BFD-B76B-92A6-EE26C2807548}"/>
              </a:ext>
            </a:extLst>
          </p:cNvPr>
          <p:cNvSpPr txBox="1"/>
          <p:nvPr/>
        </p:nvSpPr>
        <p:spPr>
          <a:xfrm>
            <a:off x="216525" y="3219551"/>
            <a:ext cx="1258130" cy="954107"/>
          </a:xfrm>
          <a:prstGeom prst="rect">
            <a:avLst/>
          </a:prstGeom>
          <a:noFill/>
        </p:spPr>
        <p:txBody>
          <a:bodyPr wrap="square" rtlCol="0">
            <a:spAutoFit/>
          </a:bodyPr>
          <a:lstStyle/>
          <a:p>
            <a:pPr algn="ctr"/>
            <a:r>
              <a:rPr lang="en-US" sz="1400">
                <a:solidFill>
                  <a:srgbClr val="002060"/>
                </a:solidFill>
              </a:rPr>
              <a:t>User opens Commercial Domicile List in Excel</a:t>
            </a:r>
          </a:p>
        </p:txBody>
      </p:sp>
      <p:pic>
        <p:nvPicPr>
          <p:cNvPr id="27" name="Picture 6" descr="Microsoft Copilot">
            <a:extLst>
              <a:ext uri="{FF2B5EF4-FFF2-40B4-BE49-F238E27FC236}">
                <a16:creationId xmlns:a16="http://schemas.microsoft.com/office/drawing/2014/main" id="{22BE8673-D3C9-B8E4-548F-7D5BC8E6EF1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174" t="30782" r="73913" b="34957"/>
          <a:stretch>
            <a:fillRect/>
          </a:stretch>
        </p:blipFill>
        <p:spPr bwMode="auto">
          <a:xfrm>
            <a:off x="3433154" y="1235274"/>
            <a:ext cx="510578" cy="457200"/>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E7567689-5FEA-02AA-0E4D-2E2F4A41585B}"/>
              </a:ext>
            </a:extLst>
          </p:cNvPr>
          <p:cNvSpPr txBox="1"/>
          <p:nvPr/>
        </p:nvSpPr>
        <p:spPr>
          <a:xfrm>
            <a:off x="1928039" y="1743138"/>
            <a:ext cx="3520808" cy="307777"/>
          </a:xfrm>
          <a:prstGeom prst="rect">
            <a:avLst/>
          </a:prstGeom>
          <a:noFill/>
        </p:spPr>
        <p:txBody>
          <a:bodyPr wrap="square" rtlCol="0">
            <a:spAutoFit/>
          </a:bodyPr>
          <a:lstStyle/>
          <a:p>
            <a:pPr algn="ctr"/>
            <a:r>
              <a:rPr lang="en-US" sz="1400">
                <a:solidFill>
                  <a:srgbClr val="002060"/>
                </a:solidFill>
              </a:rPr>
              <a:t>Launch Copilot in Excel and select Agent</a:t>
            </a:r>
          </a:p>
        </p:txBody>
      </p:sp>
      <p:sp>
        <p:nvSpPr>
          <p:cNvPr id="31" name="Rectangle: Rounded Corners 30">
            <a:extLst>
              <a:ext uri="{FF2B5EF4-FFF2-40B4-BE49-F238E27FC236}">
                <a16:creationId xmlns:a16="http://schemas.microsoft.com/office/drawing/2014/main" id="{5CE2EB86-B973-ACA5-415A-B842B984072B}"/>
              </a:ext>
            </a:extLst>
          </p:cNvPr>
          <p:cNvSpPr/>
          <p:nvPr/>
        </p:nvSpPr>
        <p:spPr>
          <a:xfrm>
            <a:off x="6272822" y="2290456"/>
            <a:ext cx="5614377" cy="2642499"/>
          </a:xfrm>
          <a:prstGeom prst="roundRect">
            <a:avLst/>
          </a:prstGeom>
          <a:solidFill>
            <a:schemeClr val="accent3">
              <a:lumMod val="10000"/>
              <a:lumOff val="90000"/>
            </a:schemeClr>
          </a:solidFill>
          <a:ln>
            <a:solidFill>
              <a:srgbClr val="1490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320C9D15-C25C-08FD-55C0-658C8F775109}"/>
              </a:ext>
            </a:extLst>
          </p:cNvPr>
          <p:cNvSpPr txBox="1"/>
          <p:nvPr/>
        </p:nvSpPr>
        <p:spPr>
          <a:xfrm>
            <a:off x="6460491" y="1963749"/>
            <a:ext cx="2204937" cy="307777"/>
          </a:xfrm>
          <a:prstGeom prst="rect">
            <a:avLst/>
          </a:prstGeom>
          <a:noFill/>
        </p:spPr>
        <p:txBody>
          <a:bodyPr wrap="square" rtlCol="0">
            <a:spAutoFit/>
          </a:bodyPr>
          <a:lstStyle/>
          <a:p>
            <a:pPr algn="ctr"/>
            <a:r>
              <a:rPr lang="en-US" sz="1400">
                <a:solidFill>
                  <a:srgbClr val="002060"/>
                </a:solidFill>
              </a:rPr>
              <a:t>Power Automate Flow</a:t>
            </a:r>
          </a:p>
        </p:txBody>
      </p:sp>
      <p:pic>
        <p:nvPicPr>
          <p:cNvPr id="33" name="Picture 32" descr="Microsoft Power Automate - Iglu tech group ltd">
            <a:extLst>
              <a:ext uri="{FF2B5EF4-FFF2-40B4-BE49-F238E27FC236}">
                <a16:creationId xmlns:a16="http://schemas.microsoft.com/office/drawing/2014/main" id="{0575C0D2-2AD5-CE58-64E5-54A858D2F9A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2176522"/>
            <a:ext cx="548640" cy="548640"/>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4" descr="microsoft excel icon logo symbol 27179371 PNG">
            <a:extLst>
              <a:ext uri="{FF2B5EF4-FFF2-40B4-BE49-F238E27FC236}">
                <a16:creationId xmlns:a16="http://schemas.microsoft.com/office/drawing/2014/main" id="{61CCCE3D-D97B-5B14-659F-EB354D08083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360" t="20870" r="20645" b="21353"/>
          <a:stretch>
            <a:fillRect/>
          </a:stretch>
        </p:blipFill>
        <p:spPr bwMode="auto">
          <a:xfrm>
            <a:off x="6990977" y="2475596"/>
            <a:ext cx="498486" cy="457200"/>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DB551622-EC89-E7B0-E96C-E314F38DE9FD}"/>
              </a:ext>
            </a:extLst>
          </p:cNvPr>
          <p:cNvSpPr txBox="1"/>
          <p:nvPr/>
        </p:nvSpPr>
        <p:spPr>
          <a:xfrm>
            <a:off x="6325850" y="3044896"/>
            <a:ext cx="1942661" cy="1831271"/>
          </a:xfrm>
          <a:prstGeom prst="rect">
            <a:avLst/>
          </a:prstGeom>
          <a:noFill/>
        </p:spPr>
        <p:txBody>
          <a:bodyPr wrap="square" rtlCol="0">
            <a:spAutoFit/>
          </a:bodyPr>
          <a:lstStyle/>
          <a:p>
            <a:pPr algn="ctr">
              <a:spcAft>
                <a:spcPts val="600"/>
              </a:spcAft>
            </a:pPr>
            <a:r>
              <a:rPr lang="en-US" sz="1200">
                <a:solidFill>
                  <a:srgbClr val="002060"/>
                </a:solidFill>
              </a:rPr>
              <a:t>Loop through rows and continue flow if one of the following conditions is met:</a:t>
            </a:r>
          </a:p>
          <a:p>
            <a:pPr marL="342900" indent="-342900">
              <a:spcAft>
                <a:spcPts val="600"/>
              </a:spcAft>
              <a:buFont typeface="+mj-lt"/>
              <a:buAutoNum type="arabicPeriod"/>
            </a:pPr>
            <a:r>
              <a:rPr lang="en-US" sz="1100">
                <a:solidFill>
                  <a:srgbClr val="002060"/>
                </a:solidFill>
              </a:rPr>
              <a:t>HQ State column is blank</a:t>
            </a:r>
          </a:p>
          <a:p>
            <a:pPr marL="342900" indent="-342900">
              <a:buFont typeface="+mj-lt"/>
              <a:buAutoNum type="arabicPeriod"/>
            </a:pPr>
            <a:r>
              <a:rPr lang="en-US" sz="1100">
                <a:solidFill>
                  <a:srgbClr val="002060"/>
                </a:solidFill>
              </a:rPr>
              <a:t>HQ State column is not blank BUT Sales is above threshold </a:t>
            </a:r>
          </a:p>
        </p:txBody>
      </p:sp>
      <p:pic>
        <p:nvPicPr>
          <p:cNvPr id="36" name="Picture 30" descr="Azure AI Studio - Pricing | Microsoft Azure">
            <a:extLst>
              <a:ext uri="{FF2B5EF4-FFF2-40B4-BE49-F238E27FC236}">
                <a16:creationId xmlns:a16="http://schemas.microsoft.com/office/drawing/2014/main" id="{C9453699-144C-C2E1-C579-E94D6ADE6E3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9093" t="8248" r="29147" b="9466"/>
          <a:stretch>
            <a:fillRect/>
          </a:stretch>
        </p:blipFill>
        <p:spPr bwMode="auto">
          <a:xfrm>
            <a:off x="9151425" y="2383626"/>
            <a:ext cx="587001" cy="548640"/>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4" descr="microsoft excel icon logo symbol 27179371 PNG">
            <a:extLst>
              <a:ext uri="{FF2B5EF4-FFF2-40B4-BE49-F238E27FC236}">
                <a16:creationId xmlns:a16="http://schemas.microsoft.com/office/drawing/2014/main" id="{374B6A8F-B488-1AC3-1FEE-35CB771F2A1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360" t="20870" r="20645" b="21353"/>
          <a:stretch>
            <a:fillRect/>
          </a:stretch>
        </p:blipFill>
        <p:spPr bwMode="auto">
          <a:xfrm>
            <a:off x="10746543" y="2532384"/>
            <a:ext cx="498486" cy="457200"/>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22A4C321-2CBE-1600-8FE7-CB0DD37217E5}"/>
              </a:ext>
            </a:extLst>
          </p:cNvPr>
          <p:cNvSpPr txBox="1"/>
          <p:nvPr/>
        </p:nvSpPr>
        <p:spPr>
          <a:xfrm>
            <a:off x="10081416" y="3101684"/>
            <a:ext cx="1942661" cy="276999"/>
          </a:xfrm>
          <a:prstGeom prst="rect">
            <a:avLst/>
          </a:prstGeom>
          <a:noFill/>
        </p:spPr>
        <p:txBody>
          <a:bodyPr wrap="square" rtlCol="0">
            <a:spAutoFit/>
          </a:bodyPr>
          <a:lstStyle/>
          <a:p>
            <a:pPr algn="ctr">
              <a:spcAft>
                <a:spcPts val="600"/>
              </a:spcAft>
            </a:pPr>
            <a:r>
              <a:rPr lang="en-US" sz="1200">
                <a:solidFill>
                  <a:srgbClr val="002060"/>
                </a:solidFill>
              </a:rPr>
              <a:t>Update Excel</a:t>
            </a:r>
            <a:endParaRPr lang="en-US" sz="1100">
              <a:solidFill>
                <a:srgbClr val="002060"/>
              </a:solidFill>
            </a:endParaRPr>
          </a:p>
        </p:txBody>
      </p:sp>
      <p:cxnSp>
        <p:nvCxnSpPr>
          <p:cNvPr id="40" name="Straight Arrow Connector 39">
            <a:extLst>
              <a:ext uri="{FF2B5EF4-FFF2-40B4-BE49-F238E27FC236}">
                <a16:creationId xmlns:a16="http://schemas.microsoft.com/office/drawing/2014/main" id="{1538BE88-2E95-582E-CFF0-899129EB91D3}"/>
              </a:ext>
            </a:extLst>
          </p:cNvPr>
          <p:cNvCxnSpPr>
            <a:cxnSpLocks/>
          </p:cNvCxnSpPr>
          <p:nvPr/>
        </p:nvCxnSpPr>
        <p:spPr>
          <a:xfrm>
            <a:off x="1584893" y="3536888"/>
            <a:ext cx="274320" cy="0"/>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B5C3109D-525F-5D40-DC78-6094A7198504}"/>
              </a:ext>
            </a:extLst>
          </p:cNvPr>
          <p:cNvSpPr/>
          <p:nvPr/>
        </p:nvSpPr>
        <p:spPr>
          <a:xfrm>
            <a:off x="492981" y="6170212"/>
            <a:ext cx="11394218" cy="5486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cxnSp>
        <p:nvCxnSpPr>
          <p:cNvPr id="41" name="Straight Arrow Connector 40">
            <a:extLst>
              <a:ext uri="{FF2B5EF4-FFF2-40B4-BE49-F238E27FC236}">
                <a16:creationId xmlns:a16="http://schemas.microsoft.com/office/drawing/2014/main" id="{028641EA-79D0-2124-68B3-C25371C77190}"/>
              </a:ext>
            </a:extLst>
          </p:cNvPr>
          <p:cNvCxnSpPr>
            <a:cxnSpLocks/>
          </p:cNvCxnSpPr>
          <p:nvPr/>
        </p:nvCxnSpPr>
        <p:spPr>
          <a:xfrm>
            <a:off x="5668525" y="3601739"/>
            <a:ext cx="274320" cy="0"/>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21E566B7-4D7F-DDDC-FC8B-6356332FF314}"/>
              </a:ext>
            </a:extLst>
          </p:cNvPr>
          <p:cNvSpPr txBox="1"/>
          <p:nvPr/>
        </p:nvSpPr>
        <p:spPr>
          <a:xfrm>
            <a:off x="1688080" y="5587990"/>
            <a:ext cx="4000726" cy="738664"/>
          </a:xfrm>
          <a:prstGeom prst="rect">
            <a:avLst/>
          </a:prstGeom>
          <a:noFill/>
        </p:spPr>
        <p:txBody>
          <a:bodyPr wrap="square" rtlCol="0">
            <a:spAutoFit/>
          </a:bodyPr>
          <a:lstStyle/>
          <a:p>
            <a:pPr algn="ctr"/>
            <a:r>
              <a:rPr lang="en-US" sz="1400">
                <a:solidFill>
                  <a:srgbClr val="002060"/>
                </a:solidFill>
              </a:rPr>
              <a:t>In side panel, user will be prompted to provide the above information (upload spreadsheet, indicate table name, columns, threshold)</a:t>
            </a:r>
          </a:p>
        </p:txBody>
      </p:sp>
      <p:cxnSp>
        <p:nvCxnSpPr>
          <p:cNvPr id="42" name="Straight Arrow Connector 41">
            <a:extLst>
              <a:ext uri="{FF2B5EF4-FFF2-40B4-BE49-F238E27FC236}">
                <a16:creationId xmlns:a16="http://schemas.microsoft.com/office/drawing/2014/main" id="{F0C612CC-7703-A7FF-5286-A0C09E11501F}"/>
              </a:ext>
            </a:extLst>
          </p:cNvPr>
          <p:cNvCxnSpPr>
            <a:cxnSpLocks/>
          </p:cNvCxnSpPr>
          <p:nvPr/>
        </p:nvCxnSpPr>
        <p:spPr>
          <a:xfrm>
            <a:off x="8268511" y="2725162"/>
            <a:ext cx="274320" cy="0"/>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33DC8F3F-DFA3-4BEF-A22E-9BC49023A3AD}"/>
              </a:ext>
            </a:extLst>
          </p:cNvPr>
          <p:cNvCxnSpPr>
            <a:cxnSpLocks/>
          </p:cNvCxnSpPr>
          <p:nvPr/>
        </p:nvCxnSpPr>
        <p:spPr>
          <a:xfrm>
            <a:off x="10156218" y="2771646"/>
            <a:ext cx="274320" cy="0"/>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E554FC4-8BBD-FFBE-E773-E343D5A7E9D9}"/>
              </a:ext>
            </a:extLst>
          </p:cNvPr>
          <p:cNvSpPr txBox="1"/>
          <p:nvPr/>
        </p:nvSpPr>
        <p:spPr>
          <a:xfrm>
            <a:off x="8383257" y="3055200"/>
            <a:ext cx="1942661" cy="1661993"/>
          </a:xfrm>
          <a:prstGeom prst="rect">
            <a:avLst/>
          </a:prstGeom>
          <a:noFill/>
        </p:spPr>
        <p:txBody>
          <a:bodyPr wrap="square" rtlCol="0">
            <a:spAutoFit/>
          </a:bodyPr>
          <a:lstStyle/>
          <a:p>
            <a:pPr algn="ctr">
              <a:spcAft>
                <a:spcPts val="600"/>
              </a:spcAft>
            </a:pPr>
            <a:r>
              <a:rPr lang="en-US" sz="1200">
                <a:solidFill>
                  <a:srgbClr val="002060"/>
                </a:solidFill>
              </a:rPr>
              <a:t>Bing search the commercial domicile of the customer and return the following:</a:t>
            </a:r>
          </a:p>
          <a:p>
            <a:pPr marL="342900" indent="-342900">
              <a:spcAft>
                <a:spcPts val="600"/>
              </a:spcAft>
              <a:buFont typeface="+mj-lt"/>
              <a:buAutoNum type="arabicPeriod"/>
            </a:pPr>
            <a:r>
              <a:rPr lang="en-US" sz="1100">
                <a:solidFill>
                  <a:srgbClr val="002060"/>
                </a:solidFill>
              </a:rPr>
              <a:t>State (two-letter abbreviation)</a:t>
            </a:r>
          </a:p>
          <a:p>
            <a:pPr marL="342900" indent="-342900">
              <a:buFont typeface="+mj-lt"/>
              <a:buAutoNum type="arabicPeriod"/>
            </a:pPr>
            <a:r>
              <a:rPr lang="en-US" sz="1100">
                <a:solidFill>
                  <a:srgbClr val="002060"/>
                </a:solidFill>
              </a:rPr>
              <a:t>Rationale/direct quote from web search</a:t>
            </a:r>
          </a:p>
        </p:txBody>
      </p:sp>
      <p:pic>
        <p:nvPicPr>
          <p:cNvPr id="7" name="Picture 6">
            <a:extLst>
              <a:ext uri="{FF2B5EF4-FFF2-40B4-BE49-F238E27FC236}">
                <a16:creationId xmlns:a16="http://schemas.microsoft.com/office/drawing/2014/main" id="{B76987B6-BC19-E6DA-B154-E09F57C38A88}"/>
              </a:ext>
            </a:extLst>
          </p:cNvPr>
          <p:cNvPicPr>
            <a:picLocks noChangeAspect="1"/>
          </p:cNvPicPr>
          <p:nvPr/>
        </p:nvPicPr>
        <p:blipFill>
          <a:blip r:embed="rId7"/>
          <a:stretch>
            <a:fillRect/>
          </a:stretch>
        </p:blipFill>
        <p:spPr>
          <a:xfrm>
            <a:off x="2267385" y="2101579"/>
            <a:ext cx="2983348" cy="3406015"/>
          </a:xfrm>
          <a:prstGeom prst="rect">
            <a:avLst/>
          </a:prstGeom>
        </p:spPr>
      </p:pic>
    </p:spTree>
    <p:extLst>
      <p:ext uri="{BB962C8B-B14F-4D97-AF65-F5344CB8AC3E}">
        <p14:creationId xmlns:p14="http://schemas.microsoft.com/office/powerpoint/2010/main" val="16275804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0C362-C28C-7952-FFBD-B21C203869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576819-4A23-9E36-9600-93DA4F60D5AA}"/>
              </a:ext>
            </a:extLst>
          </p:cNvPr>
          <p:cNvSpPr>
            <a:spLocks noGrp="1"/>
          </p:cNvSpPr>
          <p:nvPr>
            <p:ph type="title"/>
          </p:nvPr>
        </p:nvSpPr>
        <p:spPr/>
        <p:txBody>
          <a:bodyPr/>
          <a:lstStyle/>
          <a:p>
            <a:r>
              <a:rPr lang="en-US" dirty="0" err="1"/>
              <a:t>CbyC</a:t>
            </a:r>
            <a:r>
              <a:rPr lang="en-US" dirty="0"/>
              <a:t> Variance Reporting Data Flow/Architecture Part 1</a:t>
            </a:r>
          </a:p>
        </p:txBody>
      </p:sp>
      <p:pic>
        <p:nvPicPr>
          <p:cNvPr id="4" name="Picture 4" descr="microsoft excel icon logo symbol 27179371 PNG">
            <a:extLst>
              <a:ext uri="{FF2B5EF4-FFF2-40B4-BE49-F238E27FC236}">
                <a16:creationId xmlns:a16="http://schemas.microsoft.com/office/drawing/2014/main" id="{7ED7DAFE-D87C-FD9B-2F45-669F4ED7B4F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360" t="20870" r="20645" b="21353"/>
          <a:stretch>
            <a:fillRect/>
          </a:stretch>
        </p:blipFill>
        <p:spPr bwMode="auto">
          <a:xfrm>
            <a:off x="596347" y="2704196"/>
            <a:ext cx="498486" cy="457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243CAE9-751F-783B-FE1C-6FFD12BAC01B}"/>
              </a:ext>
            </a:extLst>
          </p:cNvPr>
          <p:cNvSpPr txBox="1"/>
          <p:nvPr/>
        </p:nvSpPr>
        <p:spPr>
          <a:xfrm>
            <a:off x="216525" y="3219551"/>
            <a:ext cx="1258130" cy="954107"/>
          </a:xfrm>
          <a:prstGeom prst="rect">
            <a:avLst/>
          </a:prstGeom>
          <a:noFill/>
        </p:spPr>
        <p:txBody>
          <a:bodyPr wrap="square" rtlCol="0">
            <a:spAutoFit/>
          </a:bodyPr>
          <a:lstStyle/>
          <a:p>
            <a:pPr algn="ctr"/>
            <a:r>
              <a:rPr lang="en-US" sz="1400">
                <a:solidFill>
                  <a:srgbClr val="002060"/>
                </a:solidFill>
              </a:rPr>
              <a:t>User opens CbyC Narratives List in Excel</a:t>
            </a:r>
          </a:p>
        </p:txBody>
      </p:sp>
      <p:pic>
        <p:nvPicPr>
          <p:cNvPr id="6" name="Picture 6" descr="Microsoft Copilot">
            <a:extLst>
              <a:ext uri="{FF2B5EF4-FFF2-40B4-BE49-F238E27FC236}">
                <a16:creationId xmlns:a16="http://schemas.microsoft.com/office/drawing/2014/main" id="{C6B2F31F-5472-4748-DB0C-3B825A59C47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174" t="30782" r="73913" b="34957"/>
          <a:stretch>
            <a:fillRect/>
          </a:stretch>
        </p:blipFill>
        <p:spPr bwMode="auto">
          <a:xfrm>
            <a:off x="3364328" y="915254"/>
            <a:ext cx="510578" cy="4572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F5743535-289F-B165-FD60-B998260A1B56}"/>
              </a:ext>
            </a:extLst>
          </p:cNvPr>
          <p:cNvSpPr txBox="1"/>
          <p:nvPr/>
        </p:nvSpPr>
        <p:spPr>
          <a:xfrm>
            <a:off x="1859213" y="1491358"/>
            <a:ext cx="3520808" cy="307777"/>
          </a:xfrm>
          <a:prstGeom prst="rect">
            <a:avLst/>
          </a:prstGeom>
          <a:noFill/>
        </p:spPr>
        <p:txBody>
          <a:bodyPr wrap="square" rtlCol="0">
            <a:spAutoFit/>
          </a:bodyPr>
          <a:lstStyle/>
          <a:p>
            <a:pPr algn="ctr"/>
            <a:r>
              <a:rPr lang="en-US" sz="1400" dirty="0">
                <a:solidFill>
                  <a:srgbClr val="002060"/>
                </a:solidFill>
              </a:rPr>
              <a:t>Launch Copilot in Excel and select Agent</a:t>
            </a:r>
          </a:p>
        </p:txBody>
      </p:sp>
      <p:sp>
        <p:nvSpPr>
          <p:cNvPr id="9" name="Rectangle: Rounded Corners 8">
            <a:extLst>
              <a:ext uri="{FF2B5EF4-FFF2-40B4-BE49-F238E27FC236}">
                <a16:creationId xmlns:a16="http://schemas.microsoft.com/office/drawing/2014/main" id="{B038A4C3-E329-F74C-7650-ED24FFE75FD3}"/>
              </a:ext>
            </a:extLst>
          </p:cNvPr>
          <p:cNvSpPr/>
          <p:nvPr/>
        </p:nvSpPr>
        <p:spPr>
          <a:xfrm>
            <a:off x="6096000" y="2290456"/>
            <a:ext cx="6003851" cy="2409135"/>
          </a:xfrm>
          <a:prstGeom prst="roundRect">
            <a:avLst/>
          </a:prstGeom>
          <a:solidFill>
            <a:schemeClr val="accent3">
              <a:lumMod val="10000"/>
              <a:lumOff val="90000"/>
            </a:schemeClr>
          </a:solidFill>
          <a:ln>
            <a:solidFill>
              <a:srgbClr val="1490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3B57705-786D-52B6-69B0-D50080D52722}"/>
              </a:ext>
            </a:extLst>
          </p:cNvPr>
          <p:cNvSpPr txBox="1"/>
          <p:nvPr/>
        </p:nvSpPr>
        <p:spPr>
          <a:xfrm>
            <a:off x="6391048" y="1963749"/>
            <a:ext cx="2357895" cy="316513"/>
          </a:xfrm>
          <a:prstGeom prst="rect">
            <a:avLst/>
          </a:prstGeom>
          <a:noFill/>
        </p:spPr>
        <p:txBody>
          <a:bodyPr wrap="square" rtlCol="0">
            <a:spAutoFit/>
          </a:bodyPr>
          <a:lstStyle/>
          <a:p>
            <a:pPr algn="ctr"/>
            <a:r>
              <a:rPr lang="en-US" sz="1400">
                <a:solidFill>
                  <a:srgbClr val="002060"/>
                </a:solidFill>
              </a:rPr>
              <a:t>Power Automate Flow</a:t>
            </a:r>
          </a:p>
        </p:txBody>
      </p:sp>
      <p:pic>
        <p:nvPicPr>
          <p:cNvPr id="11" name="Picture 10" descr="Microsoft Power Automate - Iglu tech group ltd">
            <a:extLst>
              <a:ext uri="{FF2B5EF4-FFF2-40B4-BE49-F238E27FC236}">
                <a16:creationId xmlns:a16="http://schemas.microsoft.com/office/drawing/2014/main" id="{E69250A4-CA17-F9B3-9823-B8771CCB4B7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78721" y="2176522"/>
            <a:ext cx="586699" cy="568786"/>
          </a:xfrm>
          <a:prstGeom prst="rect">
            <a:avLst/>
          </a:prstGeom>
          <a:noFill/>
          <a:extLst>
            <a:ext uri="{909E8E84-426E-40DD-AFC4-6F175D3DCCD1}">
              <a14:hiddenFill xmlns:a14="http://schemas.microsoft.com/office/drawing/2010/main">
                <a:solidFill>
                  <a:srgbClr val="FFFFFF"/>
                </a:solidFill>
              </a14:hiddenFill>
            </a:ext>
          </a:extLst>
        </p:spPr>
      </p:pic>
      <p:sp>
        <p:nvSpPr>
          <p:cNvPr id="26" name="Rectangle 25">
            <a:extLst>
              <a:ext uri="{FF2B5EF4-FFF2-40B4-BE49-F238E27FC236}">
                <a16:creationId xmlns:a16="http://schemas.microsoft.com/office/drawing/2014/main" id="{1446447F-16D2-B190-FABF-4C01AD158384}"/>
              </a:ext>
            </a:extLst>
          </p:cNvPr>
          <p:cNvSpPr/>
          <p:nvPr/>
        </p:nvSpPr>
        <p:spPr>
          <a:xfrm>
            <a:off x="473122" y="5752417"/>
            <a:ext cx="11245755" cy="9929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12" name="Picture 4" descr="microsoft excel icon logo symbol 27179371 PNG">
            <a:extLst>
              <a:ext uri="{FF2B5EF4-FFF2-40B4-BE49-F238E27FC236}">
                <a16:creationId xmlns:a16="http://schemas.microsoft.com/office/drawing/2014/main" id="{A23E4BC0-75A8-8DC2-D38B-E4640637CF0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360" t="20870" r="20645" b="21353"/>
          <a:stretch>
            <a:fillRect/>
          </a:stretch>
        </p:blipFill>
        <p:spPr bwMode="auto">
          <a:xfrm>
            <a:off x="6889579" y="2489755"/>
            <a:ext cx="533067" cy="473988"/>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057B1E61-46C9-4AFA-8C38-716566F1D6A1}"/>
              </a:ext>
            </a:extLst>
          </p:cNvPr>
          <p:cNvSpPr txBox="1"/>
          <p:nvPr/>
        </p:nvSpPr>
        <p:spPr>
          <a:xfrm>
            <a:off x="6078722" y="3040870"/>
            <a:ext cx="2012656" cy="1091968"/>
          </a:xfrm>
          <a:prstGeom prst="rect">
            <a:avLst/>
          </a:prstGeom>
          <a:noFill/>
        </p:spPr>
        <p:txBody>
          <a:bodyPr wrap="square" rtlCol="0">
            <a:spAutoFit/>
          </a:bodyPr>
          <a:lstStyle/>
          <a:p>
            <a:pPr algn="ctr">
              <a:spcAft>
                <a:spcPts val="600"/>
              </a:spcAft>
            </a:pPr>
            <a:r>
              <a:rPr lang="en-US" sz="1200">
                <a:solidFill>
                  <a:srgbClr val="002060"/>
                </a:solidFill>
              </a:rPr>
              <a:t>Loop through rows and continue flow if one of the following conditions is met:</a:t>
            </a:r>
          </a:p>
          <a:p>
            <a:pPr marL="342900" indent="-342900">
              <a:spcAft>
                <a:spcPts val="600"/>
              </a:spcAft>
              <a:buFont typeface="+mj-lt"/>
              <a:buAutoNum type="arabicPeriod"/>
            </a:pPr>
            <a:r>
              <a:rPr lang="en-US" sz="1100">
                <a:solidFill>
                  <a:srgbClr val="002060"/>
                </a:solidFill>
              </a:rPr>
              <a:t>ExplanationofVariances column has text</a:t>
            </a:r>
          </a:p>
        </p:txBody>
      </p:sp>
      <p:pic>
        <p:nvPicPr>
          <p:cNvPr id="14" name="Picture 4" descr="microsoft excel icon logo symbol 27179371 PNG">
            <a:extLst>
              <a:ext uri="{FF2B5EF4-FFF2-40B4-BE49-F238E27FC236}">
                <a16:creationId xmlns:a16="http://schemas.microsoft.com/office/drawing/2014/main" id="{4FFB82E0-3EB1-BFF3-6406-329B45AD170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360" t="20870" r="20645" b="21353"/>
          <a:stretch>
            <a:fillRect/>
          </a:stretch>
        </p:blipFill>
        <p:spPr bwMode="auto">
          <a:xfrm>
            <a:off x="11003856" y="2534469"/>
            <a:ext cx="533067" cy="473988"/>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7F17A5E7-37D3-122D-32C8-FADF74D63B68}"/>
              </a:ext>
            </a:extLst>
          </p:cNvPr>
          <p:cNvSpPr txBox="1"/>
          <p:nvPr/>
        </p:nvSpPr>
        <p:spPr>
          <a:xfrm>
            <a:off x="10404188" y="3071260"/>
            <a:ext cx="1787812" cy="854584"/>
          </a:xfrm>
          <a:prstGeom prst="rect">
            <a:avLst/>
          </a:prstGeom>
          <a:noFill/>
        </p:spPr>
        <p:txBody>
          <a:bodyPr wrap="square" rtlCol="0">
            <a:spAutoFit/>
          </a:bodyPr>
          <a:lstStyle/>
          <a:p>
            <a:pPr algn="ctr">
              <a:spcAft>
                <a:spcPts val="600"/>
              </a:spcAft>
            </a:pPr>
            <a:r>
              <a:rPr lang="en-US" sz="1200">
                <a:solidFill>
                  <a:srgbClr val="002060"/>
                </a:solidFill>
              </a:rPr>
              <a:t>Update Excel column “RefinedExplanationofVariances” with refined narrative</a:t>
            </a:r>
            <a:endParaRPr lang="en-US" sz="1100">
              <a:solidFill>
                <a:srgbClr val="002060"/>
              </a:solidFill>
            </a:endParaRPr>
          </a:p>
        </p:txBody>
      </p:sp>
      <p:cxnSp>
        <p:nvCxnSpPr>
          <p:cNvPr id="16" name="Straight Arrow Connector 15">
            <a:extLst>
              <a:ext uri="{FF2B5EF4-FFF2-40B4-BE49-F238E27FC236}">
                <a16:creationId xmlns:a16="http://schemas.microsoft.com/office/drawing/2014/main" id="{029C96DE-CC12-97A2-6B07-498D320B5FF2}"/>
              </a:ext>
            </a:extLst>
          </p:cNvPr>
          <p:cNvCxnSpPr>
            <a:cxnSpLocks/>
          </p:cNvCxnSpPr>
          <p:nvPr/>
        </p:nvCxnSpPr>
        <p:spPr>
          <a:xfrm>
            <a:off x="1584893" y="3536888"/>
            <a:ext cx="274320" cy="0"/>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DCC01D9-B051-8F99-3B3E-4D3BD091231C}"/>
              </a:ext>
            </a:extLst>
          </p:cNvPr>
          <p:cNvCxnSpPr>
            <a:cxnSpLocks/>
          </p:cNvCxnSpPr>
          <p:nvPr/>
        </p:nvCxnSpPr>
        <p:spPr>
          <a:xfrm>
            <a:off x="5668525" y="3601739"/>
            <a:ext cx="274320" cy="0"/>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B9703C4-4F0D-984F-B892-D1365362E00C}"/>
              </a:ext>
            </a:extLst>
          </p:cNvPr>
          <p:cNvCxnSpPr>
            <a:cxnSpLocks/>
          </p:cNvCxnSpPr>
          <p:nvPr/>
        </p:nvCxnSpPr>
        <p:spPr>
          <a:xfrm>
            <a:off x="8259871" y="2725162"/>
            <a:ext cx="293350" cy="0"/>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BB53540-080E-C834-86C2-E07098BDE826}"/>
              </a:ext>
            </a:extLst>
          </p:cNvPr>
          <p:cNvCxnSpPr>
            <a:cxnSpLocks/>
          </p:cNvCxnSpPr>
          <p:nvPr/>
        </p:nvCxnSpPr>
        <p:spPr>
          <a:xfrm>
            <a:off x="10147578" y="2771646"/>
            <a:ext cx="293350" cy="0"/>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0189F992-5FF3-4189-26A5-8AC551B39CBC}"/>
              </a:ext>
            </a:extLst>
          </p:cNvPr>
          <p:cNvPicPr>
            <a:picLocks noChangeAspect="1"/>
          </p:cNvPicPr>
          <p:nvPr/>
        </p:nvPicPr>
        <p:blipFill>
          <a:blip r:embed="rId6"/>
          <a:stretch>
            <a:fillRect/>
          </a:stretch>
        </p:blipFill>
        <p:spPr>
          <a:xfrm>
            <a:off x="8976168" y="2475596"/>
            <a:ext cx="651902" cy="532861"/>
          </a:xfrm>
          <a:prstGeom prst="rect">
            <a:avLst/>
          </a:prstGeom>
        </p:spPr>
      </p:pic>
      <p:sp>
        <p:nvSpPr>
          <p:cNvPr id="21" name="TextBox 20">
            <a:extLst>
              <a:ext uri="{FF2B5EF4-FFF2-40B4-BE49-F238E27FC236}">
                <a16:creationId xmlns:a16="http://schemas.microsoft.com/office/drawing/2014/main" id="{DFF145BF-6654-C336-7A03-6B8A1F06F072}"/>
              </a:ext>
            </a:extLst>
          </p:cNvPr>
          <p:cNvSpPr txBox="1"/>
          <p:nvPr/>
        </p:nvSpPr>
        <p:spPr>
          <a:xfrm>
            <a:off x="7984290" y="3071260"/>
            <a:ext cx="2622817" cy="743805"/>
          </a:xfrm>
          <a:prstGeom prst="rect">
            <a:avLst/>
          </a:prstGeom>
          <a:noFill/>
        </p:spPr>
        <p:txBody>
          <a:bodyPr wrap="square" rtlCol="0">
            <a:spAutoFit/>
          </a:bodyPr>
          <a:lstStyle/>
          <a:p>
            <a:pPr algn="ctr">
              <a:spcAft>
                <a:spcPts val="600"/>
              </a:spcAft>
            </a:pPr>
            <a:r>
              <a:rPr lang="en-US" sz="1200">
                <a:solidFill>
                  <a:srgbClr val="002060"/>
                </a:solidFill>
              </a:rPr>
              <a:t>Run prompt to refine narrative and return the following:</a:t>
            </a:r>
          </a:p>
          <a:p>
            <a:pPr algn="ctr">
              <a:spcAft>
                <a:spcPts val="600"/>
              </a:spcAft>
            </a:pPr>
            <a:r>
              <a:rPr lang="en-US" sz="1200">
                <a:solidFill>
                  <a:srgbClr val="002060"/>
                </a:solidFill>
              </a:rPr>
              <a:t>1. RefinedExplanationofVariances</a:t>
            </a:r>
            <a:endParaRPr lang="en-US" sz="1100">
              <a:solidFill>
                <a:srgbClr val="002060"/>
              </a:solidFill>
            </a:endParaRPr>
          </a:p>
        </p:txBody>
      </p:sp>
      <p:pic>
        <p:nvPicPr>
          <p:cNvPr id="23" name="Picture 22">
            <a:extLst>
              <a:ext uri="{FF2B5EF4-FFF2-40B4-BE49-F238E27FC236}">
                <a16:creationId xmlns:a16="http://schemas.microsoft.com/office/drawing/2014/main" id="{95B36BD3-4C6E-D872-C5A5-9F220D474316}"/>
              </a:ext>
            </a:extLst>
          </p:cNvPr>
          <p:cNvPicPr>
            <a:picLocks noChangeAspect="1"/>
          </p:cNvPicPr>
          <p:nvPr/>
        </p:nvPicPr>
        <p:blipFill>
          <a:blip r:embed="rId7"/>
          <a:stretch>
            <a:fillRect/>
          </a:stretch>
        </p:blipFill>
        <p:spPr>
          <a:xfrm>
            <a:off x="1864035" y="3708570"/>
            <a:ext cx="3648474" cy="2105473"/>
          </a:xfrm>
          <a:prstGeom prst="rect">
            <a:avLst/>
          </a:prstGeom>
        </p:spPr>
      </p:pic>
      <p:pic>
        <p:nvPicPr>
          <p:cNvPr id="25" name="Picture 24">
            <a:extLst>
              <a:ext uri="{FF2B5EF4-FFF2-40B4-BE49-F238E27FC236}">
                <a16:creationId xmlns:a16="http://schemas.microsoft.com/office/drawing/2014/main" id="{C930C93F-E171-DA03-0A0E-077B919963F0}"/>
              </a:ext>
            </a:extLst>
          </p:cNvPr>
          <p:cNvPicPr>
            <a:picLocks noChangeAspect="1"/>
          </p:cNvPicPr>
          <p:nvPr/>
        </p:nvPicPr>
        <p:blipFill>
          <a:blip r:embed="rId8"/>
          <a:stretch>
            <a:fillRect/>
          </a:stretch>
        </p:blipFill>
        <p:spPr>
          <a:xfrm>
            <a:off x="1864035" y="1784797"/>
            <a:ext cx="3648474" cy="1628504"/>
          </a:xfrm>
          <a:prstGeom prst="rect">
            <a:avLst/>
          </a:prstGeom>
        </p:spPr>
      </p:pic>
      <p:sp>
        <p:nvSpPr>
          <p:cNvPr id="8" name="TextBox 7">
            <a:extLst>
              <a:ext uri="{FF2B5EF4-FFF2-40B4-BE49-F238E27FC236}">
                <a16:creationId xmlns:a16="http://schemas.microsoft.com/office/drawing/2014/main" id="{7A7B0622-D254-914E-5DA2-2150B8DF15DD}"/>
              </a:ext>
            </a:extLst>
          </p:cNvPr>
          <p:cNvSpPr txBox="1"/>
          <p:nvPr/>
        </p:nvSpPr>
        <p:spPr>
          <a:xfrm>
            <a:off x="1859213" y="5910362"/>
            <a:ext cx="3520808" cy="738664"/>
          </a:xfrm>
          <a:prstGeom prst="rect">
            <a:avLst/>
          </a:prstGeom>
          <a:noFill/>
        </p:spPr>
        <p:txBody>
          <a:bodyPr wrap="square" rtlCol="0">
            <a:spAutoFit/>
          </a:bodyPr>
          <a:lstStyle/>
          <a:p>
            <a:pPr algn="ctr"/>
            <a:r>
              <a:rPr lang="en-US" sz="1400">
                <a:solidFill>
                  <a:srgbClr val="002060"/>
                </a:solidFill>
              </a:rPr>
              <a:t>In the side panel, user will be prompted to provide the above information about the spreadsheet they have uploaded</a:t>
            </a:r>
          </a:p>
        </p:txBody>
      </p:sp>
    </p:spTree>
    <p:extLst>
      <p:ext uri="{BB962C8B-B14F-4D97-AF65-F5344CB8AC3E}">
        <p14:creationId xmlns:p14="http://schemas.microsoft.com/office/powerpoint/2010/main" val="36908770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CC097-A1FD-125D-5D05-75484B8F53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8EEF6-90B0-56FA-2912-920EC9B86AB5}"/>
              </a:ext>
            </a:extLst>
          </p:cNvPr>
          <p:cNvSpPr>
            <a:spLocks noGrp="1"/>
          </p:cNvSpPr>
          <p:nvPr>
            <p:ph type="title"/>
          </p:nvPr>
        </p:nvSpPr>
        <p:spPr/>
        <p:txBody>
          <a:bodyPr/>
          <a:lstStyle/>
          <a:p>
            <a:r>
              <a:rPr lang="en-US" dirty="0" err="1"/>
              <a:t>CbyC</a:t>
            </a:r>
            <a:r>
              <a:rPr lang="en-US" dirty="0"/>
              <a:t> Variance Reporting Data Flow/Architecture Part 2</a:t>
            </a:r>
          </a:p>
        </p:txBody>
      </p:sp>
      <p:pic>
        <p:nvPicPr>
          <p:cNvPr id="4" name="Picture 4" descr="microsoft excel icon logo symbol 27179371 PNG">
            <a:extLst>
              <a:ext uri="{FF2B5EF4-FFF2-40B4-BE49-F238E27FC236}">
                <a16:creationId xmlns:a16="http://schemas.microsoft.com/office/drawing/2014/main" id="{D712EF13-FA95-35E5-0689-F490EF68D6D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360" t="20870" r="20645" b="21353"/>
          <a:stretch>
            <a:fillRect/>
          </a:stretch>
        </p:blipFill>
        <p:spPr bwMode="auto">
          <a:xfrm>
            <a:off x="596347" y="2704196"/>
            <a:ext cx="498486" cy="457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B2CF63F-20C3-FDF0-7F9C-9E7B0D57CF1A}"/>
              </a:ext>
            </a:extLst>
          </p:cNvPr>
          <p:cNvSpPr txBox="1"/>
          <p:nvPr/>
        </p:nvSpPr>
        <p:spPr>
          <a:xfrm>
            <a:off x="216525" y="3219551"/>
            <a:ext cx="1258130" cy="954107"/>
          </a:xfrm>
          <a:prstGeom prst="rect">
            <a:avLst/>
          </a:prstGeom>
          <a:noFill/>
        </p:spPr>
        <p:txBody>
          <a:bodyPr wrap="square" rtlCol="0">
            <a:spAutoFit/>
          </a:bodyPr>
          <a:lstStyle/>
          <a:p>
            <a:pPr algn="ctr"/>
            <a:r>
              <a:rPr lang="en-US" sz="1400">
                <a:solidFill>
                  <a:srgbClr val="002060"/>
                </a:solidFill>
              </a:rPr>
              <a:t>User opens CbyC Narratives List in Excel</a:t>
            </a:r>
          </a:p>
        </p:txBody>
      </p:sp>
      <p:pic>
        <p:nvPicPr>
          <p:cNvPr id="6" name="Picture 6" descr="Microsoft Copilot">
            <a:extLst>
              <a:ext uri="{FF2B5EF4-FFF2-40B4-BE49-F238E27FC236}">
                <a16:creationId xmlns:a16="http://schemas.microsoft.com/office/drawing/2014/main" id="{A7C50FC3-F0B1-31CC-8626-D5E3AD5DDE6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174" t="30782" r="73913" b="34957"/>
          <a:stretch>
            <a:fillRect/>
          </a:stretch>
        </p:blipFill>
        <p:spPr bwMode="auto">
          <a:xfrm>
            <a:off x="3364328" y="1667729"/>
            <a:ext cx="510578" cy="4572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5343C85-B6F3-21E0-4E63-4BEE0828FC96}"/>
              </a:ext>
            </a:extLst>
          </p:cNvPr>
          <p:cNvSpPr txBox="1"/>
          <p:nvPr/>
        </p:nvSpPr>
        <p:spPr>
          <a:xfrm>
            <a:off x="1859213" y="2243833"/>
            <a:ext cx="3520808" cy="307777"/>
          </a:xfrm>
          <a:prstGeom prst="rect">
            <a:avLst/>
          </a:prstGeom>
          <a:noFill/>
        </p:spPr>
        <p:txBody>
          <a:bodyPr wrap="square" rtlCol="0">
            <a:spAutoFit/>
          </a:bodyPr>
          <a:lstStyle/>
          <a:p>
            <a:pPr algn="ctr"/>
            <a:r>
              <a:rPr lang="en-US" sz="1400" dirty="0">
                <a:solidFill>
                  <a:srgbClr val="002060"/>
                </a:solidFill>
              </a:rPr>
              <a:t>Launch Copilot in Excel and select Agent</a:t>
            </a:r>
          </a:p>
        </p:txBody>
      </p:sp>
      <p:sp>
        <p:nvSpPr>
          <p:cNvPr id="9" name="Rectangle: Rounded Corners 8">
            <a:extLst>
              <a:ext uri="{FF2B5EF4-FFF2-40B4-BE49-F238E27FC236}">
                <a16:creationId xmlns:a16="http://schemas.microsoft.com/office/drawing/2014/main" id="{71A49828-BAE4-A73F-7237-7B84D31B49B9}"/>
              </a:ext>
            </a:extLst>
          </p:cNvPr>
          <p:cNvSpPr/>
          <p:nvPr/>
        </p:nvSpPr>
        <p:spPr>
          <a:xfrm>
            <a:off x="6096000" y="2290456"/>
            <a:ext cx="6003851" cy="2409135"/>
          </a:xfrm>
          <a:prstGeom prst="roundRect">
            <a:avLst/>
          </a:prstGeom>
          <a:solidFill>
            <a:schemeClr val="accent3">
              <a:lumMod val="10000"/>
              <a:lumOff val="90000"/>
            </a:schemeClr>
          </a:solidFill>
          <a:ln>
            <a:solidFill>
              <a:srgbClr val="1490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9554AFC-3875-EA64-4FF8-A396D93B36B7}"/>
              </a:ext>
            </a:extLst>
          </p:cNvPr>
          <p:cNvSpPr txBox="1"/>
          <p:nvPr/>
        </p:nvSpPr>
        <p:spPr>
          <a:xfrm>
            <a:off x="6391048" y="1963749"/>
            <a:ext cx="2357895" cy="316513"/>
          </a:xfrm>
          <a:prstGeom prst="rect">
            <a:avLst/>
          </a:prstGeom>
          <a:noFill/>
        </p:spPr>
        <p:txBody>
          <a:bodyPr wrap="square" rtlCol="0">
            <a:spAutoFit/>
          </a:bodyPr>
          <a:lstStyle/>
          <a:p>
            <a:pPr algn="ctr"/>
            <a:r>
              <a:rPr lang="en-US" sz="1400">
                <a:solidFill>
                  <a:srgbClr val="002060"/>
                </a:solidFill>
              </a:rPr>
              <a:t>Power Automate Flow</a:t>
            </a:r>
          </a:p>
        </p:txBody>
      </p:sp>
      <p:pic>
        <p:nvPicPr>
          <p:cNvPr id="11" name="Picture 10" descr="Microsoft Power Automate - Iglu tech group ltd">
            <a:extLst>
              <a:ext uri="{FF2B5EF4-FFF2-40B4-BE49-F238E27FC236}">
                <a16:creationId xmlns:a16="http://schemas.microsoft.com/office/drawing/2014/main" id="{687E7337-6BC9-D168-34EE-2F0D49D7240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78721" y="2176522"/>
            <a:ext cx="586699" cy="568786"/>
          </a:xfrm>
          <a:prstGeom prst="rect">
            <a:avLst/>
          </a:prstGeom>
          <a:noFill/>
          <a:extLst>
            <a:ext uri="{909E8E84-426E-40DD-AFC4-6F175D3DCCD1}">
              <a14:hiddenFill xmlns:a14="http://schemas.microsoft.com/office/drawing/2010/main">
                <a:solidFill>
                  <a:srgbClr val="FFFFFF"/>
                </a:solidFill>
              </a14:hiddenFill>
            </a:ext>
          </a:extLst>
        </p:spPr>
      </p:pic>
      <p:sp>
        <p:nvSpPr>
          <p:cNvPr id="26" name="Rectangle 25">
            <a:extLst>
              <a:ext uri="{FF2B5EF4-FFF2-40B4-BE49-F238E27FC236}">
                <a16:creationId xmlns:a16="http://schemas.microsoft.com/office/drawing/2014/main" id="{2E6B2D47-9060-3C46-D04A-1DC2013E29B8}"/>
              </a:ext>
            </a:extLst>
          </p:cNvPr>
          <p:cNvSpPr/>
          <p:nvPr/>
        </p:nvSpPr>
        <p:spPr>
          <a:xfrm>
            <a:off x="473122" y="5787973"/>
            <a:ext cx="11245755" cy="9929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12" name="Picture 4" descr="microsoft excel icon logo symbol 27179371 PNG">
            <a:extLst>
              <a:ext uri="{FF2B5EF4-FFF2-40B4-BE49-F238E27FC236}">
                <a16:creationId xmlns:a16="http://schemas.microsoft.com/office/drawing/2014/main" id="{9FA3754B-27B7-2413-F63B-DA9FDDB7007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360" t="20870" r="20645" b="21353"/>
          <a:stretch>
            <a:fillRect/>
          </a:stretch>
        </p:blipFill>
        <p:spPr bwMode="auto">
          <a:xfrm>
            <a:off x="6889579" y="2489755"/>
            <a:ext cx="533067" cy="473988"/>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9056B2C3-7A66-A575-5CE7-7A52F3584AA5}"/>
              </a:ext>
            </a:extLst>
          </p:cNvPr>
          <p:cNvSpPr txBox="1"/>
          <p:nvPr/>
        </p:nvSpPr>
        <p:spPr>
          <a:xfrm>
            <a:off x="6078722" y="3040870"/>
            <a:ext cx="2012656" cy="1415772"/>
          </a:xfrm>
          <a:prstGeom prst="rect">
            <a:avLst/>
          </a:prstGeom>
          <a:noFill/>
        </p:spPr>
        <p:txBody>
          <a:bodyPr wrap="square" rtlCol="0">
            <a:spAutoFit/>
          </a:bodyPr>
          <a:lstStyle/>
          <a:p>
            <a:pPr algn="ctr">
              <a:spcAft>
                <a:spcPts val="600"/>
              </a:spcAft>
            </a:pPr>
            <a:r>
              <a:rPr lang="en-US" sz="1200" dirty="0">
                <a:solidFill>
                  <a:srgbClr val="002060"/>
                </a:solidFill>
              </a:rPr>
              <a:t>Filter rows by Jurisdiction and Category and loop through rows if one of the following conditions is met:</a:t>
            </a:r>
          </a:p>
          <a:p>
            <a:pPr marL="342900" indent="-342900">
              <a:spcAft>
                <a:spcPts val="600"/>
              </a:spcAft>
              <a:buFont typeface="+mj-lt"/>
              <a:buAutoNum type="arabicPeriod"/>
            </a:pPr>
            <a:r>
              <a:rPr lang="en-US" sz="1100" dirty="0" err="1">
                <a:solidFill>
                  <a:srgbClr val="002060"/>
                </a:solidFill>
              </a:rPr>
              <a:t>RefinedExplanationof</a:t>
            </a:r>
            <a:r>
              <a:rPr lang="en-US" sz="1100" dirty="0">
                <a:solidFill>
                  <a:srgbClr val="002060"/>
                </a:solidFill>
              </a:rPr>
              <a:t> Variances column has text</a:t>
            </a:r>
          </a:p>
        </p:txBody>
      </p:sp>
      <p:pic>
        <p:nvPicPr>
          <p:cNvPr id="14" name="Picture 4" descr="microsoft excel icon logo symbol 27179371 PNG">
            <a:extLst>
              <a:ext uri="{FF2B5EF4-FFF2-40B4-BE49-F238E27FC236}">
                <a16:creationId xmlns:a16="http://schemas.microsoft.com/office/drawing/2014/main" id="{CC8B2DD7-5503-BA50-FCCD-889BE472D94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360" t="20870" r="20645" b="21353"/>
          <a:stretch>
            <a:fillRect/>
          </a:stretch>
        </p:blipFill>
        <p:spPr bwMode="auto">
          <a:xfrm>
            <a:off x="11003856" y="2534469"/>
            <a:ext cx="533067" cy="473988"/>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FA3357F-A3CC-4DC5-AB21-895895951DA4}"/>
              </a:ext>
            </a:extLst>
          </p:cNvPr>
          <p:cNvSpPr txBox="1"/>
          <p:nvPr/>
        </p:nvSpPr>
        <p:spPr>
          <a:xfrm>
            <a:off x="10404188" y="3071260"/>
            <a:ext cx="1787812" cy="1015663"/>
          </a:xfrm>
          <a:prstGeom prst="rect">
            <a:avLst/>
          </a:prstGeom>
          <a:noFill/>
        </p:spPr>
        <p:txBody>
          <a:bodyPr wrap="square" rtlCol="0">
            <a:spAutoFit/>
          </a:bodyPr>
          <a:lstStyle/>
          <a:p>
            <a:pPr algn="ctr">
              <a:spcAft>
                <a:spcPts val="600"/>
              </a:spcAft>
            </a:pPr>
            <a:r>
              <a:rPr lang="en-US" sz="1200">
                <a:solidFill>
                  <a:srgbClr val="002060"/>
                </a:solidFill>
              </a:rPr>
              <a:t>Update Excel column “</a:t>
            </a:r>
            <a:r>
              <a:rPr lang="en-US" sz="1200" err="1">
                <a:solidFill>
                  <a:srgbClr val="002060"/>
                </a:solidFill>
              </a:rPr>
              <a:t>SummaryStatement</a:t>
            </a:r>
            <a:r>
              <a:rPr lang="en-US" sz="1200">
                <a:solidFill>
                  <a:srgbClr val="002060"/>
                </a:solidFill>
              </a:rPr>
              <a:t> </a:t>
            </a:r>
            <a:r>
              <a:rPr lang="en-US" sz="1200" err="1">
                <a:solidFill>
                  <a:srgbClr val="002060"/>
                </a:solidFill>
              </a:rPr>
              <a:t>ExplanationofVariances</a:t>
            </a:r>
            <a:r>
              <a:rPr lang="en-US" sz="1200">
                <a:solidFill>
                  <a:srgbClr val="002060"/>
                </a:solidFill>
              </a:rPr>
              <a:t>” with summarized narrative statement</a:t>
            </a:r>
            <a:endParaRPr lang="en-US" sz="1100">
              <a:solidFill>
                <a:srgbClr val="002060"/>
              </a:solidFill>
            </a:endParaRPr>
          </a:p>
        </p:txBody>
      </p:sp>
      <p:cxnSp>
        <p:nvCxnSpPr>
          <p:cNvPr id="16" name="Straight Arrow Connector 15">
            <a:extLst>
              <a:ext uri="{FF2B5EF4-FFF2-40B4-BE49-F238E27FC236}">
                <a16:creationId xmlns:a16="http://schemas.microsoft.com/office/drawing/2014/main" id="{66CEDD91-7E75-39A8-3F5A-42C485A275E7}"/>
              </a:ext>
            </a:extLst>
          </p:cNvPr>
          <p:cNvCxnSpPr>
            <a:cxnSpLocks/>
          </p:cNvCxnSpPr>
          <p:nvPr/>
        </p:nvCxnSpPr>
        <p:spPr>
          <a:xfrm>
            <a:off x="1584893" y="3536888"/>
            <a:ext cx="274320" cy="0"/>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C938309-9360-97AC-78E0-BE20401B7824}"/>
              </a:ext>
            </a:extLst>
          </p:cNvPr>
          <p:cNvCxnSpPr>
            <a:cxnSpLocks/>
          </p:cNvCxnSpPr>
          <p:nvPr/>
        </p:nvCxnSpPr>
        <p:spPr>
          <a:xfrm>
            <a:off x="5668525" y="3601739"/>
            <a:ext cx="274320" cy="0"/>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F7A5BD9-8AB6-AE47-1D06-DF8C063543E6}"/>
              </a:ext>
            </a:extLst>
          </p:cNvPr>
          <p:cNvCxnSpPr>
            <a:cxnSpLocks/>
          </p:cNvCxnSpPr>
          <p:nvPr/>
        </p:nvCxnSpPr>
        <p:spPr>
          <a:xfrm>
            <a:off x="8259871" y="2725162"/>
            <a:ext cx="293350" cy="0"/>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C75A207-3E90-F2D9-4F93-B58C34FA977C}"/>
              </a:ext>
            </a:extLst>
          </p:cNvPr>
          <p:cNvCxnSpPr>
            <a:cxnSpLocks/>
          </p:cNvCxnSpPr>
          <p:nvPr/>
        </p:nvCxnSpPr>
        <p:spPr>
          <a:xfrm>
            <a:off x="10147578" y="2771646"/>
            <a:ext cx="293350" cy="0"/>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F68BF771-DB09-3290-68B3-6E8A523D62C4}"/>
              </a:ext>
            </a:extLst>
          </p:cNvPr>
          <p:cNvPicPr>
            <a:picLocks noChangeAspect="1"/>
          </p:cNvPicPr>
          <p:nvPr/>
        </p:nvPicPr>
        <p:blipFill>
          <a:blip r:embed="rId6"/>
          <a:stretch>
            <a:fillRect/>
          </a:stretch>
        </p:blipFill>
        <p:spPr>
          <a:xfrm>
            <a:off x="8976168" y="2475596"/>
            <a:ext cx="651902" cy="532861"/>
          </a:xfrm>
          <a:prstGeom prst="rect">
            <a:avLst/>
          </a:prstGeom>
        </p:spPr>
      </p:pic>
      <p:sp>
        <p:nvSpPr>
          <p:cNvPr id="21" name="TextBox 20">
            <a:extLst>
              <a:ext uri="{FF2B5EF4-FFF2-40B4-BE49-F238E27FC236}">
                <a16:creationId xmlns:a16="http://schemas.microsoft.com/office/drawing/2014/main" id="{A82C652A-6B25-74E9-1A29-C4F7C9BF1BCF}"/>
              </a:ext>
            </a:extLst>
          </p:cNvPr>
          <p:cNvSpPr txBox="1"/>
          <p:nvPr/>
        </p:nvSpPr>
        <p:spPr>
          <a:xfrm>
            <a:off x="7984290" y="3071260"/>
            <a:ext cx="2622817" cy="1277273"/>
          </a:xfrm>
          <a:prstGeom prst="rect">
            <a:avLst/>
          </a:prstGeom>
          <a:noFill/>
        </p:spPr>
        <p:txBody>
          <a:bodyPr wrap="square" rtlCol="0">
            <a:spAutoFit/>
          </a:bodyPr>
          <a:lstStyle/>
          <a:p>
            <a:pPr algn="ctr">
              <a:spcAft>
                <a:spcPts val="600"/>
              </a:spcAft>
            </a:pPr>
            <a:r>
              <a:rPr lang="en-US" sz="1200">
                <a:solidFill>
                  <a:srgbClr val="002060"/>
                </a:solidFill>
              </a:rPr>
              <a:t>Run prompt to summarize narratives for the identified Jurisdiction and Category and return the following:</a:t>
            </a:r>
          </a:p>
          <a:p>
            <a:pPr marL="228600" indent="-228600" algn="ctr">
              <a:spcAft>
                <a:spcPts val="600"/>
              </a:spcAft>
              <a:buAutoNum type="arabicPeriod"/>
            </a:pPr>
            <a:r>
              <a:rPr lang="en-US" sz="1200" err="1">
                <a:solidFill>
                  <a:srgbClr val="002060"/>
                </a:solidFill>
              </a:rPr>
              <a:t>SummaryStatement</a:t>
            </a:r>
            <a:r>
              <a:rPr lang="en-US" sz="1200">
                <a:solidFill>
                  <a:srgbClr val="002060"/>
                </a:solidFill>
              </a:rPr>
              <a:t> </a:t>
            </a:r>
            <a:r>
              <a:rPr lang="en-US" sz="1200" err="1">
                <a:solidFill>
                  <a:srgbClr val="002060"/>
                </a:solidFill>
              </a:rPr>
              <a:t>ExplanationofVariances</a:t>
            </a:r>
            <a:endParaRPr lang="en-US" sz="1100">
              <a:solidFill>
                <a:srgbClr val="002060"/>
              </a:solidFill>
            </a:endParaRPr>
          </a:p>
        </p:txBody>
      </p:sp>
      <p:sp>
        <p:nvSpPr>
          <p:cNvPr id="8" name="TextBox 7">
            <a:extLst>
              <a:ext uri="{FF2B5EF4-FFF2-40B4-BE49-F238E27FC236}">
                <a16:creationId xmlns:a16="http://schemas.microsoft.com/office/drawing/2014/main" id="{56263927-E5F8-C4E2-31A9-6EDB038D0625}"/>
              </a:ext>
            </a:extLst>
          </p:cNvPr>
          <p:cNvSpPr txBox="1"/>
          <p:nvPr/>
        </p:nvSpPr>
        <p:spPr>
          <a:xfrm>
            <a:off x="1859213" y="5787973"/>
            <a:ext cx="3520808" cy="523220"/>
          </a:xfrm>
          <a:prstGeom prst="rect">
            <a:avLst/>
          </a:prstGeom>
          <a:noFill/>
        </p:spPr>
        <p:txBody>
          <a:bodyPr wrap="square" rtlCol="0">
            <a:spAutoFit/>
          </a:bodyPr>
          <a:lstStyle/>
          <a:p>
            <a:pPr algn="ctr"/>
            <a:r>
              <a:rPr lang="en-US" sz="1400">
                <a:solidFill>
                  <a:srgbClr val="002060"/>
                </a:solidFill>
              </a:rPr>
              <a:t>In the side panel, user will be prompted to provide the above information</a:t>
            </a:r>
          </a:p>
        </p:txBody>
      </p:sp>
      <p:pic>
        <p:nvPicPr>
          <p:cNvPr id="3" name="Picture 2">
            <a:extLst>
              <a:ext uri="{FF2B5EF4-FFF2-40B4-BE49-F238E27FC236}">
                <a16:creationId xmlns:a16="http://schemas.microsoft.com/office/drawing/2014/main" id="{2061496D-0903-E627-DA73-851F5BC17D29}"/>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5255"/>
          <a:stretch>
            <a:fillRect/>
          </a:stretch>
        </p:blipFill>
        <p:spPr bwMode="auto">
          <a:xfrm>
            <a:off x="1834858" y="2612080"/>
            <a:ext cx="3724355" cy="2689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47326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67C39-0D96-03CE-D1DF-53A778B2FE3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7E693DC-0C8B-A8DA-DCF7-4A289BF66E47}"/>
              </a:ext>
            </a:extLst>
          </p:cNvPr>
          <p:cNvSpPr>
            <a:spLocks noGrp="1"/>
          </p:cNvSpPr>
          <p:nvPr>
            <p:ph type="title"/>
          </p:nvPr>
        </p:nvSpPr>
        <p:spPr/>
        <p:txBody>
          <a:bodyPr wrap="square"/>
          <a:lstStyle/>
          <a:p>
            <a:r>
              <a:rPr lang="en-GB" dirty="0"/>
              <a:t>Two paths translating use cases into realizable value</a:t>
            </a:r>
          </a:p>
        </p:txBody>
      </p:sp>
      <p:sp>
        <p:nvSpPr>
          <p:cNvPr id="3" name="Rectangle 2">
            <a:extLst>
              <a:ext uri="{FF2B5EF4-FFF2-40B4-BE49-F238E27FC236}">
                <a16:creationId xmlns:a16="http://schemas.microsoft.com/office/drawing/2014/main" id="{F4A7F5C4-B441-6B45-AC0C-442EF6E021F9}"/>
              </a:ext>
            </a:extLst>
          </p:cNvPr>
          <p:cNvSpPr/>
          <p:nvPr/>
        </p:nvSpPr>
        <p:spPr>
          <a:xfrm>
            <a:off x="995364" y="2237137"/>
            <a:ext cx="1247064" cy="136744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742950" rtl="0" eaLnBrk="1" fontAlgn="auto" latinLnBrk="0" hangingPunct="1">
              <a:lnSpc>
                <a:spcPct val="100000"/>
              </a:lnSpc>
              <a:spcBef>
                <a:spcPts val="0"/>
              </a:spcBef>
              <a:spcAft>
                <a:spcPts val="0"/>
              </a:spcAft>
              <a:buClrTx/>
              <a:buSzTx/>
              <a:buFontTx/>
              <a:buNone/>
              <a:tabLst/>
              <a:defRPr/>
            </a:pPr>
            <a:r>
              <a:rPr kumimoji="0" lang="en-GB" sz="1625" b="1" i="0"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rPr>
              <a:t>Copilot use case drives business value</a:t>
            </a:r>
            <a:endParaRPr kumimoji="0" lang="en-GB" sz="1138" b="0" i="0"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endParaRPr>
          </a:p>
        </p:txBody>
      </p:sp>
      <p:grpSp>
        <p:nvGrpSpPr>
          <p:cNvPr id="4" name="Group 3">
            <a:extLst>
              <a:ext uri="{FF2B5EF4-FFF2-40B4-BE49-F238E27FC236}">
                <a16:creationId xmlns:a16="http://schemas.microsoft.com/office/drawing/2014/main" id="{EA18D12E-AC22-9B71-7514-CD2AA1EDCCBA}"/>
              </a:ext>
            </a:extLst>
          </p:cNvPr>
          <p:cNvGrpSpPr/>
          <p:nvPr/>
        </p:nvGrpSpPr>
        <p:grpSpPr>
          <a:xfrm>
            <a:off x="2504620" y="1521810"/>
            <a:ext cx="3621460" cy="3115814"/>
            <a:chOff x="2198286" y="1739302"/>
            <a:chExt cx="5700038" cy="3834848"/>
          </a:xfrm>
        </p:grpSpPr>
        <p:grpSp>
          <p:nvGrpSpPr>
            <p:cNvPr id="6" name="Group 5">
              <a:extLst>
                <a:ext uri="{FF2B5EF4-FFF2-40B4-BE49-F238E27FC236}">
                  <a16:creationId xmlns:a16="http://schemas.microsoft.com/office/drawing/2014/main" id="{3B8B1461-7224-8D9D-2F16-12D051BB4BF1}"/>
                </a:ext>
              </a:extLst>
            </p:cNvPr>
            <p:cNvGrpSpPr/>
            <p:nvPr/>
          </p:nvGrpSpPr>
          <p:grpSpPr>
            <a:xfrm>
              <a:off x="2868296" y="1739302"/>
              <a:ext cx="3375554" cy="3834848"/>
              <a:chOff x="2868296" y="1739302"/>
              <a:chExt cx="3382484" cy="3834848"/>
            </a:xfrm>
          </p:grpSpPr>
          <p:sp>
            <p:nvSpPr>
              <p:cNvPr id="10" name="Rectangle 9">
                <a:extLst>
                  <a:ext uri="{FF2B5EF4-FFF2-40B4-BE49-F238E27FC236}">
                    <a16:creationId xmlns:a16="http://schemas.microsoft.com/office/drawing/2014/main" id="{3A67A564-BF3A-0D3F-F7B6-027D335DE9F4}"/>
                  </a:ext>
                </a:extLst>
              </p:cNvPr>
              <p:cNvSpPr/>
              <p:nvPr/>
            </p:nvSpPr>
            <p:spPr>
              <a:xfrm>
                <a:off x="2868296" y="1739302"/>
                <a:ext cx="3375553" cy="15213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b="1" i="0"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rPr>
                  <a:t>Unlocks capacity for the Org</a:t>
                </a:r>
                <a:br>
                  <a:rPr kumimoji="0" lang="en-GB" b="1" i="0"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rPr>
                </a:br>
                <a:r>
                  <a:rPr kumimoji="0" lang="en-GB" sz="1000" i="0"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rPr>
                  <a:t>(i.e. do same with less time/salary or do more with same time/salary)</a:t>
                </a:r>
                <a:endParaRPr kumimoji="0" lang="en-GB" sz="1200" i="0"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1B7E6368-AC1F-95F1-84C1-877F1C545B5B}"/>
                  </a:ext>
                </a:extLst>
              </p:cNvPr>
              <p:cNvSpPr/>
              <p:nvPr/>
            </p:nvSpPr>
            <p:spPr>
              <a:xfrm>
                <a:off x="2875226" y="3850749"/>
                <a:ext cx="3375554" cy="17234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742950" rtl="0" eaLnBrk="1" fontAlgn="auto" latinLnBrk="0" hangingPunct="1">
                  <a:lnSpc>
                    <a:spcPct val="100000"/>
                  </a:lnSpc>
                  <a:spcBef>
                    <a:spcPts val="0"/>
                  </a:spcBef>
                  <a:spcAft>
                    <a:spcPts val="0"/>
                  </a:spcAft>
                  <a:buClrTx/>
                  <a:buSzTx/>
                  <a:buFontTx/>
                  <a:buNone/>
                  <a:tabLst/>
                  <a:defRPr/>
                </a:pPr>
                <a:r>
                  <a:rPr kumimoji="0" lang="en-GB" b="1" i="0"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rPr>
                  <a:t>Unlocks value outcome for the Org</a:t>
                </a:r>
              </a:p>
              <a:p>
                <a:pPr marL="0" marR="0" lvl="0" indent="0" algn="ctr" defTabSz="742950" rtl="0" eaLnBrk="1" fontAlgn="auto" latinLnBrk="0" hangingPunct="1">
                  <a:lnSpc>
                    <a:spcPct val="100000"/>
                  </a:lnSpc>
                  <a:spcBef>
                    <a:spcPts val="0"/>
                  </a:spcBef>
                  <a:spcAft>
                    <a:spcPts val="0"/>
                  </a:spcAft>
                  <a:buClrTx/>
                  <a:buSzTx/>
                  <a:buFontTx/>
                  <a:buNone/>
                  <a:tabLst/>
                  <a:defRPr/>
                </a:pPr>
                <a:r>
                  <a:rPr kumimoji="0" lang="en-GB" sz="1000" i="0"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rPr>
                  <a:t>(i.e. </a:t>
                </a:r>
                <a:r>
                  <a:rPr kumimoji="0" lang="en-GB" sz="1000" i="0"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sym typeface="Wingdings" panose="05000000000000000000" pitchFamily="2" charset="2"/>
                  </a:rPr>
                  <a:t> Change in output or result that drives </a:t>
                </a:r>
                <a:r>
                  <a:rPr kumimoji="0" lang="en-GB" sz="1000" i="0"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rPr>
                  <a:t>revenue potential or cost avoidance (non-salary))</a:t>
                </a:r>
              </a:p>
            </p:txBody>
          </p:sp>
        </p:grpSp>
        <p:sp>
          <p:nvSpPr>
            <p:cNvPr id="7" name="Rectangle 6">
              <a:extLst>
                <a:ext uri="{FF2B5EF4-FFF2-40B4-BE49-F238E27FC236}">
                  <a16:creationId xmlns:a16="http://schemas.microsoft.com/office/drawing/2014/main" id="{B8D802C0-3455-E64D-1264-CC75CA9C97AE}"/>
                </a:ext>
              </a:extLst>
            </p:cNvPr>
            <p:cNvSpPr/>
            <p:nvPr/>
          </p:nvSpPr>
          <p:spPr>
            <a:xfrm>
              <a:off x="2198286" y="3385874"/>
              <a:ext cx="1035844" cy="285750"/>
            </a:xfrm>
            <a:prstGeom prst="rect">
              <a:avLst/>
            </a:prstGeom>
            <a:no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159" tIns="5159" rIns="5159" bIns="5159" numCol="1" spcCol="1270" rtlCol="0" anchor="ctr" anchorCtr="0">
              <a:noAutofit/>
            </a:bodyPr>
            <a:lstStyle/>
            <a:p>
              <a:pPr marL="0" marR="0" lvl="0" indent="0" algn="ctr" defTabSz="361156" rtl="0" eaLnBrk="1" fontAlgn="auto" latinLnBrk="0" hangingPunct="1">
                <a:lnSpc>
                  <a:spcPct val="90000"/>
                </a:lnSpc>
                <a:spcBef>
                  <a:spcPct val="0"/>
                </a:spcBef>
                <a:spcAft>
                  <a:spcPct val="35000"/>
                </a:spcAft>
                <a:buClrTx/>
                <a:buSzTx/>
                <a:buFontTx/>
                <a:buNone/>
                <a:tabLst/>
                <a:defRPr/>
              </a:pPr>
              <a:r>
                <a:rPr kumimoji="0" lang="en-GB" sz="1950" b="1" i="0" u="none" strike="noStrike" kern="1200" cap="none" spc="0" normalizeH="0" baseline="0" noProof="0" dirty="0">
                  <a:ln>
                    <a:noFill/>
                  </a:ln>
                  <a:solidFill>
                    <a:srgbClr val="34342B"/>
                  </a:solidFill>
                  <a:effectLst/>
                  <a:uLnTx/>
                  <a:uFillTx/>
                  <a:ea typeface="Calibri" panose="020F0502020204030204" pitchFamily="34" charset="0"/>
                  <a:cs typeface="Calibri" panose="020F0502020204030204" pitchFamily="34" charset="0"/>
                </a:rPr>
                <a:t>OR</a:t>
              </a:r>
            </a:p>
          </p:txBody>
        </p:sp>
        <p:sp>
          <p:nvSpPr>
            <p:cNvPr id="8" name="Rectangle 7">
              <a:extLst>
                <a:ext uri="{FF2B5EF4-FFF2-40B4-BE49-F238E27FC236}">
                  <a16:creationId xmlns:a16="http://schemas.microsoft.com/office/drawing/2014/main" id="{8331553A-F1C5-AF16-5E2D-0BE37E966978}"/>
                </a:ext>
              </a:extLst>
            </p:cNvPr>
            <p:cNvSpPr/>
            <p:nvPr/>
          </p:nvSpPr>
          <p:spPr>
            <a:xfrm>
              <a:off x="6862480" y="2377798"/>
              <a:ext cx="1035844" cy="285750"/>
            </a:xfrm>
            <a:prstGeom prst="rect">
              <a:avLst/>
            </a:prstGeom>
            <a:no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159" tIns="5159" rIns="5159" bIns="5159" numCol="1" spcCol="1270" rtlCol="0" anchor="ctr" anchorCtr="0">
              <a:noAutofit/>
            </a:bodyPr>
            <a:lstStyle/>
            <a:p>
              <a:pPr marL="0" marR="0" lvl="0" indent="0" algn="ctr" defTabSz="361156" rtl="0" eaLnBrk="1" fontAlgn="auto" latinLnBrk="0" hangingPunct="1">
                <a:lnSpc>
                  <a:spcPct val="90000"/>
                </a:lnSpc>
                <a:spcBef>
                  <a:spcPct val="0"/>
                </a:spcBef>
                <a:spcAft>
                  <a:spcPct val="35000"/>
                </a:spcAft>
                <a:buClrTx/>
                <a:buSzTx/>
                <a:buFontTx/>
                <a:buNone/>
                <a:tabLst/>
                <a:defRPr/>
              </a:pPr>
              <a:r>
                <a:rPr kumimoji="0" lang="en-GB" sz="1463" b="1" i="0" u="none" strike="noStrike" kern="1200" cap="none" spc="0" normalizeH="0" baseline="0" noProof="0" dirty="0">
                  <a:ln>
                    <a:noFill/>
                  </a:ln>
                  <a:solidFill>
                    <a:srgbClr val="34342B"/>
                  </a:solidFill>
                  <a:effectLst/>
                  <a:uLnTx/>
                  <a:uFillTx/>
                  <a:ea typeface="Calibri" panose="020F0502020204030204" pitchFamily="34" charset="0"/>
                  <a:cs typeface="Calibri" panose="020F0502020204030204" pitchFamily="34" charset="0"/>
                </a:rPr>
                <a:t>OR</a:t>
              </a:r>
            </a:p>
          </p:txBody>
        </p:sp>
        <p:sp>
          <p:nvSpPr>
            <p:cNvPr id="9" name="Rectangle 8">
              <a:extLst>
                <a:ext uri="{FF2B5EF4-FFF2-40B4-BE49-F238E27FC236}">
                  <a16:creationId xmlns:a16="http://schemas.microsoft.com/office/drawing/2014/main" id="{45563BCC-9396-C209-BD56-55D0BD1852EB}"/>
                </a:ext>
              </a:extLst>
            </p:cNvPr>
            <p:cNvSpPr/>
            <p:nvPr/>
          </p:nvSpPr>
          <p:spPr>
            <a:xfrm>
              <a:off x="6851652" y="4505639"/>
              <a:ext cx="1035844" cy="285750"/>
            </a:xfrm>
            <a:prstGeom prst="rect">
              <a:avLst/>
            </a:prstGeom>
            <a:no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159" tIns="5159" rIns="5159" bIns="5159" numCol="1" spcCol="1270" rtlCol="0" anchor="ctr" anchorCtr="0">
              <a:noAutofit/>
            </a:bodyPr>
            <a:lstStyle/>
            <a:p>
              <a:pPr marL="0" marR="0" lvl="0" indent="0" algn="ctr" defTabSz="361156" rtl="0" eaLnBrk="1" fontAlgn="auto" latinLnBrk="0" hangingPunct="1">
                <a:lnSpc>
                  <a:spcPct val="90000"/>
                </a:lnSpc>
                <a:spcBef>
                  <a:spcPct val="0"/>
                </a:spcBef>
                <a:spcAft>
                  <a:spcPct val="35000"/>
                </a:spcAft>
                <a:buClrTx/>
                <a:buSzTx/>
                <a:buFontTx/>
                <a:buNone/>
                <a:tabLst/>
                <a:defRPr/>
              </a:pPr>
              <a:r>
                <a:rPr kumimoji="0" lang="en-GB" sz="1463" b="1" i="0" u="none" strike="noStrike" kern="1200" cap="none" spc="0" normalizeH="0" baseline="0" noProof="0">
                  <a:ln>
                    <a:noFill/>
                  </a:ln>
                  <a:solidFill>
                    <a:srgbClr val="34342B"/>
                  </a:solidFill>
                  <a:effectLst/>
                  <a:uLnTx/>
                  <a:uFillTx/>
                  <a:ea typeface="Calibri" panose="020F0502020204030204" pitchFamily="34" charset="0"/>
                  <a:cs typeface="Calibri" panose="020F0502020204030204" pitchFamily="34" charset="0"/>
                </a:rPr>
                <a:t>OR</a:t>
              </a:r>
            </a:p>
          </p:txBody>
        </p:sp>
      </p:grpSp>
      <p:cxnSp>
        <p:nvCxnSpPr>
          <p:cNvPr id="12" name="Connector: Elbow 11">
            <a:extLst>
              <a:ext uri="{FF2B5EF4-FFF2-40B4-BE49-F238E27FC236}">
                <a16:creationId xmlns:a16="http://schemas.microsoft.com/office/drawing/2014/main" id="{90225488-3145-AB93-5EDA-C1DDE6F27582}"/>
              </a:ext>
            </a:extLst>
          </p:cNvPr>
          <p:cNvCxnSpPr>
            <a:cxnSpLocks/>
            <a:stCxn id="3" idx="3"/>
            <a:endCxn id="10" idx="1"/>
          </p:cNvCxnSpPr>
          <p:nvPr/>
        </p:nvCxnSpPr>
        <p:spPr>
          <a:xfrm flipV="1">
            <a:off x="2242428" y="2139860"/>
            <a:ext cx="687876" cy="781003"/>
          </a:xfrm>
          <a:prstGeom prst="bentConnector3">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Connector: Elbow 12">
            <a:extLst>
              <a:ext uri="{FF2B5EF4-FFF2-40B4-BE49-F238E27FC236}">
                <a16:creationId xmlns:a16="http://schemas.microsoft.com/office/drawing/2014/main" id="{25A68624-32CF-D0E2-BA6A-D1865F8D7E60}"/>
              </a:ext>
            </a:extLst>
          </p:cNvPr>
          <p:cNvCxnSpPr>
            <a:cxnSpLocks/>
            <a:stCxn id="3" idx="3"/>
            <a:endCxn id="11" idx="1"/>
          </p:cNvCxnSpPr>
          <p:nvPr/>
        </p:nvCxnSpPr>
        <p:spPr>
          <a:xfrm>
            <a:off x="2242428" y="2920862"/>
            <a:ext cx="692270" cy="1016632"/>
          </a:xfrm>
          <a:prstGeom prst="bentConnector3">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Connector: Elbow 13">
            <a:extLst>
              <a:ext uri="{FF2B5EF4-FFF2-40B4-BE49-F238E27FC236}">
                <a16:creationId xmlns:a16="http://schemas.microsoft.com/office/drawing/2014/main" id="{E3C17809-DDC7-7167-C4E1-976BABCA962F}"/>
              </a:ext>
            </a:extLst>
          </p:cNvPr>
          <p:cNvCxnSpPr>
            <a:cxnSpLocks/>
            <a:stCxn id="10" idx="3"/>
          </p:cNvCxnSpPr>
          <p:nvPr/>
        </p:nvCxnSpPr>
        <p:spPr>
          <a:xfrm flipV="1">
            <a:off x="5070533" y="1800495"/>
            <a:ext cx="1135326" cy="339365"/>
          </a:xfrm>
          <a:prstGeom prst="bentConnector3">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 name="Connector: Elbow 14">
            <a:extLst>
              <a:ext uri="{FF2B5EF4-FFF2-40B4-BE49-F238E27FC236}">
                <a16:creationId xmlns:a16="http://schemas.microsoft.com/office/drawing/2014/main" id="{9E1B2629-13E2-5A99-3C1D-E67DD2EC724A}"/>
              </a:ext>
            </a:extLst>
          </p:cNvPr>
          <p:cNvCxnSpPr>
            <a:cxnSpLocks/>
            <a:stCxn id="10" idx="3"/>
          </p:cNvCxnSpPr>
          <p:nvPr/>
        </p:nvCxnSpPr>
        <p:spPr>
          <a:xfrm>
            <a:off x="5070533" y="2139859"/>
            <a:ext cx="1135326" cy="339366"/>
          </a:xfrm>
          <a:prstGeom prst="bentConnector3">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Connector: Elbow 15">
            <a:extLst>
              <a:ext uri="{FF2B5EF4-FFF2-40B4-BE49-F238E27FC236}">
                <a16:creationId xmlns:a16="http://schemas.microsoft.com/office/drawing/2014/main" id="{A0BE4F8A-FA87-D9A2-09EA-5581E36EDD8F}"/>
              </a:ext>
            </a:extLst>
          </p:cNvPr>
          <p:cNvCxnSpPr>
            <a:cxnSpLocks/>
            <a:stCxn id="11" idx="3"/>
          </p:cNvCxnSpPr>
          <p:nvPr/>
        </p:nvCxnSpPr>
        <p:spPr>
          <a:xfrm flipV="1">
            <a:off x="5074930" y="3516046"/>
            <a:ext cx="1130929" cy="421448"/>
          </a:xfrm>
          <a:prstGeom prst="bentConnector3">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Connector: Elbow 16">
            <a:extLst>
              <a:ext uri="{FF2B5EF4-FFF2-40B4-BE49-F238E27FC236}">
                <a16:creationId xmlns:a16="http://schemas.microsoft.com/office/drawing/2014/main" id="{1FC46840-FE88-C40C-74FD-DFDCA41DF881}"/>
              </a:ext>
            </a:extLst>
          </p:cNvPr>
          <p:cNvCxnSpPr>
            <a:cxnSpLocks/>
            <a:stCxn id="11" idx="3"/>
          </p:cNvCxnSpPr>
          <p:nvPr/>
        </p:nvCxnSpPr>
        <p:spPr>
          <a:xfrm>
            <a:off x="5074928" y="3937494"/>
            <a:ext cx="1130930" cy="257283"/>
          </a:xfrm>
          <a:prstGeom prst="bentConnector3">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8" name="Group 17">
            <a:extLst>
              <a:ext uri="{FF2B5EF4-FFF2-40B4-BE49-F238E27FC236}">
                <a16:creationId xmlns:a16="http://schemas.microsoft.com/office/drawing/2014/main" id="{E639724E-D857-9930-0B0F-E5C511AF23D2}"/>
              </a:ext>
            </a:extLst>
          </p:cNvPr>
          <p:cNvGrpSpPr/>
          <p:nvPr/>
        </p:nvGrpSpPr>
        <p:grpSpPr>
          <a:xfrm>
            <a:off x="6205862" y="1521811"/>
            <a:ext cx="1864585" cy="2973047"/>
            <a:chOff x="6899747" y="1485302"/>
            <a:chExt cx="3401068" cy="3659135"/>
          </a:xfrm>
        </p:grpSpPr>
        <p:sp>
          <p:nvSpPr>
            <p:cNvPr id="19" name="Rectangle 18">
              <a:extLst>
                <a:ext uri="{FF2B5EF4-FFF2-40B4-BE49-F238E27FC236}">
                  <a16:creationId xmlns:a16="http://schemas.microsoft.com/office/drawing/2014/main" id="{1E50AF18-AAC9-AF51-381E-A1550004E1AF}"/>
                </a:ext>
              </a:extLst>
            </p:cNvPr>
            <p:cNvSpPr/>
            <p:nvPr/>
          </p:nvSpPr>
          <p:spPr>
            <a:xfrm>
              <a:off x="6899748" y="1485302"/>
              <a:ext cx="3375555" cy="6859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74295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rPr>
                <a:t>Capacity realized as savings ($)</a:t>
              </a:r>
              <a:endParaRPr kumimoji="0" lang="en-GB" sz="1400" b="0" i="0"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endParaRPr>
            </a:p>
          </p:txBody>
        </p:sp>
        <p:sp>
          <p:nvSpPr>
            <p:cNvPr id="20" name="Rectangle 19">
              <a:extLst>
                <a:ext uri="{FF2B5EF4-FFF2-40B4-BE49-F238E27FC236}">
                  <a16:creationId xmlns:a16="http://schemas.microsoft.com/office/drawing/2014/main" id="{AE78F11D-7CE9-1731-665B-8BE4C1D7419F}"/>
                </a:ext>
              </a:extLst>
            </p:cNvPr>
            <p:cNvSpPr/>
            <p:nvPr/>
          </p:nvSpPr>
          <p:spPr>
            <a:xfrm>
              <a:off x="6899747" y="2320663"/>
              <a:ext cx="3375556" cy="6859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74295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rPr>
                <a:t>Capacity reused ($)</a:t>
              </a:r>
            </a:p>
          </p:txBody>
        </p:sp>
        <p:sp>
          <p:nvSpPr>
            <p:cNvPr id="22" name="Rectangle 21">
              <a:extLst>
                <a:ext uri="{FF2B5EF4-FFF2-40B4-BE49-F238E27FC236}">
                  <a16:creationId xmlns:a16="http://schemas.microsoft.com/office/drawing/2014/main" id="{4F60D79A-F26B-419B-FF11-080274D361EB}"/>
                </a:ext>
              </a:extLst>
            </p:cNvPr>
            <p:cNvSpPr/>
            <p:nvPr/>
          </p:nvSpPr>
          <p:spPr>
            <a:xfrm>
              <a:off x="6925260" y="3662539"/>
              <a:ext cx="3375555" cy="6859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74295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rPr>
                <a:t>Non-Salary cost out (</a:t>
              </a:r>
              <a:r>
                <a:rPr lang="en-GB" sz="1400" b="1" dirty="0">
                  <a:solidFill>
                    <a:srgbClr val="FFFFFF"/>
                  </a:solidFill>
                  <a:ea typeface="Calibri" panose="020F0502020204030204" pitchFamily="34" charset="0"/>
                  <a:cs typeface="Calibri" panose="020F0502020204030204" pitchFamily="34" charset="0"/>
                </a:rPr>
                <a:t>$)</a:t>
              </a:r>
              <a:endParaRPr kumimoji="0" lang="en-GB" sz="1050" b="0" i="0"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endParaRPr>
            </a:p>
          </p:txBody>
        </p:sp>
        <p:sp>
          <p:nvSpPr>
            <p:cNvPr id="23" name="Rectangle 22">
              <a:extLst>
                <a:ext uri="{FF2B5EF4-FFF2-40B4-BE49-F238E27FC236}">
                  <a16:creationId xmlns:a16="http://schemas.microsoft.com/office/drawing/2014/main" id="{FA90DFA5-688A-F3FD-4C13-DCE7A72A812B}"/>
                </a:ext>
              </a:extLst>
            </p:cNvPr>
            <p:cNvSpPr/>
            <p:nvPr/>
          </p:nvSpPr>
          <p:spPr>
            <a:xfrm>
              <a:off x="6925258" y="4458448"/>
              <a:ext cx="3375555" cy="685989"/>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742950" rtl="0" eaLnBrk="1" fontAlgn="auto" latinLnBrk="0" hangingPunct="1">
                <a:lnSpc>
                  <a:spcPct val="100000"/>
                </a:lnSpc>
                <a:spcBef>
                  <a:spcPts val="0"/>
                </a:spcBef>
                <a:spcAft>
                  <a:spcPts val="0"/>
                </a:spcAft>
                <a:buClrTx/>
                <a:buSzTx/>
                <a:buFontTx/>
                <a:buNone/>
                <a:tabLst/>
                <a:defRPr/>
              </a:pPr>
              <a:r>
                <a:rPr kumimoji="0" lang="en-GB" sz="1138" b="1" i="1"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rPr>
                <a:t>Other intangible benefit e.g. reputational/wellbeing</a:t>
              </a:r>
              <a:endParaRPr kumimoji="0" lang="en-GB" sz="853" b="0" i="1"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endParaRPr>
            </a:p>
          </p:txBody>
        </p:sp>
      </p:grpSp>
      <p:sp>
        <p:nvSpPr>
          <p:cNvPr id="24" name="Rectangle 23">
            <a:extLst>
              <a:ext uri="{FF2B5EF4-FFF2-40B4-BE49-F238E27FC236}">
                <a16:creationId xmlns:a16="http://schemas.microsoft.com/office/drawing/2014/main" id="{9046C801-5B81-763F-6CDA-8CEAC22ABAD2}"/>
              </a:ext>
            </a:extLst>
          </p:cNvPr>
          <p:cNvSpPr/>
          <p:nvPr/>
        </p:nvSpPr>
        <p:spPr>
          <a:xfrm>
            <a:off x="3495942" y="1417570"/>
            <a:ext cx="1086908" cy="218012"/>
          </a:xfrm>
          <a:prstGeom prst="rect">
            <a:avLst/>
          </a:prstGeom>
          <a:solidFill>
            <a:srgbClr val="002060"/>
          </a:solid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159" tIns="5159" rIns="5159" bIns="5159" numCol="1" spcCol="1270" rtlCol="0" anchor="ctr" anchorCtr="0">
            <a:noAutofit/>
          </a:bodyPr>
          <a:lstStyle/>
          <a:p>
            <a:pPr marL="0" marR="0" lvl="0" indent="0" algn="ctr" defTabSz="361156" rtl="0" eaLnBrk="1" fontAlgn="auto" latinLnBrk="0" hangingPunct="1">
              <a:lnSpc>
                <a:spcPct val="90000"/>
              </a:lnSpc>
              <a:spcBef>
                <a:spcPct val="0"/>
              </a:spcBef>
              <a:spcAft>
                <a:spcPct val="35000"/>
              </a:spcAft>
              <a:buClrTx/>
              <a:buSzTx/>
              <a:buFontTx/>
              <a:buNone/>
              <a:tabLst/>
              <a:defRPr/>
            </a:pPr>
            <a:r>
              <a:rPr kumimoji="0" lang="en-GB" sz="1138" b="1" i="0" u="none" strike="noStrike" kern="1200" cap="none" spc="0" normalizeH="0" baseline="0" noProof="0">
                <a:ln>
                  <a:noFill/>
                </a:ln>
                <a:solidFill>
                  <a:srgbClr val="FFFFFF"/>
                </a:solidFill>
                <a:effectLst/>
                <a:uLnTx/>
                <a:uFillTx/>
                <a:ea typeface="+mn-ea"/>
                <a:cs typeface="+mn-cs"/>
              </a:rPr>
              <a:t>Productivity</a:t>
            </a:r>
          </a:p>
        </p:txBody>
      </p:sp>
      <p:grpSp>
        <p:nvGrpSpPr>
          <p:cNvPr id="25" name="Group 24">
            <a:extLst>
              <a:ext uri="{FF2B5EF4-FFF2-40B4-BE49-F238E27FC236}">
                <a16:creationId xmlns:a16="http://schemas.microsoft.com/office/drawing/2014/main" id="{A4B7FF3E-6564-CA4F-5441-37DBD11C9FB2}"/>
              </a:ext>
            </a:extLst>
          </p:cNvPr>
          <p:cNvGrpSpPr/>
          <p:nvPr/>
        </p:nvGrpSpPr>
        <p:grpSpPr>
          <a:xfrm>
            <a:off x="3052047" y="4637624"/>
            <a:ext cx="1905529" cy="212188"/>
            <a:chOff x="3005667" y="5226555"/>
            <a:chExt cx="2798051" cy="324671"/>
          </a:xfrm>
        </p:grpSpPr>
        <p:sp>
          <p:nvSpPr>
            <p:cNvPr id="26" name="Rectangle 25">
              <a:extLst>
                <a:ext uri="{FF2B5EF4-FFF2-40B4-BE49-F238E27FC236}">
                  <a16:creationId xmlns:a16="http://schemas.microsoft.com/office/drawing/2014/main" id="{3A116C46-1232-40C7-7310-F5FFB1AF62D6}"/>
                </a:ext>
              </a:extLst>
            </p:cNvPr>
            <p:cNvSpPr/>
            <p:nvPr/>
          </p:nvSpPr>
          <p:spPr>
            <a:xfrm>
              <a:off x="3005667" y="5226555"/>
              <a:ext cx="1337733" cy="324671"/>
            </a:xfrm>
            <a:prstGeom prst="rect">
              <a:avLst/>
            </a:prstGeom>
            <a:solidFill>
              <a:srgbClr val="002060"/>
            </a:solid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159" tIns="5159" rIns="5159" bIns="5159" numCol="1" spcCol="1270" rtlCol="0" anchor="ctr" anchorCtr="0">
              <a:noAutofit/>
            </a:bodyPr>
            <a:lstStyle/>
            <a:p>
              <a:pPr marL="0" marR="0" lvl="0" indent="0" algn="ctr" defTabSz="361156" rtl="0" eaLnBrk="1" fontAlgn="auto" latinLnBrk="0" hangingPunct="1">
                <a:lnSpc>
                  <a:spcPct val="90000"/>
                </a:lnSpc>
                <a:spcBef>
                  <a:spcPct val="0"/>
                </a:spcBef>
                <a:spcAft>
                  <a:spcPct val="35000"/>
                </a:spcAft>
                <a:buClrTx/>
                <a:buSzTx/>
                <a:buFontTx/>
                <a:buNone/>
                <a:tabLst/>
                <a:defRPr/>
              </a:pPr>
              <a:r>
                <a:rPr kumimoji="0" lang="en-GB" sz="1138" b="1" i="0" u="none" strike="noStrike" kern="1200" cap="none" spc="0" normalizeH="0" baseline="0" noProof="0" dirty="0">
                  <a:ln>
                    <a:noFill/>
                  </a:ln>
                  <a:solidFill>
                    <a:srgbClr val="FFFFFF"/>
                  </a:solidFill>
                  <a:effectLst/>
                  <a:uLnTx/>
                  <a:uFillTx/>
                  <a:ea typeface="+mn-ea"/>
                  <a:cs typeface="+mn-cs"/>
                </a:rPr>
                <a:t>Quality</a:t>
              </a:r>
            </a:p>
          </p:txBody>
        </p:sp>
        <p:sp>
          <p:nvSpPr>
            <p:cNvPr id="27" name="Rectangle 26">
              <a:extLst>
                <a:ext uri="{FF2B5EF4-FFF2-40B4-BE49-F238E27FC236}">
                  <a16:creationId xmlns:a16="http://schemas.microsoft.com/office/drawing/2014/main" id="{BD1888F3-D866-9CAD-5426-D9DC386ABCE1}"/>
                </a:ext>
              </a:extLst>
            </p:cNvPr>
            <p:cNvSpPr/>
            <p:nvPr/>
          </p:nvSpPr>
          <p:spPr>
            <a:xfrm>
              <a:off x="4465985" y="5226555"/>
              <a:ext cx="1337733" cy="324671"/>
            </a:xfrm>
            <a:prstGeom prst="rect">
              <a:avLst/>
            </a:prstGeom>
            <a:solidFill>
              <a:srgbClr val="002060"/>
            </a:solid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159" tIns="5159" rIns="5159" bIns="5159" numCol="1" spcCol="1270" rtlCol="0" anchor="ctr" anchorCtr="0">
              <a:noAutofit/>
            </a:bodyPr>
            <a:lstStyle/>
            <a:p>
              <a:pPr marL="0" marR="0" lvl="0" indent="0" algn="ctr" defTabSz="361156" rtl="0" eaLnBrk="1" fontAlgn="auto" latinLnBrk="0" hangingPunct="1">
                <a:lnSpc>
                  <a:spcPct val="90000"/>
                </a:lnSpc>
                <a:spcBef>
                  <a:spcPct val="0"/>
                </a:spcBef>
                <a:spcAft>
                  <a:spcPct val="35000"/>
                </a:spcAft>
                <a:buClrTx/>
                <a:buSzTx/>
                <a:buFontTx/>
                <a:buNone/>
                <a:tabLst/>
                <a:defRPr/>
              </a:pPr>
              <a:r>
                <a:rPr kumimoji="0" lang="en-GB" sz="1138" b="1" i="0" u="none" strike="noStrike" kern="1200" cap="none" spc="0" normalizeH="0" baseline="0" noProof="0">
                  <a:ln>
                    <a:noFill/>
                  </a:ln>
                  <a:solidFill>
                    <a:srgbClr val="FFFFFF"/>
                  </a:solidFill>
                  <a:effectLst/>
                  <a:uLnTx/>
                  <a:uFillTx/>
                  <a:ea typeface="+mn-ea"/>
                  <a:cs typeface="+mn-cs"/>
                </a:rPr>
                <a:t>Compliance</a:t>
              </a:r>
            </a:p>
          </p:txBody>
        </p:sp>
      </p:grpSp>
      <p:cxnSp>
        <p:nvCxnSpPr>
          <p:cNvPr id="28" name="Connector: Elbow 27">
            <a:extLst>
              <a:ext uri="{FF2B5EF4-FFF2-40B4-BE49-F238E27FC236}">
                <a16:creationId xmlns:a16="http://schemas.microsoft.com/office/drawing/2014/main" id="{DDBB5EA2-2C89-0B69-982C-2C6566E511D2}"/>
              </a:ext>
            </a:extLst>
          </p:cNvPr>
          <p:cNvCxnSpPr>
            <a:cxnSpLocks/>
          </p:cNvCxnSpPr>
          <p:nvPr/>
        </p:nvCxnSpPr>
        <p:spPr>
          <a:xfrm>
            <a:off x="8070448" y="3564363"/>
            <a:ext cx="1135327" cy="339366"/>
          </a:xfrm>
          <a:prstGeom prst="bentConnector3">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Connector: Elbow 28">
            <a:extLst>
              <a:ext uri="{FF2B5EF4-FFF2-40B4-BE49-F238E27FC236}">
                <a16:creationId xmlns:a16="http://schemas.microsoft.com/office/drawing/2014/main" id="{8DFBFF37-F21C-22DB-C84D-4DA87C9079E8}"/>
              </a:ext>
            </a:extLst>
          </p:cNvPr>
          <p:cNvCxnSpPr>
            <a:cxnSpLocks/>
          </p:cNvCxnSpPr>
          <p:nvPr/>
        </p:nvCxnSpPr>
        <p:spPr>
          <a:xfrm flipV="1">
            <a:off x="8070447" y="3898213"/>
            <a:ext cx="1135327" cy="339365"/>
          </a:xfrm>
          <a:prstGeom prst="bentConnector3">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0" name="Rectangle 29">
            <a:extLst>
              <a:ext uri="{FF2B5EF4-FFF2-40B4-BE49-F238E27FC236}">
                <a16:creationId xmlns:a16="http://schemas.microsoft.com/office/drawing/2014/main" id="{F053FF5C-9F3F-917B-ADB4-F20CA72BF7FE}"/>
              </a:ext>
            </a:extLst>
          </p:cNvPr>
          <p:cNvSpPr/>
          <p:nvPr/>
        </p:nvSpPr>
        <p:spPr>
          <a:xfrm>
            <a:off x="9228554" y="2015075"/>
            <a:ext cx="597959" cy="2105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742950" rtl="0" eaLnBrk="1" fontAlgn="auto" latinLnBrk="0" hangingPunct="1">
              <a:lnSpc>
                <a:spcPct val="100000"/>
              </a:lnSpc>
              <a:spcBef>
                <a:spcPts val="0"/>
              </a:spcBef>
              <a:spcAft>
                <a:spcPts val="0"/>
              </a:spcAft>
              <a:buClrTx/>
              <a:buSzTx/>
              <a:buFontTx/>
              <a:buNone/>
              <a:tabLst/>
              <a:defRPr/>
            </a:pPr>
            <a:r>
              <a:rPr kumimoji="0" lang="en-GB" sz="1625" b="1" i="0" u="none" strike="noStrike" kern="1200" cap="none" spc="0" normalizeH="0" baseline="0" noProof="0">
                <a:ln>
                  <a:noFill/>
                </a:ln>
                <a:solidFill>
                  <a:srgbClr val="FFFFFF"/>
                </a:solidFill>
                <a:effectLst/>
                <a:uLnTx/>
                <a:uFillTx/>
                <a:ea typeface="Calibri" panose="020F0502020204030204" pitchFamily="34" charset="0"/>
                <a:cs typeface="Calibri" panose="020F0502020204030204" pitchFamily="34" charset="0"/>
              </a:rPr>
              <a:t>ROI</a:t>
            </a:r>
            <a:endParaRPr kumimoji="0" lang="en-GB" sz="1138" b="0" i="0" u="none" strike="noStrike" kern="1200" cap="none" spc="0" normalizeH="0" baseline="0" noProof="0">
              <a:ln>
                <a:noFill/>
              </a:ln>
              <a:solidFill>
                <a:srgbClr val="FFFFFF"/>
              </a:solidFill>
              <a:effectLst/>
              <a:uLnTx/>
              <a:uFillTx/>
              <a:ea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82B34134-97DF-FB0E-CABB-4045766844C9}"/>
              </a:ext>
            </a:extLst>
          </p:cNvPr>
          <p:cNvSpPr/>
          <p:nvPr/>
        </p:nvSpPr>
        <p:spPr>
          <a:xfrm>
            <a:off x="3364476" y="3131267"/>
            <a:ext cx="1266356" cy="212188"/>
          </a:xfrm>
          <a:prstGeom prst="rect">
            <a:avLst/>
          </a:prstGeom>
          <a:solidFill>
            <a:srgbClr val="002060"/>
          </a:solid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159" tIns="5159" rIns="5159" bIns="5159" numCol="1" spcCol="1270" rtlCol="0" anchor="ctr" anchorCtr="0">
            <a:noAutofit/>
          </a:bodyPr>
          <a:lstStyle/>
          <a:p>
            <a:pPr marL="0" marR="0" lvl="0" indent="0" algn="ctr" defTabSz="361156" rtl="0" eaLnBrk="1" fontAlgn="auto" latinLnBrk="0" hangingPunct="1">
              <a:lnSpc>
                <a:spcPct val="90000"/>
              </a:lnSpc>
              <a:spcBef>
                <a:spcPct val="0"/>
              </a:spcBef>
              <a:spcAft>
                <a:spcPct val="35000"/>
              </a:spcAft>
              <a:buClrTx/>
              <a:buSzTx/>
              <a:buFontTx/>
              <a:buNone/>
              <a:tabLst/>
              <a:defRPr/>
            </a:pPr>
            <a:r>
              <a:rPr kumimoji="0" lang="en-GB" sz="1138" b="1" i="0" u="none" strike="noStrike" kern="1200" cap="none" spc="0" normalizeH="0" baseline="0" noProof="0">
                <a:ln>
                  <a:noFill/>
                </a:ln>
                <a:solidFill>
                  <a:srgbClr val="FFFFFF"/>
                </a:solidFill>
                <a:effectLst/>
                <a:uLnTx/>
                <a:uFillTx/>
                <a:ea typeface="+mn-ea"/>
                <a:cs typeface="+mn-cs"/>
              </a:rPr>
              <a:t>Value</a:t>
            </a:r>
          </a:p>
        </p:txBody>
      </p:sp>
      <p:cxnSp>
        <p:nvCxnSpPr>
          <p:cNvPr id="34" name="Connector: Elbow 33">
            <a:extLst>
              <a:ext uri="{FF2B5EF4-FFF2-40B4-BE49-F238E27FC236}">
                <a16:creationId xmlns:a16="http://schemas.microsoft.com/office/drawing/2014/main" id="{458EA723-CE3D-7F2D-1325-0FA527808356}"/>
              </a:ext>
            </a:extLst>
          </p:cNvPr>
          <p:cNvCxnSpPr>
            <a:cxnSpLocks/>
          </p:cNvCxnSpPr>
          <p:nvPr/>
        </p:nvCxnSpPr>
        <p:spPr>
          <a:xfrm>
            <a:off x="8085931" y="1833140"/>
            <a:ext cx="1135327" cy="339366"/>
          </a:xfrm>
          <a:prstGeom prst="bentConnector3">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5" name="Connector: Elbow 34">
            <a:extLst>
              <a:ext uri="{FF2B5EF4-FFF2-40B4-BE49-F238E27FC236}">
                <a16:creationId xmlns:a16="http://schemas.microsoft.com/office/drawing/2014/main" id="{C6DB67D9-5A78-295B-156F-2BCD45036B3D}"/>
              </a:ext>
            </a:extLst>
          </p:cNvPr>
          <p:cNvCxnSpPr>
            <a:cxnSpLocks/>
          </p:cNvCxnSpPr>
          <p:nvPr/>
        </p:nvCxnSpPr>
        <p:spPr>
          <a:xfrm flipV="1">
            <a:off x="8085931" y="2166991"/>
            <a:ext cx="1135327" cy="339365"/>
          </a:xfrm>
          <a:prstGeom prst="bentConnector3">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9412784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22391-A5A9-77D5-876E-4CC230061956}"/>
            </a:ext>
          </a:extLst>
        </p:cNvPr>
        <p:cNvGrpSpPr/>
        <p:nvPr/>
      </p:nvGrpSpPr>
      <p:grpSpPr>
        <a:xfrm>
          <a:off x="0" y="0"/>
          <a:ext cx="0" cy="0"/>
          <a:chOff x="0" y="0"/>
          <a:chExt cx="0" cy="0"/>
        </a:xfrm>
      </p:grpSpPr>
      <p:sp>
        <p:nvSpPr>
          <p:cNvPr id="257" name="Rectangle 256">
            <a:extLst>
              <a:ext uri="{FF2B5EF4-FFF2-40B4-BE49-F238E27FC236}">
                <a16:creationId xmlns:a16="http://schemas.microsoft.com/office/drawing/2014/main" id="{4D6610ED-99DB-A054-FE11-FACDAB8E249A}"/>
              </a:ext>
            </a:extLst>
          </p:cNvPr>
          <p:cNvSpPr/>
          <p:nvPr/>
        </p:nvSpPr>
        <p:spPr>
          <a:xfrm>
            <a:off x="8836873" y="1"/>
            <a:ext cx="3317205"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3" name="Rectangle 2">
            <a:extLst>
              <a:ext uri="{FF2B5EF4-FFF2-40B4-BE49-F238E27FC236}">
                <a16:creationId xmlns:a16="http://schemas.microsoft.com/office/drawing/2014/main" id="{C74B8DDE-0406-E0EA-580A-73B2E0714E63}"/>
              </a:ext>
            </a:extLst>
          </p:cNvPr>
          <p:cNvSpPr/>
          <p:nvPr/>
        </p:nvSpPr>
        <p:spPr>
          <a:xfrm>
            <a:off x="576555" y="2389385"/>
            <a:ext cx="1247064" cy="136744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742950" rtl="0" eaLnBrk="1" fontAlgn="auto" latinLnBrk="0" hangingPunct="1">
              <a:lnSpc>
                <a:spcPct val="100000"/>
              </a:lnSpc>
              <a:spcBef>
                <a:spcPts val="0"/>
              </a:spcBef>
              <a:spcAft>
                <a:spcPts val="0"/>
              </a:spcAft>
              <a:buClrTx/>
              <a:buSzTx/>
              <a:buFontTx/>
              <a:buNone/>
              <a:tabLst/>
              <a:defRPr/>
            </a:pPr>
            <a:r>
              <a:rPr kumimoji="0" lang="en-GB" sz="1625" b="1" i="0"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rPr>
              <a:t>Copilot use case drives business value</a:t>
            </a:r>
            <a:endParaRPr kumimoji="0" lang="en-GB" sz="1138" b="0" i="0"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endParaRPr>
          </a:p>
        </p:txBody>
      </p:sp>
      <p:grpSp>
        <p:nvGrpSpPr>
          <p:cNvPr id="4" name="Group 3">
            <a:extLst>
              <a:ext uri="{FF2B5EF4-FFF2-40B4-BE49-F238E27FC236}">
                <a16:creationId xmlns:a16="http://schemas.microsoft.com/office/drawing/2014/main" id="{4AEFD29B-A2A9-7DC0-E05D-A9F1BA52D914}"/>
              </a:ext>
            </a:extLst>
          </p:cNvPr>
          <p:cNvGrpSpPr/>
          <p:nvPr/>
        </p:nvGrpSpPr>
        <p:grpSpPr>
          <a:xfrm>
            <a:off x="2087717" y="1687598"/>
            <a:ext cx="3421984" cy="3115814"/>
            <a:chOff x="2198286" y="1739302"/>
            <a:chExt cx="5386069" cy="3834848"/>
          </a:xfrm>
        </p:grpSpPr>
        <p:grpSp>
          <p:nvGrpSpPr>
            <p:cNvPr id="6" name="Group 5">
              <a:extLst>
                <a:ext uri="{FF2B5EF4-FFF2-40B4-BE49-F238E27FC236}">
                  <a16:creationId xmlns:a16="http://schemas.microsoft.com/office/drawing/2014/main" id="{F26B1E11-5027-A86B-4ABB-44908A7B01CB}"/>
                </a:ext>
              </a:extLst>
            </p:cNvPr>
            <p:cNvGrpSpPr/>
            <p:nvPr/>
          </p:nvGrpSpPr>
          <p:grpSpPr>
            <a:xfrm>
              <a:off x="2868296" y="1739302"/>
              <a:ext cx="3375554" cy="3834848"/>
              <a:chOff x="2868296" y="1739302"/>
              <a:chExt cx="3382484" cy="3834848"/>
            </a:xfrm>
          </p:grpSpPr>
          <p:sp>
            <p:nvSpPr>
              <p:cNvPr id="10" name="Rectangle 9">
                <a:extLst>
                  <a:ext uri="{FF2B5EF4-FFF2-40B4-BE49-F238E27FC236}">
                    <a16:creationId xmlns:a16="http://schemas.microsoft.com/office/drawing/2014/main" id="{065C4E26-F541-5DE1-21B4-A124019A6301}"/>
                  </a:ext>
                </a:extLst>
              </p:cNvPr>
              <p:cNvSpPr/>
              <p:nvPr/>
            </p:nvSpPr>
            <p:spPr>
              <a:xfrm>
                <a:off x="2868296" y="1739302"/>
                <a:ext cx="3375553" cy="15213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b="1" i="0"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rPr>
                  <a:t>Unlocks capacity for the Org</a:t>
                </a:r>
                <a:br>
                  <a:rPr kumimoji="0" lang="en-GB" b="1" i="0"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rPr>
                </a:br>
                <a:r>
                  <a:rPr kumimoji="0" lang="en-GB" sz="1000" i="0"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rPr>
                  <a:t>(i.e. do same with less time/salary or do more with same time/salary)</a:t>
                </a:r>
                <a:endParaRPr kumimoji="0" lang="en-GB" sz="1200" i="0"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8DAAF7B0-7829-6A16-C2B8-374D95EBA973}"/>
                  </a:ext>
                </a:extLst>
              </p:cNvPr>
              <p:cNvSpPr/>
              <p:nvPr/>
            </p:nvSpPr>
            <p:spPr>
              <a:xfrm>
                <a:off x="2875226" y="3850749"/>
                <a:ext cx="3375554" cy="17234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742950" rtl="0" eaLnBrk="1" fontAlgn="auto" latinLnBrk="0" hangingPunct="1">
                  <a:lnSpc>
                    <a:spcPct val="100000"/>
                  </a:lnSpc>
                  <a:spcBef>
                    <a:spcPts val="0"/>
                  </a:spcBef>
                  <a:spcAft>
                    <a:spcPts val="0"/>
                  </a:spcAft>
                  <a:buClrTx/>
                  <a:buSzTx/>
                  <a:buFontTx/>
                  <a:buNone/>
                  <a:tabLst/>
                  <a:defRPr/>
                </a:pPr>
                <a:r>
                  <a:rPr kumimoji="0" lang="en-GB" b="1" i="0"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rPr>
                  <a:t>Unlocks value outcome for the Org</a:t>
                </a:r>
              </a:p>
              <a:p>
                <a:pPr marL="0" marR="0" lvl="0" indent="0" algn="ctr" defTabSz="742950" rtl="0" eaLnBrk="1" fontAlgn="auto" latinLnBrk="0" hangingPunct="1">
                  <a:lnSpc>
                    <a:spcPct val="100000"/>
                  </a:lnSpc>
                  <a:spcBef>
                    <a:spcPts val="0"/>
                  </a:spcBef>
                  <a:spcAft>
                    <a:spcPts val="0"/>
                  </a:spcAft>
                  <a:buClrTx/>
                  <a:buSzTx/>
                  <a:buFontTx/>
                  <a:buNone/>
                  <a:tabLst/>
                  <a:defRPr/>
                </a:pPr>
                <a:r>
                  <a:rPr kumimoji="0" lang="en-GB" sz="1000" i="0"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rPr>
                  <a:t>(i.e. </a:t>
                </a:r>
                <a:r>
                  <a:rPr kumimoji="0" lang="en-GB" sz="1000" i="0"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sym typeface="Wingdings" panose="05000000000000000000" pitchFamily="2" charset="2"/>
                  </a:rPr>
                  <a:t> Change in output or result that drives </a:t>
                </a:r>
                <a:r>
                  <a:rPr kumimoji="0" lang="en-GB" sz="1000" i="0"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rPr>
                  <a:t>revenue potential or cost avoidance (non-salary))</a:t>
                </a:r>
              </a:p>
            </p:txBody>
          </p:sp>
        </p:grpSp>
        <p:sp>
          <p:nvSpPr>
            <p:cNvPr id="7" name="Rectangle 6">
              <a:extLst>
                <a:ext uri="{FF2B5EF4-FFF2-40B4-BE49-F238E27FC236}">
                  <a16:creationId xmlns:a16="http://schemas.microsoft.com/office/drawing/2014/main" id="{5CE908C5-9A2E-BA6F-4298-19F3EDC25900}"/>
                </a:ext>
              </a:extLst>
            </p:cNvPr>
            <p:cNvSpPr/>
            <p:nvPr/>
          </p:nvSpPr>
          <p:spPr>
            <a:xfrm>
              <a:off x="2198286" y="3385874"/>
              <a:ext cx="1035844" cy="285750"/>
            </a:xfrm>
            <a:prstGeom prst="rect">
              <a:avLst/>
            </a:prstGeom>
            <a:no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159" tIns="5159" rIns="5159" bIns="5159" numCol="1" spcCol="1270" rtlCol="0" anchor="ctr" anchorCtr="0">
              <a:noAutofit/>
            </a:bodyPr>
            <a:lstStyle/>
            <a:p>
              <a:pPr marL="0" marR="0" lvl="0" indent="0" algn="ctr" defTabSz="361156" rtl="0" eaLnBrk="1" fontAlgn="auto" latinLnBrk="0" hangingPunct="1">
                <a:lnSpc>
                  <a:spcPct val="90000"/>
                </a:lnSpc>
                <a:spcBef>
                  <a:spcPct val="0"/>
                </a:spcBef>
                <a:spcAft>
                  <a:spcPct val="35000"/>
                </a:spcAft>
                <a:buClrTx/>
                <a:buSzTx/>
                <a:buFontTx/>
                <a:buNone/>
                <a:tabLst/>
                <a:defRPr/>
              </a:pPr>
              <a:r>
                <a:rPr kumimoji="0" lang="en-GB" sz="1950" b="1" i="0" u="none" strike="noStrike" kern="1200" cap="none" spc="0" normalizeH="0" baseline="0" noProof="0" dirty="0">
                  <a:ln>
                    <a:noFill/>
                  </a:ln>
                  <a:solidFill>
                    <a:srgbClr val="34342B"/>
                  </a:solidFill>
                  <a:effectLst/>
                  <a:uLnTx/>
                  <a:uFillTx/>
                  <a:ea typeface="Calibri" panose="020F0502020204030204" pitchFamily="34" charset="0"/>
                  <a:cs typeface="Calibri" panose="020F0502020204030204" pitchFamily="34" charset="0"/>
                </a:rPr>
                <a:t>OR</a:t>
              </a:r>
            </a:p>
          </p:txBody>
        </p:sp>
        <p:sp>
          <p:nvSpPr>
            <p:cNvPr id="8" name="Rectangle 7">
              <a:extLst>
                <a:ext uri="{FF2B5EF4-FFF2-40B4-BE49-F238E27FC236}">
                  <a16:creationId xmlns:a16="http://schemas.microsoft.com/office/drawing/2014/main" id="{E8938662-35E0-92C9-0463-FDC933AE1548}"/>
                </a:ext>
              </a:extLst>
            </p:cNvPr>
            <p:cNvSpPr/>
            <p:nvPr/>
          </p:nvSpPr>
          <p:spPr>
            <a:xfrm>
              <a:off x="6548511" y="2335559"/>
              <a:ext cx="1035844" cy="285750"/>
            </a:xfrm>
            <a:prstGeom prst="rect">
              <a:avLst/>
            </a:prstGeom>
            <a:no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159" tIns="5159" rIns="5159" bIns="5159" numCol="1" spcCol="1270" rtlCol="0" anchor="ctr" anchorCtr="0">
              <a:noAutofit/>
            </a:bodyPr>
            <a:lstStyle/>
            <a:p>
              <a:pPr marL="0" marR="0" lvl="0" indent="0" algn="ctr" defTabSz="361156" rtl="0" eaLnBrk="1" fontAlgn="auto" latinLnBrk="0" hangingPunct="1">
                <a:lnSpc>
                  <a:spcPct val="90000"/>
                </a:lnSpc>
                <a:spcBef>
                  <a:spcPct val="0"/>
                </a:spcBef>
                <a:spcAft>
                  <a:spcPct val="35000"/>
                </a:spcAft>
                <a:buClrTx/>
                <a:buSzTx/>
                <a:buFontTx/>
                <a:buNone/>
                <a:tabLst/>
                <a:defRPr/>
              </a:pPr>
              <a:r>
                <a:rPr kumimoji="0" lang="en-GB" sz="1463" b="1" i="0" u="none" strike="noStrike" kern="1200" cap="none" spc="0" normalizeH="0" baseline="0" noProof="0" dirty="0">
                  <a:ln>
                    <a:noFill/>
                  </a:ln>
                  <a:solidFill>
                    <a:srgbClr val="34342B"/>
                  </a:solidFill>
                  <a:effectLst/>
                  <a:uLnTx/>
                  <a:uFillTx/>
                  <a:ea typeface="Calibri" panose="020F0502020204030204" pitchFamily="34" charset="0"/>
                  <a:cs typeface="Calibri" panose="020F0502020204030204" pitchFamily="34" charset="0"/>
                </a:rPr>
                <a:t>OR</a:t>
              </a:r>
            </a:p>
          </p:txBody>
        </p:sp>
      </p:grpSp>
      <p:cxnSp>
        <p:nvCxnSpPr>
          <p:cNvPr id="12" name="Connector: Elbow 11">
            <a:extLst>
              <a:ext uri="{FF2B5EF4-FFF2-40B4-BE49-F238E27FC236}">
                <a16:creationId xmlns:a16="http://schemas.microsoft.com/office/drawing/2014/main" id="{56932852-F195-AACC-4DC3-1AC479DFB88B}"/>
              </a:ext>
            </a:extLst>
          </p:cNvPr>
          <p:cNvCxnSpPr>
            <a:cxnSpLocks/>
            <a:stCxn id="3" idx="3"/>
            <a:endCxn id="10" idx="1"/>
          </p:cNvCxnSpPr>
          <p:nvPr/>
        </p:nvCxnSpPr>
        <p:spPr>
          <a:xfrm flipV="1">
            <a:off x="1823619" y="2305647"/>
            <a:ext cx="689782" cy="767462"/>
          </a:xfrm>
          <a:prstGeom prst="bentConnector3">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Connector: Elbow 12">
            <a:extLst>
              <a:ext uri="{FF2B5EF4-FFF2-40B4-BE49-F238E27FC236}">
                <a16:creationId xmlns:a16="http://schemas.microsoft.com/office/drawing/2014/main" id="{C1FE6C16-0D6F-CC8F-D537-A0883D33C38D}"/>
              </a:ext>
            </a:extLst>
          </p:cNvPr>
          <p:cNvCxnSpPr>
            <a:cxnSpLocks/>
            <a:stCxn id="3" idx="3"/>
            <a:endCxn id="11" idx="1"/>
          </p:cNvCxnSpPr>
          <p:nvPr/>
        </p:nvCxnSpPr>
        <p:spPr>
          <a:xfrm>
            <a:off x="1823619" y="3073109"/>
            <a:ext cx="694176" cy="1030172"/>
          </a:xfrm>
          <a:prstGeom prst="bentConnector3">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Connector: Elbow 13">
            <a:extLst>
              <a:ext uri="{FF2B5EF4-FFF2-40B4-BE49-F238E27FC236}">
                <a16:creationId xmlns:a16="http://schemas.microsoft.com/office/drawing/2014/main" id="{655A0DAC-3D1E-AE03-E417-D192F720FDAD}"/>
              </a:ext>
            </a:extLst>
          </p:cNvPr>
          <p:cNvCxnSpPr>
            <a:cxnSpLocks/>
            <a:stCxn id="10" idx="3"/>
            <a:endCxn id="19" idx="1"/>
          </p:cNvCxnSpPr>
          <p:nvPr/>
        </p:nvCxnSpPr>
        <p:spPr>
          <a:xfrm flipV="1">
            <a:off x="4653630" y="1913637"/>
            <a:ext cx="724350" cy="392010"/>
          </a:xfrm>
          <a:prstGeom prst="bentConnector3">
            <a:avLst>
              <a:gd name="adj1" fmla="val 50000"/>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 name="Connector: Elbow 14">
            <a:extLst>
              <a:ext uri="{FF2B5EF4-FFF2-40B4-BE49-F238E27FC236}">
                <a16:creationId xmlns:a16="http://schemas.microsoft.com/office/drawing/2014/main" id="{48A3F36A-C2F2-9E3D-DA80-B669A8926C88}"/>
              </a:ext>
            </a:extLst>
          </p:cNvPr>
          <p:cNvCxnSpPr>
            <a:cxnSpLocks/>
            <a:stCxn id="10" idx="3"/>
            <a:endCxn id="20" idx="1"/>
          </p:cNvCxnSpPr>
          <p:nvPr/>
        </p:nvCxnSpPr>
        <p:spPr>
          <a:xfrm>
            <a:off x="4653630" y="2305647"/>
            <a:ext cx="724348" cy="308015"/>
          </a:xfrm>
          <a:prstGeom prst="bentConnector3">
            <a:avLst>
              <a:gd name="adj1" fmla="val 50000"/>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8" name="Group 17">
            <a:extLst>
              <a:ext uri="{FF2B5EF4-FFF2-40B4-BE49-F238E27FC236}">
                <a16:creationId xmlns:a16="http://schemas.microsoft.com/office/drawing/2014/main" id="{35D7669C-2EEE-2DAC-5DA1-53AC47A9893E}"/>
              </a:ext>
            </a:extLst>
          </p:cNvPr>
          <p:cNvGrpSpPr/>
          <p:nvPr/>
        </p:nvGrpSpPr>
        <p:grpSpPr>
          <a:xfrm>
            <a:off x="5377975" y="1634954"/>
            <a:ext cx="1850598" cy="3005036"/>
            <a:chOff x="6873070" y="1425835"/>
            <a:chExt cx="3375558" cy="3698506"/>
          </a:xfrm>
        </p:grpSpPr>
        <p:sp>
          <p:nvSpPr>
            <p:cNvPr id="19" name="Rectangle 18">
              <a:extLst>
                <a:ext uri="{FF2B5EF4-FFF2-40B4-BE49-F238E27FC236}">
                  <a16:creationId xmlns:a16="http://schemas.microsoft.com/office/drawing/2014/main" id="{C7609D63-97C8-1BD0-8AAF-83AA8A4175D5}"/>
                </a:ext>
              </a:extLst>
            </p:cNvPr>
            <p:cNvSpPr/>
            <p:nvPr/>
          </p:nvSpPr>
          <p:spPr>
            <a:xfrm>
              <a:off x="6873072" y="1425835"/>
              <a:ext cx="3375555" cy="6859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74295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rPr>
                <a:t>Capacity realized as savings ($)</a:t>
              </a:r>
              <a:endParaRPr kumimoji="0" lang="en-GB" sz="1400" b="0" i="0"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endParaRPr>
            </a:p>
          </p:txBody>
        </p:sp>
        <p:sp>
          <p:nvSpPr>
            <p:cNvPr id="20" name="Rectangle 19">
              <a:extLst>
                <a:ext uri="{FF2B5EF4-FFF2-40B4-BE49-F238E27FC236}">
                  <a16:creationId xmlns:a16="http://schemas.microsoft.com/office/drawing/2014/main" id="{E6240F1E-1FBD-6E72-BDB3-439705DD0F0A}"/>
                </a:ext>
              </a:extLst>
            </p:cNvPr>
            <p:cNvSpPr/>
            <p:nvPr/>
          </p:nvSpPr>
          <p:spPr>
            <a:xfrm>
              <a:off x="6873072" y="2287404"/>
              <a:ext cx="3375556" cy="6859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74295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rPr>
                <a:t>Capacity reused ($)</a:t>
              </a:r>
            </a:p>
          </p:txBody>
        </p:sp>
        <p:sp>
          <p:nvSpPr>
            <p:cNvPr id="22" name="Rectangle 21">
              <a:extLst>
                <a:ext uri="{FF2B5EF4-FFF2-40B4-BE49-F238E27FC236}">
                  <a16:creationId xmlns:a16="http://schemas.microsoft.com/office/drawing/2014/main" id="{4942CA9F-1867-0C06-C5F4-4410E14FEBA2}"/>
                </a:ext>
              </a:extLst>
            </p:cNvPr>
            <p:cNvSpPr/>
            <p:nvPr/>
          </p:nvSpPr>
          <p:spPr>
            <a:xfrm>
              <a:off x="6873072" y="3585410"/>
              <a:ext cx="3375555" cy="6859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74295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rPr>
                <a:t>Non-Salary cost out (</a:t>
              </a:r>
              <a:r>
                <a:rPr lang="en-GB" sz="1400" b="1" dirty="0">
                  <a:solidFill>
                    <a:srgbClr val="FFFFFF"/>
                  </a:solidFill>
                  <a:ea typeface="Calibri" panose="020F0502020204030204" pitchFamily="34" charset="0"/>
                  <a:cs typeface="Calibri" panose="020F0502020204030204" pitchFamily="34" charset="0"/>
                </a:rPr>
                <a:t>$)</a:t>
              </a:r>
              <a:endParaRPr kumimoji="0" lang="en-GB" sz="1050" b="0" i="0"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endParaRPr>
            </a:p>
          </p:txBody>
        </p:sp>
        <p:sp>
          <p:nvSpPr>
            <p:cNvPr id="23" name="Rectangle 22">
              <a:extLst>
                <a:ext uri="{FF2B5EF4-FFF2-40B4-BE49-F238E27FC236}">
                  <a16:creationId xmlns:a16="http://schemas.microsoft.com/office/drawing/2014/main" id="{03B9BCFE-AF9A-5347-007D-35D208281F39}"/>
                </a:ext>
              </a:extLst>
            </p:cNvPr>
            <p:cNvSpPr/>
            <p:nvPr/>
          </p:nvSpPr>
          <p:spPr>
            <a:xfrm>
              <a:off x="6873070" y="4438352"/>
              <a:ext cx="3375556" cy="685989"/>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742950" rtl="0" eaLnBrk="1" fontAlgn="auto" latinLnBrk="0" hangingPunct="1">
                <a:lnSpc>
                  <a:spcPct val="100000"/>
                </a:lnSpc>
                <a:spcBef>
                  <a:spcPts val="0"/>
                </a:spcBef>
                <a:spcAft>
                  <a:spcPts val="0"/>
                </a:spcAft>
                <a:buClrTx/>
                <a:buSzTx/>
                <a:buFontTx/>
                <a:buNone/>
                <a:tabLst/>
                <a:defRPr/>
              </a:pPr>
              <a:r>
                <a:rPr kumimoji="0" lang="en-GB" sz="1138" b="1" i="1"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rPr>
                <a:t>Other intangible benefit e.g. reputational/wellbeing</a:t>
              </a:r>
              <a:endParaRPr kumimoji="0" lang="en-GB" sz="853" b="0" i="1" u="none" strike="noStrike" kern="1200" cap="none" spc="0" normalizeH="0" baseline="0" noProof="0" dirty="0">
                <a:ln>
                  <a:noFill/>
                </a:ln>
                <a:solidFill>
                  <a:srgbClr val="FFFFFF"/>
                </a:solidFill>
                <a:effectLst/>
                <a:uLnTx/>
                <a:uFillTx/>
                <a:ea typeface="Calibri" panose="020F0502020204030204" pitchFamily="34" charset="0"/>
                <a:cs typeface="Calibri" panose="020F0502020204030204" pitchFamily="34" charset="0"/>
              </a:endParaRPr>
            </a:p>
          </p:txBody>
        </p:sp>
      </p:grpSp>
      <p:sp>
        <p:nvSpPr>
          <p:cNvPr id="24" name="Rectangle 23">
            <a:extLst>
              <a:ext uri="{FF2B5EF4-FFF2-40B4-BE49-F238E27FC236}">
                <a16:creationId xmlns:a16="http://schemas.microsoft.com/office/drawing/2014/main" id="{09A41643-B986-AECB-2BC7-55BA88DEA28D}"/>
              </a:ext>
            </a:extLst>
          </p:cNvPr>
          <p:cNvSpPr/>
          <p:nvPr/>
        </p:nvSpPr>
        <p:spPr>
          <a:xfrm>
            <a:off x="3077133" y="1569818"/>
            <a:ext cx="1086908" cy="218012"/>
          </a:xfrm>
          <a:prstGeom prst="rect">
            <a:avLst/>
          </a:prstGeom>
          <a:solidFill>
            <a:srgbClr val="002060"/>
          </a:solid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159" tIns="5159" rIns="5159" bIns="5159" numCol="1" spcCol="1270" rtlCol="0" anchor="ctr" anchorCtr="0">
            <a:noAutofit/>
          </a:bodyPr>
          <a:lstStyle/>
          <a:p>
            <a:pPr marL="0" marR="0" lvl="0" indent="0" algn="ctr" defTabSz="361156" rtl="0" eaLnBrk="1" fontAlgn="auto" latinLnBrk="0" hangingPunct="1">
              <a:lnSpc>
                <a:spcPct val="90000"/>
              </a:lnSpc>
              <a:spcBef>
                <a:spcPct val="0"/>
              </a:spcBef>
              <a:spcAft>
                <a:spcPct val="35000"/>
              </a:spcAft>
              <a:buClrTx/>
              <a:buSzTx/>
              <a:buFontTx/>
              <a:buNone/>
              <a:tabLst/>
              <a:defRPr/>
            </a:pPr>
            <a:r>
              <a:rPr kumimoji="0" lang="en-GB" sz="1138" b="1" i="0" u="none" strike="noStrike" kern="1200" cap="none" spc="0" normalizeH="0" baseline="0" noProof="0">
                <a:ln>
                  <a:noFill/>
                </a:ln>
                <a:solidFill>
                  <a:srgbClr val="FFFFFF"/>
                </a:solidFill>
                <a:effectLst/>
                <a:uLnTx/>
                <a:uFillTx/>
                <a:ea typeface="+mn-ea"/>
                <a:cs typeface="+mn-cs"/>
              </a:rPr>
              <a:t>Productivity</a:t>
            </a:r>
          </a:p>
        </p:txBody>
      </p:sp>
      <p:grpSp>
        <p:nvGrpSpPr>
          <p:cNvPr id="25" name="Group 24">
            <a:extLst>
              <a:ext uri="{FF2B5EF4-FFF2-40B4-BE49-F238E27FC236}">
                <a16:creationId xmlns:a16="http://schemas.microsoft.com/office/drawing/2014/main" id="{66C8E284-9D33-CB4E-0547-11B6F3055019}"/>
              </a:ext>
            </a:extLst>
          </p:cNvPr>
          <p:cNvGrpSpPr/>
          <p:nvPr/>
        </p:nvGrpSpPr>
        <p:grpSpPr>
          <a:xfrm>
            <a:off x="2633238" y="4789872"/>
            <a:ext cx="1905529" cy="212188"/>
            <a:chOff x="3005667" y="5226555"/>
            <a:chExt cx="2798051" cy="324671"/>
          </a:xfrm>
        </p:grpSpPr>
        <p:sp>
          <p:nvSpPr>
            <p:cNvPr id="26" name="Rectangle 25">
              <a:extLst>
                <a:ext uri="{FF2B5EF4-FFF2-40B4-BE49-F238E27FC236}">
                  <a16:creationId xmlns:a16="http://schemas.microsoft.com/office/drawing/2014/main" id="{1D6D04B9-DC59-4EF8-CD43-0DCA31BB5B0A}"/>
                </a:ext>
              </a:extLst>
            </p:cNvPr>
            <p:cNvSpPr/>
            <p:nvPr/>
          </p:nvSpPr>
          <p:spPr>
            <a:xfrm>
              <a:off x="3005667" y="5226555"/>
              <a:ext cx="1337733" cy="324671"/>
            </a:xfrm>
            <a:prstGeom prst="rect">
              <a:avLst/>
            </a:prstGeom>
            <a:solidFill>
              <a:srgbClr val="002060"/>
            </a:solid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159" tIns="5159" rIns="5159" bIns="5159" numCol="1" spcCol="1270" rtlCol="0" anchor="ctr" anchorCtr="0">
              <a:noAutofit/>
            </a:bodyPr>
            <a:lstStyle/>
            <a:p>
              <a:pPr marL="0" marR="0" lvl="0" indent="0" algn="ctr" defTabSz="361156" rtl="0" eaLnBrk="1" fontAlgn="auto" latinLnBrk="0" hangingPunct="1">
                <a:lnSpc>
                  <a:spcPct val="90000"/>
                </a:lnSpc>
                <a:spcBef>
                  <a:spcPct val="0"/>
                </a:spcBef>
                <a:spcAft>
                  <a:spcPct val="35000"/>
                </a:spcAft>
                <a:buClrTx/>
                <a:buSzTx/>
                <a:buFontTx/>
                <a:buNone/>
                <a:tabLst/>
                <a:defRPr/>
              </a:pPr>
              <a:r>
                <a:rPr kumimoji="0" lang="en-GB" sz="1138" b="1" i="0" u="none" strike="noStrike" kern="1200" cap="none" spc="0" normalizeH="0" baseline="0" noProof="0" dirty="0">
                  <a:ln>
                    <a:noFill/>
                  </a:ln>
                  <a:solidFill>
                    <a:srgbClr val="FFFFFF"/>
                  </a:solidFill>
                  <a:effectLst/>
                  <a:uLnTx/>
                  <a:uFillTx/>
                  <a:ea typeface="+mn-ea"/>
                  <a:cs typeface="+mn-cs"/>
                </a:rPr>
                <a:t>Quality</a:t>
              </a:r>
            </a:p>
          </p:txBody>
        </p:sp>
        <p:sp>
          <p:nvSpPr>
            <p:cNvPr id="27" name="Rectangle 26">
              <a:extLst>
                <a:ext uri="{FF2B5EF4-FFF2-40B4-BE49-F238E27FC236}">
                  <a16:creationId xmlns:a16="http://schemas.microsoft.com/office/drawing/2014/main" id="{CFFDC415-FE8E-9F9D-ABEB-1B64A61CB6D1}"/>
                </a:ext>
              </a:extLst>
            </p:cNvPr>
            <p:cNvSpPr/>
            <p:nvPr/>
          </p:nvSpPr>
          <p:spPr>
            <a:xfrm>
              <a:off x="4465985" y="5226555"/>
              <a:ext cx="1337733" cy="324671"/>
            </a:xfrm>
            <a:prstGeom prst="rect">
              <a:avLst/>
            </a:prstGeom>
            <a:solidFill>
              <a:srgbClr val="002060"/>
            </a:solid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159" tIns="5159" rIns="5159" bIns="5159" numCol="1" spcCol="1270" rtlCol="0" anchor="ctr" anchorCtr="0">
              <a:noAutofit/>
            </a:bodyPr>
            <a:lstStyle/>
            <a:p>
              <a:pPr marL="0" marR="0" lvl="0" indent="0" algn="ctr" defTabSz="361156" rtl="0" eaLnBrk="1" fontAlgn="auto" latinLnBrk="0" hangingPunct="1">
                <a:lnSpc>
                  <a:spcPct val="90000"/>
                </a:lnSpc>
                <a:spcBef>
                  <a:spcPct val="0"/>
                </a:spcBef>
                <a:spcAft>
                  <a:spcPct val="35000"/>
                </a:spcAft>
                <a:buClrTx/>
                <a:buSzTx/>
                <a:buFontTx/>
                <a:buNone/>
                <a:tabLst/>
                <a:defRPr/>
              </a:pPr>
              <a:r>
                <a:rPr kumimoji="0" lang="en-GB" sz="1138" b="1" i="0" u="none" strike="noStrike" kern="1200" cap="none" spc="0" normalizeH="0" baseline="0" noProof="0">
                  <a:ln>
                    <a:noFill/>
                  </a:ln>
                  <a:solidFill>
                    <a:srgbClr val="FFFFFF"/>
                  </a:solidFill>
                  <a:effectLst/>
                  <a:uLnTx/>
                  <a:uFillTx/>
                  <a:ea typeface="+mn-ea"/>
                  <a:cs typeface="+mn-cs"/>
                </a:rPr>
                <a:t>Compliance</a:t>
              </a:r>
            </a:p>
          </p:txBody>
        </p:sp>
      </p:grpSp>
      <p:sp>
        <p:nvSpPr>
          <p:cNvPr id="30" name="Rectangle 29">
            <a:extLst>
              <a:ext uri="{FF2B5EF4-FFF2-40B4-BE49-F238E27FC236}">
                <a16:creationId xmlns:a16="http://schemas.microsoft.com/office/drawing/2014/main" id="{F6DEA67C-1550-C95D-7758-720F8588151A}"/>
              </a:ext>
            </a:extLst>
          </p:cNvPr>
          <p:cNvSpPr/>
          <p:nvPr/>
        </p:nvSpPr>
        <p:spPr>
          <a:xfrm>
            <a:off x="7860080" y="1634953"/>
            <a:ext cx="597959" cy="377486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742950" rtl="0" eaLnBrk="1" fontAlgn="auto" latinLnBrk="0" hangingPunct="1">
              <a:lnSpc>
                <a:spcPct val="100000"/>
              </a:lnSpc>
              <a:spcBef>
                <a:spcPts val="0"/>
              </a:spcBef>
              <a:spcAft>
                <a:spcPts val="0"/>
              </a:spcAft>
              <a:buClrTx/>
              <a:buSzTx/>
              <a:buFontTx/>
              <a:buNone/>
              <a:tabLst/>
              <a:defRPr/>
            </a:pPr>
            <a:r>
              <a:rPr kumimoji="0" lang="en-GB" sz="1625" b="1" i="0" u="none" strike="noStrike" kern="1200" cap="none" spc="0" normalizeH="0" baseline="0" noProof="0">
                <a:ln>
                  <a:noFill/>
                </a:ln>
                <a:solidFill>
                  <a:srgbClr val="FFFFFF"/>
                </a:solidFill>
                <a:effectLst/>
                <a:uLnTx/>
                <a:uFillTx/>
                <a:ea typeface="Calibri" panose="020F0502020204030204" pitchFamily="34" charset="0"/>
                <a:cs typeface="Calibri" panose="020F0502020204030204" pitchFamily="34" charset="0"/>
              </a:rPr>
              <a:t>ROI</a:t>
            </a:r>
            <a:endParaRPr kumimoji="0" lang="en-GB" sz="1138" b="0" i="0" u="none" strike="noStrike" kern="1200" cap="none" spc="0" normalizeH="0" baseline="0" noProof="0">
              <a:ln>
                <a:noFill/>
              </a:ln>
              <a:solidFill>
                <a:srgbClr val="FFFFFF"/>
              </a:solidFill>
              <a:effectLst/>
              <a:uLnTx/>
              <a:uFillTx/>
              <a:ea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FA9BB271-C6E3-1264-733D-C7D2BC37D015}"/>
              </a:ext>
            </a:extLst>
          </p:cNvPr>
          <p:cNvSpPr/>
          <p:nvPr/>
        </p:nvSpPr>
        <p:spPr>
          <a:xfrm>
            <a:off x="2945667" y="3283515"/>
            <a:ext cx="1266356" cy="212188"/>
          </a:xfrm>
          <a:prstGeom prst="rect">
            <a:avLst/>
          </a:prstGeom>
          <a:solidFill>
            <a:srgbClr val="002060"/>
          </a:solid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159" tIns="5159" rIns="5159" bIns="5159" numCol="1" spcCol="1270" rtlCol="0" anchor="ctr" anchorCtr="0">
            <a:noAutofit/>
          </a:bodyPr>
          <a:lstStyle/>
          <a:p>
            <a:pPr marL="0" marR="0" lvl="0" indent="0" algn="ctr" defTabSz="361156" rtl="0" eaLnBrk="1" fontAlgn="auto" latinLnBrk="0" hangingPunct="1">
              <a:lnSpc>
                <a:spcPct val="90000"/>
              </a:lnSpc>
              <a:spcBef>
                <a:spcPct val="0"/>
              </a:spcBef>
              <a:spcAft>
                <a:spcPct val="35000"/>
              </a:spcAft>
              <a:buClrTx/>
              <a:buSzTx/>
              <a:buFontTx/>
              <a:buNone/>
              <a:tabLst/>
              <a:defRPr/>
            </a:pPr>
            <a:r>
              <a:rPr kumimoji="0" lang="en-GB" sz="1138" b="1" i="0" u="none" strike="noStrike" kern="1200" cap="none" spc="0" normalizeH="0" baseline="0" noProof="0">
                <a:ln>
                  <a:noFill/>
                </a:ln>
                <a:solidFill>
                  <a:srgbClr val="FFFFFF"/>
                </a:solidFill>
                <a:effectLst/>
                <a:uLnTx/>
                <a:uFillTx/>
                <a:ea typeface="+mn-ea"/>
                <a:cs typeface="+mn-cs"/>
              </a:rPr>
              <a:t>Value</a:t>
            </a:r>
          </a:p>
        </p:txBody>
      </p:sp>
      <p:cxnSp>
        <p:nvCxnSpPr>
          <p:cNvPr id="34" name="Connector: Elbow 33">
            <a:extLst>
              <a:ext uri="{FF2B5EF4-FFF2-40B4-BE49-F238E27FC236}">
                <a16:creationId xmlns:a16="http://schemas.microsoft.com/office/drawing/2014/main" id="{B73BE549-A943-A3CF-C309-096CD6FB9A71}"/>
              </a:ext>
            </a:extLst>
          </p:cNvPr>
          <p:cNvCxnSpPr>
            <a:cxnSpLocks/>
            <a:stCxn id="19" idx="3"/>
          </p:cNvCxnSpPr>
          <p:nvPr/>
        </p:nvCxnSpPr>
        <p:spPr>
          <a:xfrm>
            <a:off x="7228578" y="1913637"/>
            <a:ext cx="631502" cy="335038"/>
          </a:xfrm>
          <a:prstGeom prst="bentConnector3">
            <a:avLst>
              <a:gd name="adj1" fmla="val 50000"/>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5" name="Connector: Elbow 34">
            <a:extLst>
              <a:ext uri="{FF2B5EF4-FFF2-40B4-BE49-F238E27FC236}">
                <a16:creationId xmlns:a16="http://schemas.microsoft.com/office/drawing/2014/main" id="{869608ED-6EBE-78D5-6ACD-C46DBAAC777F}"/>
              </a:ext>
            </a:extLst>
          </p:cNvPr>
          <p:cNvCxnSpPr>
            <a:cxnSpLocks/>
            <a:stCxn id="20" idx="3"/>
          </p:cNvCxnSpPr>
          <p:nvPr/>
        </p:nvCxnSpPr>
        <p:spPr>
          <a:xfrm flipV="1">
            <a:off x="7228578" y="2377206"/>
            <a:ext cx="616878" cy="236456"/>
          </a:xfrm>
          <a:prstGeom prst="bentConnector3">
            <a:avLst>
              <a:gd name="adj1" fmla="val 50000"/>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9" name="Rectangle 108">
            <a:extLst>
              <a:ext uri="{FF2B5EF4-FFF2-40B4-BE49-F238E27FC236}">
                <a16:creationId xmlns:a16="http://schemas.microsoft.com/office/drawing/2014/main" id="{7A96D6C8-CF23-8101-3E52-43923509AF22}"/>
              </a:ext>
            </a:extLst>
          </p:cNvPr>
          <p:cNvSpPr/>
          <p:nvPr/>
        </p:nvSpPr>
        <p:spPr>
          <a:xfrm>
            <a:off x="4893482" y="3816345"/>
            <a:ext cx="658113" cy="232172"/>
          </a:xfrm>
          <a:prstGeom prst="rect">
            <a:avLst/>
          </a:prstGeom>
          <a:no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159" tIns="5159" rIns="5159" bIns="5159" numCol="1" spcCol="1270" rtlCol="0" anchor="ctr" anchorCtr="0">
            <a:noAutofit/>
          </a:bodyPr>
          <a:lstStyle/>
          <a:p>
            <a:pPr marL="0" marR="0" lvl="0" indent="0" algn="ctr" defTabSz="361156" rtl="0" eaLnBrk="1" fontAlgn="auto" latinLnBrk="0" hangingPunct="1">
              <a:lnSpc>
                <a:spcPct val="90000"/>
              </a:lnSpc>
              <a:spcBef>
                <a:spcPct val="0"/>
              </a:spcBef>
              <a:spcAft>
                <a:spcPct val="35000"/>
              </a:spcAft>
              <a:buClrTx/>
              <a:buSzTx/>
              <a:buFontTx/>
              <a:buNone/>
              <a:tabLst/>
              <a:defRPr/>
            </a:pPr>
            <a:r>
              <a:rPr kumimoji="0" lang="en-GB" sz="1463" b="1" i="0" u="none" strike="noStrike" kern="1200" cap="none" spc="0" normalizeH="0" baseline="0" noProof="0" dirty="0">
                <a:ln>
                  <a:noFill/>
                </a:ln>
                <a:solidFill>
                  <a:srgbClr val="34342B"/>
                </a:solidFill>
                <a:effectLst/>
                <a:uLnTx/>
                <a:uFillTx/>
                <a:ea typeface="Calibri" panose="020F0502020204030204" pitchFamily="34" charset="0"/>
                <a:cs typeface="Calibri" panose="020F0502020204030204" pitchFamily="34" charset="0"/>
              </a:rPr>
              <a:t>OR</a:t>
            </a:r>
          </a:p>
        </p:txBody>
      </p:sp>
      <p:cxnSp>
        <p:nvCxnSpPr>
          <p:cNvPr id="110" name="Connector: Elbow 109">
            <a:extLst>
              <a:ext uri="{FF2B5EF4-FFF2-40B4-BE49-F238E27FC236}">
                <a16:creationId xmlns:a16="http://schemas.microsoft.com/office/drawing/2014/main" id="{EB0F0C20-E160-CA66-E6D0-526F793BFF7E}"/>
              </a:ext>
            </a:extLst>
          </p:cNvPr>
          <p:cNvCxnSpPr>
            <a:cxnSpLocks/>
            <a:stCxn id="11" idx="3"/>
          </p:cNvCxnSpPr>
          <p:nvPr/>
        </p:nvCxnSpPr>
        <p:spPr>
          <a:xfrm flipV="1">
            <a:off x="4658025" y="3677506"/>
            <a:ext cx="734580" cy="425775"/>
          </a:xfrm>
          <a:prstGeom prst="bentConnector3">
            <a:avLst>
              <a:gd name="adj1" fmla="val 50000"/>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11" name="Connector: Elbow 110">
            <a:extLst>
              <a:ext uri="{FF2B5EF4-FFF2-40B4-BE49-F238E27FC236}">
                <a16:creationId xmlns:a16="http://schemas.microsoft.com/office/drawing/2014/main" id="{493E2380-841C-FDB8-AB36-0E729413AB7B}"/>
              </a:ext>
            </a:extLst>
          </p:cNvPr>
          <p:cNvCxnSpPr>
            <a:cxnSpLocks/>
            <a:endCxn id="23" idx="1"/>
          </p:cNvCxnSpPr>
          <p:nvPr/>
        </p:nvCxnSpPr>
        <p:spPr>
          <a:xfrm>
            <a:off x="4661674" y="4104872"/>
            <a:ext cx="716301" cy="256435"/>
          </a:xfrm>
          <a:prstGeom prst="bentConnector3">
            <a:avLst>
              <a:gd name="adj1" fmla="val 50000"/>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7" name="Connector: Elbow 146">
            <a:extLst>
              <a:ext uri="{FF2B5EF4-FFF2-40B4-BE49-F238E27FC236}">
                <a16:creationId xmlns:a16="http://schemas.microsoft.com/office/drawing/2014/main" id="{C42DBA3A-8B3E-8149-1DA0-CBA7FC112258}"/>
              </a:ext>
            </a:extLst>
          </p:cNvPr>
          <p:cNvCxnSpPr>
            <a:cxnSpLocks/>
          </p:cNvCxnSpPr>
          <p:nvPr/>
        </p:nvCxnSpPr>
        <p:spPr>
          <a:xfrm>
            <a:off x="7228578" y="3663843"/>
            <a:ext cx="631502" cy="335038"/>
          </a:xfrm>
          <a:prstGeom prst="bentConnector3">
            <a:avLst>
              <a:gd name="adj1" fmla="val 50000"/>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8" name="Connector: Elbow 147">
            <a:extLst>
              <a:ext uri="{FF2B5EF4-FFF2-40B4-BE49-F238E27FC236}">
                <a16:creationId xmlns:a16="http://schemas.microsoft.com/office/drawing/2014/main" id="{967EB304-F476-702D-6A74-792630E5A294}"/>
              </a:ext>
            </a:extLst>
          </p:cNvPr>
          <p:cNvCxnSpPr>
            <a:cxnSpLocks/>
          </p:cNvCxnSpPr>
          <p:nvPr/>
        </p:nvCxnSpPr>
        <p:spPr>
          <a:xfrm flipV="1">
            <a:off x="7243202" y="4154435"/>
            <a:ext cx="616878" cy="236456"/>
          </a:xfrm>
          <a:prstGeom prst="bentConnector3">
            <a:avLst>
              <a:gd name="adj1" fmla="val 50000"/>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56" name="Group 155">
            <a:extLst>
              <a:ext uri="{FF2B5EF4-FFF2-40B4-BE49-F238E27FC236}">
                <a16:creationId xmlns:a16="http://schemas.microsoft.com/office/drawing/2014/main" id="{2C95CF6E-5A1C-DFD4-95F3-9EB68769CA84}"/>
              </a:ext>
            </a:extLst>
          </p:cNvPr>
          <p:cNvGrpSpPr/>
          <p:nvPr/>
        </p:nvGrpSpPr>
        <p:grpSpPr>
          <a:xfrm>
            <a:off x="8996064" y="342780"/>
            <a:ext cx="1822920" cy="364247"/>
            <a:chOff x="8629425" y="217437"/>
            <a:chExt cx="1822920" cy="364247"/>
          </a:xfrm>
        </p:grpSpPr>
        <p:sp>
          <p:nvSpPr>
            <p:cNvPr id="157" name="TextBox 156">
              <a:extLst>
                <a:ext uri="{FF2B5EF4-FFF2-40B4-BE49-F238E27FC236}">
                  <a16:creationId xmlns:a16="http://schemas.microsoft.com/office/drawing/2014/main" id="{8F97A72D-26BA-02AF-BECE-0C2DCA610EA9}"/>
                </a:ext>
              </a:extLst>
            </p:cNvPr>
            <p:cNvSpPr txBox="1"/>
            <p:nvPr/>
          </p:nvSpPr>
          <p:spPr>
            <a:xfrm>
              <a:off x="8904774" y="275070"/>
              <a:ext cx="1453016"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C2074"/>
                  </a:solidFill>
                  <a:effectLst/>
                  <a:uLnTx/>
                  <a:uFillTx/>
                  <a:ea typeface="+mn-ea"/>
                  <a:cs typeface="+mn-cs"/>
                </a:rPr>
                <a:t>= Declarative Agent</a:t>
              </a:r>
            </a:p>
          </p:txBody>
        </p:sp>
        <p:sp>
          <p:nvSpPr>
            <p:cNvPr id="158" name="Rectangle 157">
              <a:extLst>
                <a:ext uri="{FF2B5EF4-FFF2-40B4-BE49-F238E27FC236}">
                  <a16:creationId xmlns:a16="http://schemas.microsoft.com/office/drawing/2014/main" id="{CEB28CF9-3693-D0CD-772A-19CC20329534}"/>
                </a:ext>
              </a:extLst>
            </p:cNvPr>
            <p:cNvSpPr/>
            <p:nvPr/>
          </p:nvSpPr>
          <p:spPr>
            <a:xfrm>
              <a:off x="8629425" y="217437"/>
              <a:ext cx="1822920" cy="364247"/>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159" name="Rectangle 158">
              <a:extLst>
                <a:ext uri="{FF2B5EF4-FFF2-40B4-BE49-F238E27FC236}">
                  <a16:creationId xmlns:a16="http://schemas.microsoft.com/office/drawing/2014/main" id="{59807920-09BB-B795-CD8E-C90BD8C55DEA}"/>
                </a:ext>
              </a:extLst>
            </p:cNvPr>
            <p:cNvSpPr/>
            <p:nvPr/>
          </p:nvSpPr>
          <p:spPr>
            <a:xfrm>
              <a:off x="8712696" y="312031"/>
              <a:ext cx="186721" cy="19994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000">
                <a:solidFill>
                  <a:schemeClr val="bg1"/>
                </a:solidFill>
              </a:endParaRPr>
            </a:p>
          </p:txBody>
        </p:sp>
      </p:grpSp>
      <p:sp>
        <p:nvSpPr>
          <p:cNvPr id="160" name="Rectangle 159">
            <a:extLst>
              <a:ext uri="{FF2B5EF4-FFF2-40B4-BE49-F238E27FC236}">
                <a16:creationId xmlns:a16="http://schemas.microsoft.com/office/drawing/2014/main" id="{1540C570-ADEE-A205-527E-E1E679DD8734}"/>
              </a:ext>
            </a:extLst>
          </p:cNvPr>
          <p:cNvSpPr/>
          <p:nvPr/>
        </p:nvSpPr>
        <p:spPr>
          <a:xfrm>
            <a:off x="9322175" y="1193713"/>
            <a:ext cx="2464542" cy="381869"/>
          </a:xfrm>
          <a:prstGeom prst="rect">
            <a:avLst/>
          </a:prstGeom>
          <a:no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Arial"/>
                <a:ea typeface="+mn-ea"/>
                <a:cs typeface="+mn-cs"/>
              </a:rPr>
              <a:t>Disney Acronym Assistant</a:t>
            </a:r>
          </a:p>
        </p:txBody>
      </p:sp>
      <p:sp>
        <p:nvSpPr>
          <p:cNvPr id="161" name="Rectangle 160">
            <a:extLst>
              <a:ext uri="{FF2B5EF4-FFF2-40B4-BE49-F238E27FC236}">
                <a16:creationId xmlns:a16="http://schemas.microsoft.com/office/drawing/2014/main" id="{5FDD3819-EE63-A134-FAA6-5BC78131D15C}"/>
              </a:ext>
            </a:extLst>
          </p:cNvPr>
          <p:cNvSpPr/>
          <p:nvPr/>
        </p:nvSpPr>
        <p:spPr>
          <a:xfrm>
            <a:off x="8984392" y="1211070"/>
            <a:ext cx="257672" cy="347155"/>
          </a:xfrm>
          <a:prstGeom prst="rect">
            <a:avLst/>
          </a:prstGeom>
          <a:solidFill>
            <a:schemeClr val="accent5"/>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27432" rIns="0" bIns="0" rtlCol="0" anchor="ctr" anchorCtr="0"/>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n-US" sz="2400" b="1" i="0" u="none" strike="noStrike" kern="1200" cap="none" spc="0" normalizeH="0" baseline="0" noProof="0" dirty="0">
                <a:ln>
                  <a:noFill/>
                </a:ln>
                <a:solidFill>
                  <a:schemeClr val="bg1"/>
                </a:solidFill>
                <a:effectLst/>
                <a:uLnTx/>
                <a:uFillTx/>
                <a:ea typeface="+mn-ea"/>
                <a:cs typeface="+mn-cs"/>
              </a:rPr>
              <a:t>1</a:t>
            </a:r>
          </a:p>
        </p:txBody>
      </p:sp>
      <p:sp>
        <p:nvSpPr>
          <p:cNvPr id="162" name="Rectangle 161">
            <a:extLst>
              <a:ext uri="{FF2B5EF4-FFF2-40B4-BE49-F238E27FC236}">
                <a16:creationId xmlns:a16="http://schemas.microsoft.com/office/drawing/2014/main" id="{DE7B72BF-10DB-0ADC-238E-206F560FF9BC}"/>
              </a:ext>
            </a:extLst>
          </p:cNvPr>
          <p:cNvSpPr/>
          <p:nvPr/>
        </p:nvSpPr>
        <p:spPr>
          <a:xfrm>
            <a:off x="9307882" y="1687598"/>
            <a:ext cx="2464542" cy="3818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PIP Internal Research Agent</a:t>
            </a:r>
            <a:endParaRPr kumimoji="0" lang="en-US" sz="1400" b="0" i="0" u="none" strike="noStrike" kern="1200" cap="none" spc="0" normalizeH="0" baseline="0" noProof="0" dirty="0">
              <a:ln>
                <a:noFill/>
              </a:ln>
              <a:solidFill>
                <a:schemeClr val="tx1"/>
              </a:solidFill>
              <a:effectLst/>
              <a:uLnTx/>
              <a:uFillTx/>
              <a:latin typeface="Arial"/>
              <a:ea typeface="+mn-ea"/>
              <a:cs typeface="Arial"/>
            </a:endParaRPr>
          </a:p>
        </p:txBody>
      </p:sp>
      <p:sp>
        <p:nvSpPr>
          <p:cNvPr id="163" name="Rectangle 162">
            <a:extLst>
              <a:ext uri="{FF2B5EF4-FFF2-40B4-BE49-F238E27FC236}">
                <a16:creationId xmlns:a16="http://schemas.microsoft.com/office/drawing/2014/main" id="{D48A459C-6E2C-D0C2-B1DC-AA650C1AF9C9}"/>
              </a:ext>
            </a:extLst>
          </p:cNvPr>
          <p:cNvSpPr/>
          <p:nvPr/>
        </p:nvSpPr>
        <p:spPr>
          <a:xfrm>
            <a:off x="8984392" y="1722312"/>
            <a:ext cx="257672" cy="347155"/>
          </a:xfrm>
          <a:prstGeom prst="rect">
            <a:avLst/>
          </a:prstGeom>
          <a:solidFill>
            <a:schemeClr val="accent5"/>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27432" rIns="0" bIns="0" rtlCol="0" anchor="ctr" anchorCtr="0"/>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n-US" sz="2400" b="1" i="0" u="none" strike="noStrike" kern="1200" cap="none" spc="0" normalizeH="0" baseline="0" noProof="0" dirty="0">
                <a:ln>
                  <a:noFill/>
                </a:ln>
                <a:solidFill>
                  <a:schemeClr val="bg1"/>
                </a:solidFill>
                <a:effectLst/>
                <a:uLnTx/>
                <a:uFillTx/>
                <a:ea typeface="+mn-ea"/>
                <a:cs typeface="+mn-cs"/>
              </a:rPr>
              <a:t>2</a:t>
            </a:r>
          </a:p>
        </p:txBody>
      </p:sp>
      <p:sp>
        <p:nvSpPr>
          <p:cNvPr id="164" name="Rectangle 163">
            <a:extLst>
              <a:ext uri="{FF2B5EF4-FFF2-40B4-BE49-F238E27FC236}">
                <a16:creationId xmlns:a16="http://schemas.microsoft.com/office/drawing/2014/main" id="{49AFC5F6-438F-C606-FF9D-5AD710B4A918}"/>
              </a:ext>
            </a:extLst>
          </p:cNvPr>
          <p:cNvSpPr/>
          <p:nvPr/>
        </p:nvSpPr>
        <p:spPr>
          <a:xfrm>
            <a:off x="9307882" y="2181483"/>
            <a:ext cx="2464542" cy="3818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Power Query and Excel Support</a:t>
            </a:r>
            <a:endParaRPr kumimoji="0" lang="en-US" sz="1400" b="0" i="0" u="none" strike="noStrike" kern="1200" cap="none" spc="0" normalizeH="0" baseline="0" noProof="0" dirty="0">
              <a:ln>
                <a:noFill/>
              </a:ln>
              <a:solidFill>
                <a:schemeClr val="tx1"/>
              </a:solidFill>
              <a:effectLst/>
              <a:uLnTx/>
              <a:uFillTx/>
              <a:latin typeface="Arial"/>
              <a:ea typeface="+mn-ea"/>
              <a:cs typeface="Arial"/>
            </a:endParaRPr>
          </a:p>
        </p:txBody>
      </p:sp>
      <p:sp>
        <p:nvSpPr>
          <p:cNvPr id="165" name="Rectangle 164">
            <a:extLst>
              <a:ext uri="{FF2B5EF4-FFF2-40B4-BE49-F238E27FC236}">
                <a16:creationId xmlns:a16="http://schemas.microsoft.com/office/drawing/2014/main" id="{63849F89-490A-6A3D-83AE-7E9A0F807A82}"/>
              </a:ext>
            </a:extLst>
          </p:cNvPr>
          <p:cNvSpPr/>
          <p:nvPr/>
        </p:nvSpPr>
        <p:spPr>
          <a:xfrm>
            <a:off x="8984392" y="2198840"/>
            <a:ext cx="257672" cy="347155"/>
          </a:xfrm>
          <a:prstGeom prst="rect">
            <a:avLst/>
          </a:prstGeom>
          <a:solidFill>
            <a:schemeClr val="accent5"/>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27432" rIns="0" bIns="0" rtlCol="0" anchor="ctr" anchorCtr="0"/>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n-US" sz="2400" b="1" i="0" u="none" strike="noStrike" kern="1200" cap="none" spc="0" normalizeH="0" baseline="0" noProof="0">
                <a:ln>
                  <a:noFill/>
                </a:ln>
                <a:solidFill>
                  <a:schemeClr val="bg1"/>
                </a:solidFill>
                <a:effectLst/>
                <a:uLnTx/>
                <a:uFillTx/>
                <a:ea typeface="+mn-ea"/>
                <a:cs typeface="+mn-cs"/>
              </a:rPr>
              <a:t>3</a:t>
            </a:r>
          </a:p>
        </p:txBody>
      </p:sp>
      <p:sp>
        <p:nvSpPr>
          <p:cNvPr id="166" name="Rectangle 165">
            <a:extLst>
              <a:ext uri="{FF2B5EF4-FFF2-40B4-BE49-F238E27FC236}">
                <a16:creationId xmlns:a16="http://schemas.microsoft.com/office/drawing/2014/main" id="{D1331733-F511-CA5B-BBB3-BA23BCF3D243}"/>
              </a:ext>
            </a:extLst>
          </p:cNvPr>
          <p:cNvSpPr/>
          <p:nvPr/>
        </p:nvSpPr>
        <p:spPr>
          <a:xfrm>
            <a:off x="9316747" y="2675368"/>
            <a:ext cx="2464542" cy="381869"/>
          </a:xfrm>
          <a:prstGeom prst="rect">
            <a:avLst/>
          </a:prstGeom>
          <a:no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SOX Transaction Research Assistant</a:t>
            </a:r>
            <a:endParaRPr kumimoji="0" lang="en-US" sz="1400" b="0" i="0" u="none" strike="noStrike" kern="1200" cap="none" spc="0" normalizeH="0" baseline="0" noProof="0" dirty="0">
              <a:ln>
                <a:noFill/>
              </a:ln>
              <a:solidFill>
                <a:schemeClr val="tx1"/>
              </a:solidFill>
              <a:effectLst/>
              <a:uLnTx/>
              <a:uFillTx/>
              <a:latin typeface="Arial"/>
              <a:ea typeface="+mn-ea"/>
              <a:cs typeface="+mn-cs"/>
            </a:endParaRPr>
          </a:p>
        </p:txBody>
      </p:sp>
      <p:sp>
        <p:nvSpPr>
          <p:cNvPr id="167" name="Rectangle 166">
            <a:extLst>
              <a:ext uri="{FF2B5EF4-FFF2-40B4-BE49-F238E27FC236}">
                <a16:creationId xmlns:a16="http://schemas.microsoft.com/office/drawing/2014/main" id="{86F5B1EC-473A-8767-0A31-4AA264462508}"/>
              </a:ext>
            </a:extLst>
          </p:cNvPr>
          <p:cNvSpPr/>
          <p:nvPr/>
        </p:nvSpPr>
        <p:spPr>
          <a:xfrm>
            <a:off x="8984392" y="2692725"/>
            <a:ext cx="257672" cy="347155"/>
          </a:xfrm>
          <a:prstGeom prst="rect">
            <a:avLst/>
          </a:prstGeom>
          <a:solidFill>
            <a:schemeClr val="accent5"/>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27432" rIns="0" bIns="0" rtlCol="0" anchor="ctr" anchorCtr="0"/>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n-US" sz="2400" b="1" i="0" u="none" strike="noStrike" kern="1200" cap="none" spc="0" normalizeH="0" baseline="0" noProof="0">
                <a:ln>
                  <a:noFill/>
                </a:ln>
                <a:solidFill>
                  <a:schemeClr val="bg1"/>
                </a:solidFill>
                <a:effectLst/>
                <a:uLnTx/>
                <a:uFillTx/>
                <a:ea typeface="+mn-ea"/>
                <a:cs typeface="+mn-cs"/>
              </a:rPr>
              <a:t>4</a:t>
            </a:r>
          </a:p>
        </p:txBody>
      </p:sp>
      <p:sp>
        <p:nvSpPr>
          <p:cNvPr id="168" name="Rectangle 167">
            <a:extLst>
              <a:ext uri="{FF2B5EF4-FFF2-40B4-BE49-F238E27FC236}">
                <a16:creationId xmlns:a16="http://schemas.microsoft.com/office/drawing/2014/main" id="{A7957A49-FF40-E920-2FD0-51E2FA51837E}"/>
              </a:ext>
            </a:extLst>
          </p:cNvPr>
          <p:cNvSpPr/>
          <p:nvPr/>
        </p:nvSpPr>
        <p:spPr>
          <a:xfrm>
            <a:off x="9302454" y="3169253"/>
            <a:ext cx="2464542" cy="3818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Arial"/>
                <a:ea typeface="+mn-ea"/>
                <a:cs typeface="Arial"/>
              </a:rPr>
              <a:t>Tax Accounting Policy FAQ</a:t>
            </a:r>
          </a:p>
        </p:txBody>
      </p:sp>
      <p:sp>
        <p:nvSpPr>
          <p:cNvPr id="169" name="Rectangle 168">
            <a:extLst>
              <a:ext uri="{FF2B5EF4-FFF2-40B4-BE49-F238E27FC236}">
                <a16:creationId xmlns:a16="http://schemas.microsoft.com/office/drawing/2014/main" id="{D0F690E0-C46E-9E24-A702-A15B5569E85C}"/>
              </a:ext>
            </a:extLst>
          </p:cNvPr>
          <p:cNvSpPr/>
          <p:nvPr/>
        </p:nvSpPr>
        <p:spPr>
          <a:xfrm>
            <a:off x="8984392" y="3186610"/>
            <a:ext cx="257672" cy="347155"/>
          </a:xfrm>
          <a:prstGeom prst="rect">
            <a:avLst/>
          </a:prstGeom>
          <a:solidFill>
            <a:schemeClr val="accent5"/>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27432" rIns="0" bIns="0" rtlCol="0" anchor="ctr" anchorCtr="0"/>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n-US" sz="2400" b="1" i="0" u="none" strike="noStrike" kern="1200" cap="none" spc="0" normalizeH="0" baseline="0" noProof="0">
                <a:ln>
                  <a:noFill/>
                </a:ln>
                <a:solidFill>
                  <a:schemeClr val="bg1"/>
                </a:solidFill>
                <a:effectLst/>
                <a:uLnTx/>
                <a:uFillTx/>
                <a:ea typeface="+mn-ea"/>
                <a:cs typeface="+mn-cs"/>
              </a:rPr>
              <a:t>5</a:t>
            </a:r>
          </a:p>
        </p:txBody>
      </p:sp>
      <p:sp>
        <p:nvSpPr>
          <p:cNvPr id="170" name="Rectangle 169">
            <a:extLst>
              <a:ext uri="{FF2B5EF4-FFF2-40B4-BE49-F238E27FC236}">
                <a16:creationId xmlns:a16="http://schemas.microsoft.com/office/drawing/2014/main" id="{75B5117F-6AEE-36A4-ECD5-55518734E409}"/>
              </a:ext>
            </a:extLst>
          </p:cNvPr>
          <p:cNvSpPr/>
          <p:nvPr/>
        </p:nvSpPr>
        <p:spPr>
          <a:xfrm>
            <a:off x="9302454" y="3663138"/>
            <a:ext cx="2464542" cy="3818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FDII Contract Review</a:t>
            </a:r>
            <a:endParaRPr kumimoji="0" lang="en-US" sz="1400" b="0" i="0" u="none" strike="noStrike" kern="1200" cap="none" spc="0" normalizeH="0" baseline="0" noProof="0" dirty="0">
              <a:ln>
                <a:noFill/>
              </a:ln>
              <a:solidFill>
                <a:schemeClr val="tx1"/>
              </a:solidFill>
              <a:effectLst/>
              <a:uLnTx/>
              <a:uFillTx/>
              <a:latin typeface="Arial"/>
              <a:ea typeface="+mn-ea"/>
              <a:cs typeface="+mn-cs"/>
            </a:endParaRPr>
          </a:p>
        </p:txBody>
      </p:sp>
      <p:sp>
        <p:nvSpPr>
          <p:cNvPr id="171" name="Rectangle 170">
            <a:extLst>
              <a:ext uri="{FF2B5EF4-FFF2-40B4-BE49-F238E27FC236}">
                <a16:creationId xmlns:a16="http://schemas.microsoft.com/office/drawing/2014/main" id="{312F9EC8-C6A1-C906-A70A-ECF601AC3C19}"/>
              </a:ext>
            </a:extLst>
          </p:cNvPr>
          <p:cNvSpPr/>
          <p:nvPr/>
        </p:nvSpPr>
        <p:spPr>
          <a:xfrm>
            <a:off x="8984392" y="3680495"/>
            <a:ext cx="257672" cy="347155"/>
          </a:xfrm>
          <a:prstGeom prst="rect">
            <a:avLst/>
          </a:prstGeom>
          <a:solidFill>
            <a:schemeClr val="accent5"/>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27432" rIns="0" bIns="0" rtlCol="0" anchor="ctr" anchorCtr="0"/>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n-US" sz="2400" b="1" i="0" u="none" strike="noStrike" kern="1200" cap="none" spc="0" normalizeH="0" baseline="0" noProof="0">
                <a:ln>
                  <a:noFill/>
                </a:ln>
                <a:solidFill>
                  <a:schemeClr val="bg1"/>
                </a:solidFill>
                <a:effectLst/>
                <a:uLnTx/>
                <a:uFillTx/>
                <a:ea typeface="+mn-ea"/>
                <a:cs typeface="+mn-cs"/>
              </a:rPr>
              <a:t>6</a:t>
            </a:r>
          </a:p>
        </p:txBody>
      </p:sp>
      <p:sp>
        <p:nvSpPr>
          <p:cNvPr id="172" name="Rectangle 171">
            <a:extLst>
              <a:ext uri="{FF2B5EF4-FFF2-40B4-BE49-F238E27FC236}">
                <a16:creationId xmlns:a16="http://schemas.microsoft.com/office/drawing/2014/main" id="{D698C9FD-A1B8-B74C-FAC0-B2568885C39C}"/>
              </a:ext>
            </a:extLst>
          </p:cNvPr>
          <p:cNvSpPr/>
          <p:nvPr/>
        </p:nvSpPr>
        <p:spPr>
          <a:xfrm>
            <a:off x="9302454" y="4157023"/>
            <a:ext cx="2464542" cy="381869"/>
          </a:xfrm>
          <a:prstGeom prst="rect">
            <a:avLst/>
          </a:prstGeom>
          <a:no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Arial"/>
                <a:ea typeface="+mn-ea"/>
                <a:cs typeface="+mn-cs"/>
              </a:rPr>
              <a:t>External Reporting Lexicon Support</a:t>
            </a:r>
          </a:p>
        </p:txBody>
      </p:sp>
      <p:sp>
        <p:nvSpPr>
          <p:cNvPr id="173" name="Rectangle 172">
            <a:extLst>
              <a:ext uri="{FF2B5EF4-FFF2-40B4-BE49-F238E27FC236}">
                <a16:creationId xmlns:a16="http://schemas.microsoft.com/office/drawing/2014/main" id="{F4F4080D-596D-5F66-1597-A00C9B410350}"/>
              </a:ext>
            </a:extLst>
          </p:cNvPr>
          <p:cNvSpPr/>
          <p:nvPr/>
        </p:nvSpPr>
        <p:spPr>
          <a:xfrm>
            <a:off x="8984392" y="4174380"/>
            <a:ext cx="257672" cy="347155"/>
          </a:xfrm>
          <a:prstGeom prst="rect">
            <a:avLst/>
          </a:prstGeom>
          <a:solidFill>
            <a:schemeClr val="accent5"/>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27432" rIns="0" bIns="0" rtlCol="0" anchor="ctr" anchorCtr="0"/>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n-US" sz="2400" b="1" i="0" u="none" strike="noStrike" kern="1200" cap="none" spc="0" normalizeH="0" baseline="0" noProof="0">
                <a:ln>
                  <a:noFill/>
                </a:ln>
                <a:solidFill>
                  <a:schemeClr val="bg1"/>
                </a:solidFill>
                <a:effectLst/>
                <a:uLnTx/>
                <a:uFillTx/>
                <a:ea typeface="+mn-ea"/>
                <a:cs typeface="+mn-cs"/>
              </a:rPr>
              <a:t>7</a:t>
            </a:r>
          </a:p>
        </p:txBody>
      </p:sp>
      <p:sp>
        <p:nvSpPr>
          <p:cNvPr id="174" name="Rectangle 173">
            <a:extLst>
              <a:ext uri="{FF2B5EF4-FFF2-40B4-BE49-F238E27FC236}">
                <a16:creationId xmlns:a16="http://schemas.microsoft.com/office/drawing/2014/main" id="{9F25ED09-801D-A99A-A9BD-5DABD07B486F}"/>
              </a:ext>
            </a:extLst>
          </p:cNvPr>
          <p:cNvSpPr/>
          <p:nvPr/>
        </p:nvSpPr>
        <p:spPr>
          <a:xfrm>
            <a:off x="9288161" y="4650908"/>
            <a:ext cx="2464542" cy="3818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Indirect &amp; Direct Tax Notice Tracker</a:t>
            </a:r>
            <a:endParaRPr kumimoji="0" lang="en-US" sz="1400" b="0" i="0" u="none" strike="noStrike" kern="1200" cap="none" spc="0" normalizeH="0" baseline="0" noProof="0" dirty="0">
              <a:ln>
                <a:noFill/>
              </a:ln>
              <a:solidFill>
                <a:schemeClr val="tx1"/>
              </a:solidFill>
              <a:effectLst/>
              <a:uLnTx/>
              <a:uFillTx/>
              <a:latin typeface="Arial"/>
              <a:ea typeface="+mn-ea"/>
              <a:cs typeface="+mn-cs"/>
            </a:endParaRPr>
          </a:p>
        </p:txBody>
      </p:sp>
      <p:sp>
        <p:nvSpPr>
          <p:cNvPr id="175" name="Rectangle 174">
            <a:extLst>
              <a:ext uri="{FF2B5EF4-FFF2-40B4-BE49-F238E27FC236}">
                <a16:creationId xmlns:a16="http://schemas.microsoft.com/office/drawing/2014/main" id="{167A63A4-B6CE-9D0D-C252-B2A645A1CDD5}"/>
              </a:ext>
            </a:extLst>
          </p:cNvPr>
          <p:cNvSpPr/>
          <p:nvPr/>
        </p:nvSpPr>
        <p:spPr>
          <a:xfrm>
            <a:off x="8984392" y="4668265"/>
            <a:ext cx="257672" cy="347155"/>
          </a:xfrm>
          <a:prstGeom prst="rect">
            <a:avLst/>
          </a:prstGeom>
          <a:solidFill>
            <a:schemeClr val="accent4"/>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27432" rIns="0" bIns="0" rtlCol="0" anchor="ctr" anchorCtr="0"/>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n-US" sz="2400" b="1" i="0" u="none" strike="noStrike" kern="1200" cap="none" spc="0" normalizeH="0" baseline="0" noProof="0" dirty="0">
                <a:ln>
                  <a:noFill/>
                </a:ln>
                <a:solidFill>
                  <a:schemeClr val="bg1"/>
                </a:solidFill>
                <a:effectLst/>
                <a:uLnTx/>
                <a:uFillTx/>
                <a:ea typeface="+mn-ea"/>
                <a:cs typeface="+mn-cs"/>
              </a:rPr>
              <a:t>8</a:t>
            </a:r>
          </a:p>
        </p:txBody>
      </p:sp>
      <p:sp>
        <p:nvSpPr>
          <p:cNvPr id="176" name="Rectangle 175">
            <a:extLst>
              <a:ext uri="{FF2B5EF4-FFF2-40B4-BE49-F238E27FC236}">
                <a16:creationId xmlns:a16="http://schemas.microsoft.com/office/drawing/2014/main" id="{3499FF1C-AFDD-FA3D-B843-C93594735082}"/>
              </a:ext>
            </a:extLst>
          </p:cNvPr>
          <p:cNvSpPr/>
          <p:nvPr/>
        </p:nvSpPr>
        <p:spPr>
          <a:xfrm>
            <a:off x="9288161" y="5144791"/>
            <a:ext cx="2464542" cy="3818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defRPr/>
            </a:pPr>
            <a:r>
              <a:rPr lang="en-US" sz="1400" dirty="0">
                <a:solidFill>
                  <a:schemeClr val="tx1"/>
                </a:solidFill>
                <a:latin typeface="Arial" panose="020B0604020202020204" pitchFamily="34" charset="0"/>
              </a:rPr>
              <a:t>Indirect &amp; Direct Tax Refund Tracker</a:t>
            </a:r>
            <a:endParaRPr lang="en-US" sz="1400" dirty="0">
              <a:solidFill>
                <a:schemeClr val="tx1"/>
              </a:solidFill>
            </a:endParaRPr>
          </a:p>
        </p:txBody>
      </p:sp>
      <p:sp>
        <p:nvSpPr>
          <p:cNvPr id="177" name="Rectangle 176">
            <a:extLst>
              <a:ext uri="{FF2B5EF4-FFF2-40B4-BE49-F238E27FC236}">
                <a16:creationId xmlns:a16="http://schemas.microsoft.com/office/drawing/2014/main" id="{4F11C495-701C-E6D9-AED7-706A6E85F620}"/>
              </a:ext>
            </a:extLst>
          </p:cNvPr>
          <p:cNvSpPr/>
          <p:nvPr/>
        </p:nvSpPr>
        <p:spPr>
          <a:xfrm>
            <a:off x="8984392" y="5162148"/>
            <a:ext cx="257672" cy="347155"/>
          </a:xfrm>
          <a:prstGeom prst="rect">
            <a:avLst/>
          </a:prstGeom>
          <a:solidFill>
            <a:schemeClr val="accent4"/>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27432" rIns="0" bIns="0" rtlCol="0" anchor="ctr" anchorCtr="0"/>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n-US" sz="2400" b="1" i="0" u="none" strike="noStrike" kern="1200" cap="none" spc="0" normalizeH="0" baseline="0" noProof="0">
                <a:ln>
                  <a:noFill/>
                </a:ln>
                <a:solidFill>
                  <a:schemeClr val="bg1"/>
                </a:solidFill>
                <a:effectLst/>
                <a:uLnTx/>
                <a:uFillTx/>
                <a:ea typeface="+mn-ea"/>
                <a:cs typeface="+mn-cs"/>
              </a:rPr>
              <a:t>9</a:t>
            </a:r>
          </a:p>
        </p:txBody>
      </p:sp>
      <p:grpSp>
        <p:nvGrpSpPr>
          <p:cNvPr id="178" name="Group 177">
            <a:extLst>
              <a:ext uri="{FF2B5EF4-FFF2-40B4-BE49-F238E27FC236}">
                <a16:creationId xmlns:a16="http://schemas.microsoft.com/office/drawing/2014/main" id="{541622FC-9C6B-D382-6B8D-91B49EFB19D0}"/>
              </a:ext>
            </a:extLst>
          </p:cNvPr>
          <p:cNvGrpSpPr/>
          <p:nvPr/>
        </p:nvGrpSpPr>
        <p:grpSpPr>
          <a:xfrm>
            <a:off x="8981772" y="1631590"/>
            <a:ext cx="2785225" cy="3457195"/>
            <a:chOff x="8432354" y="1875895"/>
            <a:chExt cx="2762032" cy="3457195"/>
          </a:xfrm>
        </p:grpSpPr>
        <p:cxnSp>
          <p:nvCxnSpPr>
            <p:cNvPr id="179" name="Straight Connector 178">
              <a:extLst>
                <a:ext uri="{FF2B5EF4-FFF2-40B4-BE49-F238E27FC236}">
                  <a16:creationId xmlns:a16="http://schemas.microsoft.com/office/drawing/2014/main" id="{B725A219-8A7A-E65B-99F3-76EA0ADFD4E6}"/>
                </a:ext>
              </a:extLst>
            </p:cNvPr>
            <p:cNvCxnSpPr/>
            <p:nvPr/>
          </p:nvCxnSpPr>
          <p:spPr>
            <a:xfrm>
              <a:off x="8432354" y="1875895"/>
              <a:ext cx="276203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FD9701D1-EC0C-2A30-8197-BB1AA5F713E7}"/>
                </a:ext>
              </a:extLst>
            </p:cNvPr>
            <p:cNvCxnSpPr/>
            <p:nvPr/>
          </p:nvCxnSpPr>
          <p:spPr>
            <a:xfrm>
              <a:off x="8432354" y="2369780"/>
              <a:ext cx="276203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64F16B34-D5FC-07FE-80A3-B345CD9DEEED}"/>
                </a:ext>
              </a:extLst>
            </p:cNvPr>
            <p:cNvCxnSpPr/>
            <p:nvPr/>
          </p:nvCxnSpPr>
          <p:spPr>
            <a:xfrm>
              <a:off x="8432354" y="2863665"/>
              <a:ext cx="276203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9E3AA318-57C7-9165-80B7-0A71938EDC25}"/>
                </a:ext>
              </a:extLst>
            </p:cNvPr>
            <p:cNvCxnSpPr/>
            <p:nvPr/>
          </p:nvCxnSpPr>
          <p:spPr>
            <a:xfrm>
              <a:off x="8432354" y="3357550"/>
              <a:ext cx="276203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5C39D19C-5C6C-7121-760F-B3CD75745E62}"/>
                </a:ext>
              </a:extLst>
            </p:cNvPr>
            <p:cNvCxnSpPr>
              <a:cxnSpLocks/>
            </p:cNvCxnSpPr>
            <p:nvPr/>
          </p:nvCxnSpPr>
          <p:spPr>
            <a:xfrm>
              <a:off x="8432354" y="3851435"/>
              <a:ext cx="276203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67166A1E-75AA-A535-0EC1-14C411329879}"/>
                </a:ext>
              </a:extLst>
            </p:cNvPr>
            <p:cNvCxnSpPr>
              <a:cxnSpLocks/>
            </p:cNvCxnSpPr>
            <p:nvPr/>
          </p:nvCxnSpPr>
          <p:spPr>
            <a:xfrm>
              <a:off x="8432354" y="4345320"/>
              <a:ext cx="276203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5EBA505E-3B2D-84AB-8B92-1F09697F9E89}"/>
                </a:ext>
              </a:extLst>
            </p:cNvPr>
            <p:cNvCxnSpPr>
              <a:cxnSpLocks/>
            </p:cNvCxnSpPr>
            <p:nvPr/>
          </p:nvCxnSpPr>
          <p:spPr>
            <a:xfrm>
              <a:off x="8432354" y="4839205"/>
              <a:ext cx="276203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BFB87A1D-AA81-0BE4-397B-87099A27D4D6}"/>
                </a:ext>
              </a:extLst>
            </p:cNvPr>
            <p:cNvCxnSpPr>
              <a:cxnSpLocks/>
            </p:cNvCxnSpPr>
            <p:nvPr/>
          </p:nvCxnSpPr>
          <p:spPr>
            <a:xfrm>
              <a:off x="8432354" y="5333090"/>
              <a:ext cx="276203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187" name="Rectangle 186">
            <a:extLst>
              <a:ext uri="{FF2B5EF4-FFF2-40B4-BE49-F238E27FC236}">
                <a16:creationId xmlns:a16="http://schemas.microsoft.com/office/drawing/2014/main" id="{D39E132C-815B-EFE5-7D0F-FCFD44DEBE5C}"/>
              </a:ext>
            </a:extLst>
          </p:cNvPr>
          <p:cNvSpPr/>
          <p:nvPr/>
        </p:nvSpPr>
        <p:spPr>
          <a:xfrm>
            <a:off x="9288161" y="5638674"/>
            <a:ext cx="2464542" cy="3818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Country by Country Variance Reporting</a:t>
            </a:r>
            <a:endParaRPr kumimoji="0" lang="en-US" sz="1400" b="0" i="0" u="none" strike="noStrike" kern="1200" cap="none" spc="0" normalizeH="0" baseline="0" noProof="0" dirty="0">
              <a:ln>
                <a:noFill/>
              </a:ln>
              <a:solidFill>
                <a:schemeClr val="tx1"/>
              </a:solidFill>
              <a:effectLst/>
              <a:uLnTx/>
              <a:uFillTx/>
              <a:latin typeface="Arial"/>
              <a:ea typeface="+mn-ea"/>
              <a:cs typeface="+mn-cs"/>
            </a:endParaRPr>
          </a:p>
        </p:txBody>
      </p:sp>
      <p:sp>
        <p:nvSpPr>
          <p:cNvPr id="188" name="Rectangle 187">
            <a:extLst>
              <a:ext uri="{FF2B5EF4-FFF2-40B4-BE49-F238E27FC236}">
                <a16:creationId xmlns:a16="http://schemas.microsoft.com/office/drawing/2014/main" id="{DB793B06-415E-7912-6C8D-A218C5F7B312}"/>
              </a:ext>
            </a:extLst>
          </p:cNvPr>
          <p:cNvSpPr/>
          <p:nvPr/>
        </p:nvSpPr>
        <p:spPr>
          <a:xfrm>
            <a:off x="8984392" y="5656031"/>
            <a:ext cx="257672" cy="347155"/>
          </a:xfrm>
          <a:prstGeom prst="rect">
            <a:avLst/>
          </a:prstGeom>
          <a:solidFill>
            <a:schemeClr val="accent4"/>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27432" rIns="0" bIns="0" rtlCol="0" anchor="ctr" anchorCtr="0"/>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ea typeface="+mn-ea"/>
                <a:cs typeface="+mn-cs"/>
              </a:rPr>
              <a:t>10</a:t>
            </a:r>
          </a:p>
        </p:txBody>
      </p:sp>
      <p:sp>
        <p:nvSpPr>
          <p:cNvPr id="189" name="Rectangle 188">
            <a:extLst>
              <a:ext uri="{FF2B5EF4-FFF2-40B4-BE49-F238E27FC236}">
                <a16:creationId xmlns:a16="http://schemas.microsoft.com/office/drawing/2014/main" id="{0604DBFC-A2DE-3344-1DB9-269A7B91285E}"/>
              </a:ext>
            </a:extLst>
          </p:cNvPr>
          <p:cNvSpPr/>
          <p:nvPr/>
        </p:nvSpPr>
        <p:spPr>
          <a:xfrm>
            <a:off x="9288161" y="6132557"/>
            <a:ext cx="2464542" cy="3818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Commercial Domicile</a:t>
            </a:r>
            <a:endParaRPr kumimoji="0" lang="en-US" sz="1400" b="0" i="0" u="none" strike="noStrike" kern="1200" cap="none" spc="0" normalizeH="0" baseline="0" noProof="0" dirty="0">
              <a:ln>
                <a:noFill/>
              </a:ln>
              <a:solidFill>
                <a:schemeClr val="tx1"/>
              </a:solidFill>
              <a:effectLst/>
              <a:uLnTx/>
              <a:uFillTx/>
              <a:latin typeface="Arial"/>
              <a:ea typeface="+mn-ea"/>
              <a:cs typeface="Arial"/>
            </a:endParaRPr>
          </a:p>
        </p:txBody>
      </p:sp>
      <p:sp>
        <p:nvSpPr>
          <p:cNvPr id="190" name="Rectangle 189">
            <a:extLst>
              <a:ext uri="{FF2B5EF4-FFF2-40B4-BE49-F238E27FC236}">
                <a16:creationId xmlns:a16="http://schemas.microsoft.com/office/drawing/2014/main" id="{6F4EEC1E-083A-1E00-9851-C066D7F6049B}"/>
              </a:ext>
            </a:extLst>
          </p:cNvPr>
          <p:cNvSpPr/>
          <p:nvPr/>
        </p:nvSpPr>
        <p:spPr>
          <a:xfrm>
            <a:off x="8984392" y="6149914"/>
            <a:ext cx="257672" cy="347155"/>
          </a:xfrm>
          <a:prstGeom prst="rect">
            <a:avLst/>
          </a:prstGeom>
          <a:solidFill>
            <a:schemeClr val="accent4"/>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27432" rIns="0" bIns="0" rtlCol="0" anchor="ctr" anchorCtr="0"/>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ea typeface="+mn-ea"/>
                <a:cs typeface="+mn-cs"/>
              </a:rPr>
              <a:t>11</a:t>
            </a:r>
          </a:p>
        </p:txBody>
      </p:sp>
      <p:cxnSp>
        <p:nvCxnSpPr>
          <p:cNvPr id="191" name="Straight Connector 190">
            <a:extLst>
              <a:ext uri="{FF2B5EF4-FFF2-40B4-BE49-F238E27FC236}">
                <a16:creationId xmlns:a16="http://schemas.microsoft.com/office/drawing/2014/main" id="{E4013B8F-8906-A4D2-DFB1-E04A98CCA99A}"/>
              </a:ext>
            </a:extLst>
          </p:cNvPr>
          <p:cNvCxnSpPr>
            <a:cxnSpLocks/>
          </p:cNvCxnSpPr>
          <p:nvPr/>
        </p:nvCxnSpPr>
        <p:spPr>
          <a:xfrm>
            <a:off x="8996064" y="5581691"/>
            <a:ext cx="2785225"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3664DA31-6E95-2038-3B98-CBDD464D1422}"/>
              </a:ext>
            </a:extLst>
          </p:cNvPr>
          <p:cNvCxnSpPr>
            <a:cxnSpLocks/>
          </p:cNvCxnSpPr>
          <p:nvPr/>
        </p:nvCxnSpPr>
        <p:spPr>
          <a:xfrm>
            <a:off x="8996064" y="6075576"/>
            <a:ext cx="2785225"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193" name="Group 192">
            <a:extLst>
              <a:ext uri="{FF2B5EF4-FFF2-40B4-BE49-F238E27FC236}">
                <a16:creationId xmlns:a16="http://schemas.microsoft.com/office/drawing/2014/main" id="{BBB2F61C-4F62-244A-C9DE-40180D3CAFF9}"/>
              </a:ext>
            </a:extLst>
          </p:cNvPr>
          <p:cNvGrpSpPr/>
          <p:nvPr/>
        </p:nvGrpSpPr>
        <p:grpSpPr>
          <a:xfrm>
            <a:off x="8996064" y="789841"/>
            <a:ext cx="1822920" cy="364247"/>
            <a:chOff x="8629425" y="217437"/>
            <a:chExt cx="1822920" cy="364247"/>
          </a:xfrm>
        </p:grpSpPr>
        <p:sp>
          <p:nvSpPr>
            <p:cNvPr id="194" name="TextBox 193">
              <a:extLst>
                <a:ext uri="{FF2B5EF4-FFF2-40B4-BE49-F238E27FC236}">
                  <a16:creationId xmlns:a16="http://schemas.microsoft.com/office/drawing/2014/main" id="{73550335-EF21-F068-99B1-EBB009168BEE}"/>
                </a:ext>
              </a:extLst>
            </p:cNvPr>
            <p:cNvSpPr txBox="1"/>
            <p:nvPr/>
          </p:nvSpPr>
          <p:spPr>
            <a:xfrm>
              <a:off x="8904774" y="275070"/>
              <a:ext cx="1453016"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C2074"/>
                  </a:solidFill>
                  <a:effectLst/>
                  <a:uLnTx/>
                  <a:uFillTx/>
                  <a:ea typeface="+mn-ea"/>
                  <a:cs typeface="+mn-cs"/>
                </a:rPr>
                <a:t>= Studio Agent</a:t>
              </a:r>
            </a:p>
          </p:txBody>
        </p:sp>
        <p:sp>
          <p:nvSpPr>
            <p:cNvPr id="195" name="Rectangle 194">
              <a:extLst>
                <a:ext uri="{FF2B5EF4-FFF2-40B4-BE49-F238E27FC236}">
                  <a16:creationId xmlns:a16="http://schemas.microsoft.com/office/drawing/2014/main" id="{48F681EC-DB66-851C-D88C-A2872867D7CD}"/>
                </a:ext>
              </a:extLst>
            </p:cNvPr>
            <p:cNvSpPr/>
            <p:nvPr/>
          </p:nvSpPr>
          <p:spPr>
            <a:xfrm>
              <a:off x="8629425" y="217437"/>
              <a:ext cx="1822920" cy="364247"/>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196" name="Rectangle 195">
              <a:extLst>
                <a:ext uri="{FF2B5EF4-FFF2-40B4-BE49-F238E27FC236}">
                  <a16:creationId xmlns:a16="http://schemas.microsoft.com/office/drawing/2014/main" id="{5DB16F79-5D1F-A8C8-B2F0-3802159C2576}"/>
                </a:ext>
              </a:extLst>
            </p:cNvPr>
            <p:cNvSpPr/>
            <p:nvPr/>
          </p:nvSpPr>
          <p:spPr>
            <a:xfrm>
              <a:off x="8712696" y="312031"/>
              <a:ext cx="186721" cy="19994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000">
                <a:solidFill>
                  <a:schemeClr val="bg1"/>
                </a:solidFill>
              </a:endParaRPr>
            </a:p>
          </p:txBody>
        </p:sp>
      </p:grpSp>
      <p:sp>
        <p:nvSpPr>
          <p:cNvPr id="198" name="Title 197">
            <a:extLst>
              <a:ext uri="{FF2B5EF4-FFF2-40B4-BE49-F238E27FC236}">
                <a16:creationId xmlns:a16="http://schemas.microsoft.com/office/drawing/2014/main" id="{A4A6729E-70A8-9184-57A6-F834112E7ECF}"/>
              </a:ext>
            </a:extLst>
          </p:cNvPr>
          <p:cNvSpPr>
            <a:spLocks noGrp="1"/>
          </p:cNvSpPr>
          <p:nvPr>
            <p:ph type="title"/>
          </p:nvPr>
        </p:nvSpPr>
        <p:spPr/>
        <p:txBody>
          <a:bodyPr/>
          <a:lstStyle/>
          <a:p>
            <a:r>
              <a:rPr lang="en-US" dirty="0"/>
              <a:t>Copilot Agent Value Realization</a:t>
            </a:r>
          </a:p>
        </p:txBody>
      </p:sp>
      <p:sp>
        <p:nvSpPr>
          <p:cNvPr id="242" name="Rectangle 241">
            <a:extLst>
              <a:ext uri="{FF2B5EF4-FFF2-40B4-BE49-F238E27FC236}">
                <a16:creationId xmlns:a16="http://schemas.microsoft.com/office/drawing/2014/main" id="{FCE517E9-8ED0-DE1F-2C76-6265621CCF82}"/>
              </a:ext>
            </a:extLst>
          </p:cNvPr>
          <p:cNvSpPr/>
          <p:nvPr/>
        </p:nvSpPr>
        <p:spPr>
          <a:xfrm>
            <a:off x="2488158" y="1187471"/>
            <a:ext cx="257672" cy="347155"/>
          </a:xfrm>
          <a:prstGeom prst="rect">
            <a:avLst/>
          </a:prstGeom>
          <a:solidFill>
            <a:schemeClr val="accent5"/>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27432" rIns="0" bIns="0" rtlCol="0" anchor="ctr" anchorCtr="0"/>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n-US" sz="2400" b="1" i="0" u="none" strike="noStrike" kern="1200" cap="none" spc="0" normalizeH="0" baseline="0" noProof="0" dirty="0">
                <a:ln>
                  <a:noFill/>
                </a:ln>
                <a:solidFill>
                  <a:schemeClr val="bg1"/>
                </a:solidFill>
                <a:effectLst/>
                <a:uLnTx/>
                <a:uFillTx/>
                <a:ea typeface="+mn-ea"/>
                <a:cs typeface="+mn-cs"/>
              </a:rPr>
              <a:t>1</a:t>
            </a:r>
          </a:p>
        </p:txBody>
      </p:sp>
      <p:sp>
        <p:nvSpPr>
          <p:cNvPr id="243" name="Rectangle 242">
            <a:extLst>
              <a:ext uri="{FF2B5EF4-FFF2-40B4-BE49-F238E27FC236}">
                <a16:creationId xmlns:a16="http://schemas.microsoft.com/office/drawing/2014/main" id="{A77C65F0-DC1A-F24F-E970-FD917E41FF9A}"/>
              </a:ext>
            </a:extLst>
          </p:cNvPr>
          <p:cNvSpPr/>
          <p:nvPr/>
        </p:nvSpPr>
        <p:spPr>
          <a:xfrm>
            <a:off x="2636028" y="5065809"/>
            <a:ext cx="257672" cy="347155"/>
          </a:xfrm>
          <a:prstGeom prst="rect">
            <a:avLst/>
          </a:prstGeom>
          <a:solidFill>
            <a:schemeClr val="accent5"/>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27432" rIns="0" bIns="0" rtlCol="0" anchor="ctr" anchorCtr="0"/>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n-US" sz="2400" b="1" i="0" u="none" strike="noStrike" kern="1200" cap="none" spc="0" normalizeH="0" baseline="0" noProof="0" dirty="0">
                <a:ln>
                  <a:noFill/>
                </a:ln>
                <a:solidFill>
                  <a:schemeClr val="bg1"/>
                </a:solidFill>
                <a:effectLst/>
                <a:uLnTx/>
                <a:uFillTx/>
                <a:ea typeface="+mn-ea"/>
                <a:cs typeface="+mn-cs"/>
              </a:rPr>
              <a:t>2</a:t>
            </a:r>
          </a:p>
        </p:txBody>
      </p:sp>
      <p:sp>
        <p:nvSpPr>
          <p:cNvPr id="244" name="Rectangle 243">
            <a:extLst>
              <a:ext uri="{FF2B5EF4-FFF2-40B4-BE49-F238E27FC236}">
                <a16:creationId xmlns:a16="http://schemas.microsoft.com/office/drawing/2014/main" id="{16EA6E57-53E6-6E38-561E-19756777CEBF}"/>
              </a:ext>
            </a:extLst>
          </p:cNvPr>
          <p:cNvSpPr/>
          <p:nvPr/>
        </p:nvSpPr>
        <p:spPr>
          <a:xfrm>
            <a:off x="2830722" y="1187471"/>
            <a:ext cx="257672" cy="347155"/>
          </a:xfrm>
          <a:prstGeom prst="rect">
            <a:avLst/>
          </a:prstGeom>
          <a:solidFill>
            <a:schemeClr val="accent5"/>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27432" rIns="0" bIns="0" rtlCol="0" anchor="ctr" anchorCtr="0"/>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n-US" sz="2400" b="1" i="0" u="none" strike="noStrike" kern="1200" cap="none" spc="0" normalizeH="0" baseline="0" noProof="0" dirty="0">
                <a:ln>
                  <a:noFill/>
                </a:ln>
                <a:solidFill>
                  <a:schemeClr val="bg1"/>
                </a:solidFill>
                <a:effectLst/>
                <a:uLnTx/>
                <a:uFillTx/>
                <a:ea typeface="+mn-ea"/>
                <a:cs typeface="+mn-cs"/>
              </a:rPr>
              <a:t>3</a:t>
            </a:r>
          </a:p>
        </p:txBody>
      </p:sp>
      <p:sp>
        <p:nvSpPr>
          <p:cNvPr id="245" name="Rectangle 244">
            <a:extLst>
              <a:ext uri="{FF2B5EF4-FFF2-40B4-BE49-F238E27FC236}">
                <a16:creationId xmlns:a16="http://schemas.microsoft.com/office/drawing/2014/main" id="{A1906F3A-0C02-CBFF-4F82-0B9562105105}"/>
              </a:ext>
            </a:extLst>
          </p:cNvPr>
          <p:cNvSpPr/>
          <p:nvPr/>
        </p:nvSpPr>
        <p:spPr>
          <a:xfrm>
            <a:off x="3173286" y="1187471"/>
            <a:ext cx="257672" cy="347155"/>
          </a:xfrm>
          <a:prstGeom prst="rect">
            <a:avLst/>
          </a:prstGeom>
          <a:solidFill>
            <a:schemeClr val="accent5"/>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27432" rIns="0" bIns="0" rtlCol="0" anchor="ctr" anchorCtr="0"/>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n-US" sz="2400" b="1" i="0" u="none" strike="noStrike" kern="1200" cap="none" spc="0" normalizeH="0" baseline="0" noProof="0" dirty="0">
                <a:ln>
                  <a:noFill/>
                </a:ln>
                <a:solidFill>
                  <a:schemeClr val="bg1"/>
                </a:solidFill>
                <a:effectLst/>
                <a:uLnTx/>
                <a:uFillTx/>
                <a:ea typeface="+mn-ea"/>
                <a:cs typeface="+mn-cs"/>
              </a:rPr>
              <a:t>4</a:t>
            </a:r>
          </a:p>
        </p:txBody>
      </p:sp>
      <p:sp>
        <p:nvSpPr>
          <p:cNvPr id="246" name="Rectangle 245">
            <a:extLst>
              <a:ext uri="{FF2B5EF4-FFF2-40B4-BE49-F238E27FC236}">
                <a16:creationId xmlns:a16="http://schemas.microsoft.com/office/drawing/2014/main" id="{AD4AAFDF-A278-0361-EBE7-A70EE9A2A35F}"/>
              </a:ext>
            </a:extLst>
          </p:cNvPr>
          <p:cNvSpPr/>
          <p:nvPr/>
        </p:nvSpPr>
        <p:spPr>
          <a:xfrm>
            <a:off x="3185976" y="5065809"/>
            <a:ext cx="257672" cy="347155"/>
          </a:xfrm>
          <a:prstGeom prst="rect">
            <a:avLst/>
          </a:prstGeom>
          <a:solidFill>
            <a:schemeClr val="accent5"/>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27432" rIns="0" bIns="0" rtlCol="0" anchor="ctr" anchorCtr="0"/>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n-US" sz="2400" b="1" i="0" u="none" strike="noStrike" kern="1200" cap="none" spc="0" normalizeH="0" baseline="0" noProof="0" dirty="0">
                <a:ln>
                  <a:noFill/>
                </a:ln>
                <a:solidFill>
                  <a:schemeClr val="bg1"/>
                </a:solidFill>
                <a:effectLst/>
                <a:uLnTx/>
                <a:uFillTx/>
                <a:ea typeface="+mn-ea"/>
                <a:cs typeface="+mn-cs"/>
              </a:rPr>
              <a:t>5</a:t>
            </a:r>
          </a:p>
        </p:txBody>
      </p:sp>
      <p:sp>
        <p:nvSpPr>
          <p:cNvPr id="247" name="Rectangle 246">
            <a:extLst>
              <a:ext uri="{FF2B5EF4-FFF2-40B4-BE49-F238E27FC236}">
                <a16:creationId xmlns:a16="http://schemas.microsoft.com/office/drawing/2014/main" id="{71219E3B-55EE-F442-CD44-62F67C152C18}"/>
              </a:ext>
            </a:extLst>
          </p:cNvPr>
          <p:cNvSpPr/>
          <p:nvPr/>
        </p:nvSpPr>
        <p:spPr>
          <a:xfrm>
            <a:off x="4285873" y="5065809"/>
            <a:ext cx="257672" cy="347155"/>
          </a:xfrm>
          <a:prstGeom prst="rect">
            <a:avLst/>
          </a:prstGeom>
          <a:solidFill>
            <a:schemeClr val="accent5"/>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27432" rIns="0" bIns="0" rtlCol="0" anchor="ctr" anchorCtr="0"/>
          <a:lstStyle/>
          <a:p>
            <a:pPr marL="0" marR="0" lvl="0" indent="0" algn="ctr" defTabSz="914400" rtl="0" eaLnBrk="1" fontAlgn="auto" latinLnBrk="0" hangingPunct="1">
              <a:lnSpc>
                <a:spcPct val="70000"/>
              </a:lnSpc>
              <a:spcBef>
                <a:spcPts val="0"/>
              </a:spcBef>
              <a:spcAft>
                <a:spcPts val="0"/>
              </a:spcAft>
              <a:buClrTx/>
              <a:buSzTx/>
              <a:buFontTx/>
              <a:buNone/>
              <a:tabLst/>
              <a:defRPr/>
            </a:pPr>
            <a:r>
              <a:rPr lang="en-US" sz="2400" b="1" dirty="0">
                <a:solidFill>
                  <a:schemeClr val="bg1"/>
                </a:solidFill>
              </a:rPr>
              <a:t>7</a:t>
            </a:r>
            <a:endParaRPr kumimoji="0" lang="en-US" sz="2400" b="1" i="0" u="none" strike="noStrike" kern="1200" cap="none" spc="0" normalizeH="0" baseline="0" noProof="0" dirty="0">
              <a:ln>
                <a:noFill/>
              </a:ln>
              <a:solidFill>
                <a:schemeClr val="bg1"/>
              </a:solidFill>
              <a:effectLst/>
              <a:uLnTx/>
              <a:uFillTx/>
              <a:ea typeface="+mn-ea"/>
              <a:cs typeface="+mn-cs"/>
            </a:endParaRPr>
          </a:p>
        </p:txBody>
      </p:sp>
      <p:sp>
        <p:nvSpPr>
          <p:cNvPr id="248" name="Rectangle 247">
            <a:extLst>
              <a:ext uri="{FF2B5EF4-FFF2-40B4-BE49-F238E27FC236}">
                <a16:creationId xmlns:a16="http://schemas.microsoft.com/office/drawing/2014/main" id="{812E1CF5-941B-2582-6286-4504EC1876FC}"/>
              </a:ext>
            </a:extLst>
          </p:cNvPr>
          <p:cNvSpPr/>
          <p:nvPr/>
        </p:nvSpPr>
        <p:spPr>
          <a:xfrm>
            <a:off x="3735924" y="5065809"/>
            <a:ext cx="257672" cy="347155"/>
          </a:xfrm>
          <a:prstGeom prst="rect">
            <a:avLst/>
          </a:prstGeom>
          <a:solidFill>
            <a:schemeClr val="accent5"/>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27432" rIns="0" bIns="0" rtlCol="0" anchor="ctr" anchorCtr="0"/>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n-US" sz="2400" b="1" i="0" u="none" strike="noStrike" kern="1200" cap="none" spc="0" normalizeH="0" baseline="0" noProof="0" dirty="0">
                <a:ln>
                  <a:noFill/>
                </a:ln>
                <a:solidFill>
                  <a:schemeClr val="bg1"/>
                </a:solidFill>
                <a:effectLst/>
                <a:uLnTx/>
                <a:uFillTx/>
                <a:ea typeface="+mn-ea"/>
                <a:cs typeface="+mn-cs"/>
              </a:rPr>
              <a:t>6</a:t>
            </a:r>
          </a:p>
        </p:txBody>
      </p:sp>
      <p:sp>
        <p:nvSpPr>
          <p:cNvPr id="249" name="Rectangle 248">
            <a:extLst>
              <a:ext uri="{FF2B5EF4-FFF2-40B4-BE49-F238E27FC236}">
                <a16:creationId xmlns:a16="http://schemas.microsoft.com/office/drawing/2014/main" id="{1739B7CF-4598-AA5D-B804-B7D4F950E7D5}"/>
              </a:ext>
            </a:extLst>
          </p:cNvPr>
          <p:cNvSpPr/>
          <p:nvPr/>
        </p:nvSpPr>
        <p:spPr>
          <a:xfrm>
            <a:off x="3515850" y="1187471"/>
            <a:ext cx="257672" cy="347155"/>
          </a:xfrm>
          <a:prstGeom prst="rect">
            <a:avLst/>
          </a:prstGeom>
          <a:solidFill>
            <a:schemeClr val="accent4"/>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27432" rIns="0" bIns="0" rtlCol="0" anchor="ctr" anchorCtr="0"/>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n-US" sz="2400" b="1" i="0" u="none" strike="noStrike" kern="1200" cap="none" spc="0" normalizeH="0" baseline="0" noProof="0" dirty="0">
                <a:ln>
                  <a:noFill/>
                </a:ln>
                <a:solidFill>
                  <a:schemeClr val="bg1"/>
                </a:solidFill>
                <a:effectLst/>
                <a:uLnTx/>
                <a:uFillTx/>
                <a:ea typeface="+mn-ea"/>
                <a:cs typeface="+mn-cs"/>
              </a:rPr>
              <a:t>8</a:t>
            </a:r>
          </a:p>
        </p:txBody>
      </p:sp>
      <p:sp>
        <p:nvSpPr>
          <p:cNvPr id="250" name="Rectangle 249">
            <a:extLst>
              <a:ext uri="{FF2B5EF4-FFF2-40B4-BE49-F238E27FC236}">
                <a16:creationId xmlns:a16="http://schemas.microsoft.com/office/drawing/2014/main" id="{8ED848F2-868A-1DCB-EB81-FB4D9D728896}"/>
              </a:ext>
            </a:extLst>
          </p:cNvPr>
          <p:cNvSpPr/>
          <p:nvPr/>
        </p:nvSpPr>
        <p:spPr>
          <a:xfrm>
            <a:off x="3858414" y="1187471"/>
            <a:ext cx="257672" cy="347155"/>
          </a:xfrm>
          <a:prstGeom prst="rect">
            <a:avLst/>
          </a:prstGeom>
          <a:solidFill>
            <a:schemeClr val="accent4"/>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27432" rIns="0" bIns="0" rtlCol="0" anchor="ctr" anchorCtr="0"/>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n-US" sz="2400" b="1" i="0" u="none" strike="noStrike" kern="1200" cap="none" spc="0" normalizeH="0" baseline="0" noProof="0" dirty="0">
                <a:ln>
                  <a:noFill/>
                </a:ln>
                <a:solidFill>
                  <a:schemeClr val="bg1"/>
                </a:solidFill>
                <a:effectLst/>
                <a:uLnTx/>
                <a:uFillTx/>
                <a:ea typeface="+mn-ea"/>
                <a:cs typeface="+mn-cs"/>
              </a:rPr>
              <a:t>9</a:t>
            </a:r>
          </a:p>
        </p:txBody>
      </p:sp>
      <p:sp>
        <p:nvSpPr>
          <p:cNvPr id="251" name="Rectangle 250">
            <a:extLst>
              <a:ext uri="{FF2B5EF4-FFF2-40B4-BE49-F238E27FC236}">
                <a16:creationId xmlns:a16="http://schemas.microsoft.com/office/drawing/2014/main" id="{879F8E7D-3EA3-B26B-078B-07C83774629C}"/>
              </a:ext>
            </a:extLst>
          </p:cNvPr>
          <p:cNvSpPr/>
          <p:nvPr/>
        </p:nvSpPr>
        <p:spPr>
          <a:xfrm>
            <a:off x="4178609" y="1187471"/>
            <a:ext cx="257672" cy="347155"/>
          </a:xfrm>
          <a:prstGeom prst="rect">
            <a:avLst/>
          </a:prstGeom>
          <a:solidFill>
            <a:schemeClr val="accent4"/>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27432" rIns="0" bIns="0" rtlCol="0" anchor="ctr" anchorCtr="0"/>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ea typeface="+mn-ea"/>
                <a:cs typeface="+mn-cs"/>
              </a:rPr>
              <a:t>10</a:t>
            </a:r>
          </a:p>
        </p:txBody>
      </p:sp>
      <p:sp>
        <p:nvSpPr>
          <p:cNvPr id="252" name="Rectangle 251">
            <a:extLst>
              <a:ext uri="{FF2B5EF4-FFF2-40B4-BE49-F238E27FC236}">
                <a16:creationId xmlns:a16="http://schemas.microsoft.com/office/drawing/2014/main" id="{57A52780-8CF1-76E2-25D7-7F23041E34DE}"/>
              </a:ext>
            </a:extLst>
          </p:cNvPr>
          <p:cNvSpPr/>
          <p:nvPr/>
        </p:nvSpPr>
        <p:spPr>
          <a:xfrm>
            <a:off x="4543545" y="1187471"/>
            <a:ext cx="257672" cy="347155"/>
          </a:xfrm>
          <a:prstGeom prst="rect">
            <a:avLst/>
          </a:prstGeom>
          <a:solidFill>
            <a:schemeClr val="accent4"/>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27432" rIns="0" bIns="0" rtlCol="0" anchor="ctr" anchorCtr="0"/>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ea typeface="+mn-ea"/>
                <a:cs typeface="+mn-cs"/>
              </a:rPr>
              <a:t>11</a:t>
            </a:r>
          </a:p>
        </p:txBody>
      </p:sp>
      <p:sp>
        <p:nvSpPr>
          <p:cNvPr id="253" name="Rectangle 252">
            <a:extLst>
              <a:ext uri="{FF2B5EF4-FFF2-40B4-BE49-F238E27FC236}">
                <a16:creationId xmlns:a16="http://schemas.microsoft.com/office/drawing/2014/main" id="{62373E69-461A-6529-9FB2-380F3D011EB1}"/>
              </a:ext>
            </a:extLst>
          </p:cNvPr>
          <p:cNvSpPr/>
          <p:nvPr/>
        </p:nvSpPr>
        <p:spPr>
          <a:xfrm>
            <a:off x="2636028" y="5578808"/>
            <a:ext cx="257672" cy="347155"/>
          </a:xfrm>
          <a:prstGeom prst="rect">
            <a:avLst/>
          </a:prstGeom>
          <a:solidFill>
            <a:schemeClr val="accent4"/>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27432" rIns="0" bIns="0" rtlCol="0" anchor="ctr" anchorCtr="0"/>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n-US" sz="2400" b="1" i="0" u="none" strike="noStrike" kern="1200" cap="none" spc="0" normalizeH="0" baseline="0" noProof="0" dirty="0">
                <a:ln>
                  <a:noFill/>
                </a:ln>
                <a:solidFill>
                  <a:schemeClr val="bg1"/>
                </a:solidFill>
                <a:effectLst/>
                <a:uLnTx/>
                <a:uFillTx/>
                <a:ea typeface="+mn-ea"/>
                <a:cs typeface="+mn-cs"/>
              </a:rPr>
              <a:t>8</a:t>
            </a:r>
          </a:p>
        </p:txBody>
      </p:sp>
      <p:sp>
        <p:nvSpPr>
          <p:cNvPr id="254" name="Rectangle 253">
            <a:extLst>
              <a:ext uri="{FF2B5EF4-FFF2-40B4-BE49-F238E27FC236}">
                <a16:creationId xmlns:a16="http://schemas.microsoft.com/office/drawing/2014/main" id="{ACE11DA8-838C-A126-D6F6-B6827BF6971D}"/>
              </a:ext>
            </a:extLst>
          </p:cNvPr>
          <p:cNvSpPr/>
          <p:nvPr/>
        </p:nvSpPr>
        <p:spPr>
          <a:xfrm>
            <a:off x="3185976" y="5578808"/>
            <a:ext cx="257672" cy="347155"/>
          </a:xfrm>
          <a:prstGeom prst="rect">
            <a:avLst/>
          </a:prstGeom>
          <a:solidFill>
            <a:schemeClr val="accent4"/>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27432" rIns="0" bIns="0" rtlCol="0" anchor="ctr" anchorCtr="0"/>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n-US" sz="2400" b="1" i="0" u="none" strike="noStrike" kern="1200" cap="none" spc="0" normalizeH="0" baseline="0" noProof="0" dirty="0">
                <a:ln>
                  <a:noFill/>
                </a:ln>
                <a:solidFill>
                  <a:schemeClr val="bg1"/>
                </a:solidFill>
                <a:effectLst/>
                <a:uLnTx/>
                <a:uFillTx/>
                <a:ea typeface="+mn-ea"/>
                <a:cs typeface="+mn-cs"/>
              </a:rPr>
              <a:t>9</a:t>
            </a:r>
          </a:p>
        </p:txBody>
      </p:sp>
      <p:sp>
        <p:nvSpPr>
          <p:cNvPr id="255" name="Rectangle 254">
            <a:extLst>
              <a:ext uri="{FF2B5EF4-FFF2-40B4-BE49-F238E27FC236}">
                <a16:creationId xmlns:a16="http://schemas.microsoft.com/office/drawing/2014/main" id="{01BB0F01-24F2-AE10-92DA-2B65473503B1}"/>
              </a:ext>
            </a:extLst>
          </p:cNvPr>
          <p:cNvSpPr/>
          <p:nvPr/>
        </p:nvSpPr>
        <p:spPr>
          <a:xfrm>
            <a:off x="3735924" y="5578808"/>
            <a:ext cx="257672" cy="347155"/>
          </a:xfrm>
          <a:prstGeom prst="rect">
            <a:avLst/>
          </a:prstGeom>
          <a:solidFill>
            <a:schemeClr val="accent4"/>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27432" rIns="0" bIns="0" rtlCol="0" anchor="ctr" anchorCtr="0"/>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ea typeface="+mn-ea"/>
                <a:cs typeface="+mn-cs"/>
              </a:rPr>
              <a:t>10</a:t>
            </a:r>
          </a:p>
        </p:txBody>
      </p:sp>
      <p:sp>
        <p:nvSpPr>
          <p:cNvPr id="256" name="Rectangle 255">
            <a:extLst>
              <a:ext uri="{FF2B5EF4-FFF2-40B4-BE49-F238E27FC236}">
                <a16:creationId xmlns:a16="http://schemas.microsoft.com/office/drawing/2014/main" id="{4F299E81-A2F4-2BF7-3346-A8DB0DAB9676}"/>
              </a:ext>
            </a:extLst>
          </p:cNvPr>
          <p:cNvSpPr/>
          <p:nvPr/>
        </p:nvSpPr>
        <p:spPr>
          <a:xfrm>
            <a:off x="4285873" y="5578808"/>
            <a:ext cx="257672" cy="347155"/>
          </a:xfrm>
          <a:prstGeom prst="rect">
            <a:avLst/>
          </a:prstGeom>
          <a:solidFill>
            <a:schemeClr val="accent4"/>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27432" rIns="0" bIns="0" rtlCol="0" anchor="ctr" anchorCtr="0"/>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ea typeface="+mn-ea"/>
                <a:cs typeface="+mn-cs"/>
              </a:rPr>
              <a:t>11</a:t>
            </a:r>
          </a:p>
        </p:txBody>
      </p:sp>
    </p:spTree>
    <p:extLst>
      <p:ext uri="{BB962C8B-B14F-4D97-AF65-F5344CB8AC3E}">
        <p14:creationId xmlns:p14="http://schemas.microsoft.com/office/powerpoint/2010/main" val="27897925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FCA50-3FDA-92A9-65A8-919FA08BC53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216DBD3-6D43-5E4A-86F0-CD5903630710}"/>
              </a:ext>
            </a:extLst>
          </p:cNvPr>
          <p:cNvSpPr>
            <a:spLocks noGrp="1"/>
          </p:cNvSpPr>
          <p:nvPr>
            <p:ph type="title"/>
          </p:nvPr>
        </p:nvSpPr>
        <p:spPr/>
        <p:txBody>
          <a:bodyPr wrap="square"/>
          <a:lstStyle/>
          <a:p>
            <a:r>
              <a:rPr lang="en-GB" dirty="0"/>
              <a:t>Direct and Indirect Tax Notice Tracker Agent - Time Saved</a:t>
            </a:r>
          </a:p>
        </p:txBody>
      </p:sp>
      <p:sp>
        <p:nvSpPr>
          <p:cNvPr id="72" name="Rectangle: Rounded Corners 71">
            <a:extLst>
              <a:ext uri="{FF2B5EF4-FFF2-40B4-BE49-F238E27FC236}">
                <a16:creationId xmlns:a16="http://schemas.microsoft.com/office/drawing/2014/main" id="{09D2DE9F-619D-6F93-751F-AD15EA85793D}"/>
              </a:ext>
            </a:extLst>
          </p:cNvPr>
          <p:cNvSpPr/>
          <p:nvPr/>
        </p:nvSpPr>
        <p:spPr>
          <a:xfrm>
            <a:off x="565392" y="1947854"/>
            <a:ext cx="4893087" cy="3653397"/>
          </a:xfrm>
          <a:prstGeom prst="roundRect">
            <a:avLst/>
          </a:prstGeom>
          <a:solidFill>
            <a:schemeClr val="bg1">
              <a:lumMod val="95000"/>
            </a:schemeClr>
          </a:solid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defRPr/>
            </a:pPr>
            <a:endParaRPr lang="en-US" sz="1600" b="1" dirty="0">
              <a:solidFill>
                <a:schemeClr val="accent5"/>
              </a:solidFill>
            </a:endParaRPr>
          </a:p>
        </p:txBody>
      </p:sp>
      <p:sp>
        <p:nvSpPr>
          <p:cNvPr id="6" name="Rectangle: Rounded Corners 5">
            <a:extLst>
              <a:ext uri="{FF2B5EF4-FFF2-40B4-BE49-F238E27FC236}">
                <a16:creationId xmlns:a16="http://schemas.microsoft.com/office/drawing/2014/main" id="{27F29214-77BF-3635-725E-5C09A710F9DE}"/>
              </a:ext>
            </a:extLst>
          </p:cNvPr>
          <p:cNvSpPr/>
          <p:nvPr/>
        </p:nvSpPr>
        <p:spPr>
          <a:xfrm>
            <a:off x="6096000" y="1947854"/>
            <a:ext cx="4893087" cy="3653397"/>
          </a:xfrm>
          <a:prstGeom prst="roundRect">
            <a:avLst/>
          </a:prstGeom>
          <a:solidFill>
            <a:schemeClr val="bg1">
              <a:lumMod val="95000"/>
            </a:schemeClr>
          </a:solid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defRPr/>
            </a:pPr>
            <a:endParaRPr lang="en-US" sz="1600" b="1" dirty="0">
              <a:solidFill>
                <a:schemeClr val="accent5"/>
              </a:solidFill>
            </a:endParaRPr>
          </a:p>
        </p:txBody>
      </p:sp>
      <p:sp>
        <p:nvSpPr>
          <p:cNvPr id="9" name="TextBox 8">
            <a:extLst>
              <a:ext uri="{FF2B5EF4-FFF2-40B4-BE49-F238E27FC236}">
                <a16:creationId xmlns:a16="http://schemas.microsoft.com/office/drawing/2014/main" id="{38664CD2-1402-60F9-877A-F708F6DD7CEA}"/>
              </a:ext>
            </a:extLst>
          </p:cNvPr>
          <p:cNvSpPr txBox="1"/>
          <p:nvPr/>
        </p:nvSpPr>
        <p:spPr>
          <a:xfrm>
            <a:off x="816680" y="2031766"/>
            <a:ext cx="4544078" cy="2118476"/>
          </a:xfrm>
          <a:prstGeom prst="rect">
            <a:avLst/>
          </a:prstGeom>
        </p:spPr>
        <p:txBody>
          <a:bodyPr vert="horz" wrap="square" lIns="0" tIns="0" rIns="0" bIns="0" rtlCol="0" anchor="t" anchorCtr="0">
            <a:noAutofit/>
          </a:bodyPr>
          <a:lstStyle/>
          <a:p>
            <a:pPr algn="ctr">
              <a:defRPr/>
            </a:pPr>
            <a:r>
              <a:rPr lang="en-US" b="1" dirty="0">
                <a:solidFill>
                  <a:srgbClr val="6A737B"/>
                </a:solidFill>
              </a:rPr>
              <a:t>Time Savings</a:t>
            </a:r>
          </a:p>
          <a:p>
            <a:pPr>
              <a:defRPr/>
            </a:pPr>
            <a:endParaRPr lang="en-US" sz="1600" dirty="0">
              <a:solidFill>
                <a:srgbClr val="6A737B"/>
              </a:solidFill>
            </a:endParaRPr>
          </a:p>
          <a:p>
            <a:pPr marL="285750" indent="-285750">
              <a:buFont typeface="Wingdings" panose="05000000000000000000" pitchFamily="2" charset="2"/>
              <a:buChar char="ü"/>
              <a:defRPr/>
            </a:pPr>
            <a:r>
              <a:rPr lang="en-US" sz="1400" dirty="0">
                <a:solidFill>
                  <a:srgbClr val="6A737B"/>
                </a:solidFill>
              </a:rPr>
              <a:t>Notices per year: 500 (Direct) + 500 (Indirect) = 1,000 notices</a:t>
            </a:r>
          </a:p>
          <a:p>
            <a:pPr marL="285750" indent="-285750">
              <a:buFont typeface="Wingdings" panose="05000000000000000000" pitchFamily="2" charset="2"/>
              <a:buChar char="ü"/>
              <a:defRPr/>
            </a:pPr>
            <a:r>
              <a:rPr lang="en-US" sz="1400" dirty="0">
                <a:solidFill>
                  <a:srgbClr val="6A737B"/>
                </a:solidFill>
              </a:rPr>
              <a:t>Time per notice (Before): 30 minutes</a:t>
            </a:r>
          </a:p>
          <a:p>
            <a:pPr marL="285750" indent="-285750">
              <a:buFont typeface="Wingdings" panose="05000000000000000000" pitchFamily="2" charset="2"/>
              <a:buChar char="ü"/>
              <a:defRPr/>
            </a:pPr>
            <a:r>
              <a:rPr lang="en-US" sz="1400" dirty="0">
                <a:solidFill>
                  <a:srgbClr val="6A737B"/>
                </a:solidFill>
              </a:rPr>
              <a:t>Time per notice (After): 1 minute</a:t>
            </a:r>
          </a:p>
          <a:p>
            <a:pPr marL="285750" indent="-285750">
              <a:buFont typeface="Wingdings" panose="05000000000000000000" pitchFamily="2" charset="2"/>
              <a:buChar char="ü"/>
              <a:defRPr/>
            </a:pPr>
            <a:r>
              <a:rPr lang="en-US" sz="1400" dirty="0">
                <a:solidFill>
                  <a:srgbClr val="6A737B"/>
                </a:solidFill>
              </a:rPr>
              <a:t>Time saved per notice: 30 - 1 = 29 minutes</a:t>
            </a:r>
          </a:p>
          <a:p>
            <a:pPr marL="285750" indent="-285750">
              <a:buFont typeface="Wingdings" panose="05000000000000000000" pitchFamily="2" charset="2"/>
              <a:buChar char="ü"/>
              <a:defRPr/>
            </a:pPr>
            <a:r>
              <a:rPr lang="en-US" sz="1400" dirty="0">
                <a:solidFill>
                  <a:srgbClr val="6A737B"/>
                </a:solidFill>
              </a:rPr>
              <a:t>Total minutes saved annually: 1,000 notices * 29 minutes/notice = 29,000 minutes</a:t>
            </a:r>
          </a:p>
          <a:p>
            <a:pPr marL="285750" indent="-285750">
              <a:buFont typeface="Wingdings" panose="05000000000000000000" pitchFamily="2" charset="2"/>
              <a:buChar char="ü"/>
              <a:defRPr/>
            </a:pPr>
            <a:r>
              <a:rPr lang="en-US" sz="1400" dirty="0">
                <a:solidFill>
                  <a:srgbClr val="6A737B"/>
                </a:solidFill>
              </a:rPr>
              <a:t>Total hours saved annually: 29,000 minutes / 60 = 483.3 hours</a:t>
            </a:r>
          </a:p>
          <a:p>
            <a:pPr marL="285750" indent="-285750">
              <a:buFont typeface="Wingdings" panose="05000000000000000000" pitchFamily="2" charset="2"/>
              <a:buChar char="ü"/>
              <a:defRPr/>
            </a:pPr>
            <a:endParaRPr lang="en-US" sz="1600" dirty="0">
              <a:solidFill>
                <a:srgbClr val="6A737B"/>
              </a:solidFill>
            </a:endParaRPr>
          </a:p>
          <a:p>
            <a:pPr>
              <a:defRPr/>
            </a:pPr>
            <a:r>
              <a:rPr lang="en-US" b="1" dirty="0">
                <a:solidFill>
                  <a:schemeClr val="accent5"/>
                </a:solidFill>
              </a:rPr>
              <a:t>Total Hours Saved Annually: 483 Hours</a:t>
            </a:r>
          </a:p>
          <a:p>
            <a:pPr algn="l">
              <a:spcAft>
                <a:spcPts val="600"/>
              </a:spcAft>
            </a:pPr>
            <a:endParaRPr lang="en-US" sz="1500" b="1" dirty="0">
              <a:solidFill>
                <a:schemeClr val="tx2"/>
              </a:solidFill>
            </a:endParaRPr>
          </a:p>
        </p:txBody>
      </p:sp>
      <p:sp>
        <p:nvSpPr>
          <p:cNvPr id="11" name="TextBox 10">
            <a:extLst>
              <a:ext uri="{FF2B5EF4-FFF2-40B4-BE49-F238E27FC236}">
                <a16:creationId xmlns:a16="http://schemas.microsoft.com/office/drawing/2014/main" id="{901A8A2E-17CD-64A9-BF06-79C32A439B3A}"/>
              </a:ext>
            </a:extLst>
          </p:cNvPr>
          <p:cNvSpPr txBox="1"/>
          <p:nvPr/>
        </p:nvSpPr>
        <p:spPr>
          <a:xfrm>
            <a:off x="6280815" y="2046202"/>
            <a:ext cx="4355616" cy="3108543"/>
          </a:xfrm>
          <a:prstGeom prst="rect">
            <a:avLst/>
          </a:prstGeom>
          <a:noFill/>
        </p:spPr>
        <p:txBody>
          <a:bodyPr wrap="square">
            <a:spAutoFit/>
          </a:bodyPr>
          <a:lstStyle/>
          <a:p>
            <a:pPr algn="ctr">
              <a:defRPr/>
            </a:pPr>
            <a:r>
              <a:rPr lang="en-US" b="1" dirty="0">
                <a:solidFill>
                  <a:srgbClr val="6A737B"/>
                </a:solidFill>
              </a:rPr>
              <a:t>Value Realized</a:t>
            </a:r>
          </a:p>
          <a:p>
            <a:pPr>
              <a:defRPr/>
            </a:pPr>
            <a:endParaRPr lang="en-US" sz="2000" dirty="0">
              <a:solidFill>
                <a:srgbClr val="6A737B"/>
              </a:solidFill>
            </a:endParaRPr>
          </a:p>
          <a:p>
            <a:pPr>
              <a:defRPr/>
            </a:pPr>
            <a:r>
              <a:rPr lang="en-US" sz="1400" b="1" dirty="0">
                <a:solidFill>
                  <a:srgbClr val="6A737B"/>
                </a:solidFill>
              </a:rPr>
              <a:t>Salary Cost Savings:</a:t>
            </a:r>
          </a:p>
          <a:p>
            <a:pPr marL="285750" indent="-285750">
              <a:buFont typeface="Wingdings" panose="05000000000000000000" pitchFamily="2" charset="2"/>
              <a:buChar char="ü"/>
              <a:defRPr/>
            </a:pPr>
            <a:r>
              <a:rPr lang="en-US" sz="1400" dirty="0">
                <a:solidFill>
                  <a:srgbClr val="6A737B"/>
                </a:solidFill>
              </a:rPr>
              <a:t>Hourly Rate for Admin: $75,000** salary / 2,080 annual work hours = $36.06/hour</a:t>
            </a:r>
          </a:p>
          <a:p>
            <a:pPr marL="285750" indent="-285750">
              <a:buFont typeface="Wingdings" panose="05000000000000000000" pitchFamily="2" charset="2"/>
              <a:buChar char="ü"/>
              <a:defRPr/>
            </a:pPr>
            <a:r>
              <a:rPr lang="en-US" sz="1400" dirty="0">
                <a:solidFill>
                  <a:srgbClr val="6A737B"/>
                </a:solidFill>
              </a:rPr>
              <a:t>Total Annual Salary Savings: 483.3 hours * $36.06/hour = $17,428</a:t>
            </a:r>
          </a:p>
          <a:p>
            <a:pPr>
              <a:defRPr/>
            </a:pPr>
            <a:endParaRPr lang="en-US" sz="1400" dirty="0">
              <a:solidFill>
                <a:srgbClr val="6A737B"/>
              </a:solidFill>
            </a:endParaRPr>
          </a:p>
          <a:p>
            <a:pPr>
              <a:defRPr/>
            </a:pPr>
            <a:r>
              <a:rPr lang="en-US" sz="1400" b="1" dirty="0">
                <a:solidFill>
                  <a:srgbClr val="6A737B"/>
                </a:solidFill>
              </a:rPr>
              <a:t>Interest Savings</a:t>
            </a:r>
          </a:p>
          <a:p>
            <a:pPr marL="285750" indent="-285750">
              <a:buFont typeface="Wingdings" panose="05000000000000000000" pitchFamily="2" charset="2"/>
              <a:buChar char="ü"/>
              <a:defRPr/>
            </a:pPr>
            <a:r>
              <a:rPr lang="en-US" sz="1400" dirty="0">
                <a:solidFill>
                  <a:srgbClr val="6A737B"/>
                </a:solidFill>
              </a:rPr>
              <a:t>An estimated $10,000 from reduced interest payments due to timely processing</a:t>
            </a:r>
          </a:p>
          <a:p>
            <a:pPr marL="285750" indent="-285750">
              <a:buFont typeface="Wingdings" panose="05000000000000000000" pitchFamily="2" charset="2"/>
              <a:buChar char="ü"/>
              <a:defRPr/>
            </a:pPr>
            <a:endParaRPr lang="en-US" sz="1400" dirty="0">
              <a:solidFill>
                <a:srgbClr val="6A737B"/>
              </a:solidFill>
            </a:endParaRPr>
          </a:p>
          <a:p>
            <a:pPr>
              <a:defRPr/>
            </a:pPr>
            <a:r>
              <a:rPr lang="en-US" b="1" dirty="0">
                <a:solidFill>
                  <a:schemeClr val="accent5"/>
                </a:solidFill>
              </a:rPr>
              <a:t>Total Cost Savings Annually: $27,428</a:t>
            </a:r>
          </a:p>
        </p:txBody>
      </p:sp>
      <p:sp>
        <p:nvSpPr>
          <p:cNvPr id="3" name="Rectangle: Rounded Corners 2">
            <a:extLst>
              <a:ext uri="{FF2B5EF4-FFF2-40B4-BE49-F238E27FC236}">
                <a16:creationId xmlns:a16="http://schemas.microsoft.com/office/drawing/2014/main" id="{1773E7CA-FEDD-76D0-3BDF-A4601F14F4B5}"/>
              </a:ext>
            </a:extLst>
          </p:cNvPr>
          <p:cNvSpPr/>
          <p:nvPr/>
        </p:nvSpPr>
        <p:spPr>
          <a:xfrm>
            <a:off x="6280815" y="5753951"/>
            <a:ext cx="4551937" cy="481904"/>
          </a:xfrm>
          <a:prstGeom prst="roundRect">
            <a:avLst/>
          </a:prstGeom>
          <a:solidFill>
            <a:schemeClr val="bg1">
              <a:lumMod val="95000"/>
            </a:schemeClr>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defRPr/>
            </a:pPr>
            <a:r>
              <a:rPr lang="en-US" sz="700" dirty="0">
                <a:solidFill>
                  <a:schemeClr val="tx1"/>
                </a:solidFill>
              </a:rPr>
              <a:t>Disclaimer: The team conducted brief interviews with team members to gain an understanding on the timing requirements. Regular follow ups will be performed to ensure the accuracy of the calculations.</a:t>
            </a:r>
          </a:p>
          <a:p>
            <a:pPr>
              <a:defRPr/>
            </a:pPr>
            <a:r>
              <a:rPr lang="en-US" sz="700" dirty="0">
                <a:solidFill>
                  <a:schemeClr val="tx1"/>
                </a:solidFill>
              </a:rPr>
              <a:t>**$75,000 is an illustrative example of salary. This is </a:t>
            </a:r>
            <a:r>
              <a:rPr lang="en-US" sz="700" b="1" dirty="0">
                <a:solidFill>
                  <a:schemeClr val="tx1"/>
                </a:solidFill>
              </a:rPr>
              <a:t>not based </a:t>
            </a:r>
            <a:r>
              <a:rPr lang="en-US" sz="700" dirty="0">
                <a:solidFill>
                  <a:schemeClr val="tx1"/>
                </a:solidFill>
              </a:rPr>
              <a:t>on Disney compensation data.</a:t>
            </a:r>
          </a:p>
        </p:txBody>
      </p:sp>
      <p:sp>
        <p:nvSpPr>
          <p:cNvPr id="4" name="Rectangle 3">
            <a:extLst>
              <a:ext uri="{FF2B5EF4-FFF2-40B4-BE49-F238E27FC236}">
                <a16:creationId xmlns:a16="http://schemas.microsoft.com/office/drawing/2014/main" id="{478A3FAE-32AD-D3BF-B2C3-72F3AC26A2C5}"/>
              </a:ext>
            </a:extLst>
          </p:cNvPr>
          <p:cNvSpPr/>
          <p:nvPr/>
        </p:nvSpPr>
        <p:spPr>
          <a:xfrm>
            <a:off x="0" y="907447"/>
            <a:ext cx="12192000" cy="97722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8" name="TextBox 7">
            <a:extLst>
              <a:ext uri="{FF2B5EF4-FFF2-40B4-BE49-F238E27FC236}">
                <a16:creationId xmlns:a16="http://schemas.microsoft.com/office/drawing/2014/main" id="{3CB76AAE-3443-BC8E-ACB1-8512F284E91A}"/>
              </a:ext>
            </a:extLst>
          </p:cNvPr>
          <p:cNvSpPr txBox="1"/>
          <p:nvPr/>
        </p:nvSpPr>
        <p:spPr>
          <a:xfrm>
            <a:off x="163443" y="809099"/>
            <a:ext cx="11909287" cy="977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oAutofit/>
          </a:bodyPr>
          <a:lstStyle/>
          <a:p>
            <a:pPr marL="0" marR="0" lvl="0" indent="0" algn="l" defTabSz="914400" rtl="0" eaLnBrk="1" fontAlgn="auto" latinLnBrk="0" hangingPunct="0">
              <a:lnSpc>
                <a:spcPct val="100000"/>
              </a:lnSpc>
              <a:spcBef>
                <a:spcPts val="1100"/>
              </a:spcBef>
              <a:spcAft>
                <a:spcPts val="0"/>
              </a:spcAft>
              <a:buClrTx/>
              <a:buSzPct val="100000"/>
              <a:buFontTx/>
              <a:buNone/>
              <a:tabLst/>
              <a:defRPr/>
            </a:pPr>
            <a:r>
              <a:rPr kumimoji="0" lang="en-US" sz="1600" b="1" i="0" u="none" strike="noStrike" kern="0" cap="none" spc="0" normalizeH="0" baseline="0" noProof="0" dirty="0">
                <a:ln>
                  <a:noFill/>
                </a:ln>
                <a:solidFill>
                  <a:schemeClr val="bg1"/>
                </a:solidFill>
                <a:effectLst/>
                <a:uLnTx/>
                <a:uFillTx/>
                <a:ea typeface="Univers for KPMG"/>
                <a:cs typeface="Univers for KPMG"/>
                <a:sym typeface="Univers for KPMG"/>
              </a:rPr>
              <a:t>Before Copilot: </a:t>
            </a:r>
            <a:r>
              <a:rPr kumimoji="0" lang="en-US" sz="1600" i="0" u="none" strike="noStrike" kern="0" cap="none" spc="0" normalizeH="0" baseline="0" noProof="0" dirty="0">
                <a:ln>
                  <a:noFill/>
                </a:ln>
                <a:solidFill>
                  <a:schemeClr val="bg1"/>
                </a:solidFill>
                <a:effectLst/>
                <a:uLnTx/>
                <a:uFillTx/>
                <a:ea typeface="Univers for KPMG"/>
                <a:cs typeface="Univers for KPMG"/>
                <a:sym typeface="Univers for KPMG"/>
              </a:rPr>
              <a:t>It takes a team of 4 admins (2 per function) 30 minutes per notice to manually scan, save, enter data in Workfront, and triage each of the 1,000+ notices received annually.</a:t>
            </a:r>
          </a:p>
          <a:p>
            <a:pPr marL="0" marR="0" lvl="0" indent="0" algn="l" defTabSz="914400" rtl="0" eaLnBrk="1" fontAlgn="auto" latinLnBrk="0" hangingPunct="0">
              <a:lnSpc>
                <a:spcPct val="100000"/>
              </a:lnSpc>
              <a:spcBef>
                <a:spcPts val="1100"/>
              </a:spcBef>
              <a:spcAft>
                <a:spcPts val="0"/>
              </a:spcAft>
              <a:buClrTx/>
              <a:buSzPct val="100000"/>
              <a:buFontTx/>
              <a:buNone/>
              <a:tabLst/>
              <a:defRPr/>
            </a:pPr>
            <a:r>
              <a:rPr kumimoji="0" lang="en-US" sz="1600" b="1" i="0" u="none" strike="noStrike" kern="0" cap="none" spc="0" normalizeH="0" baseline="0" noProof="0" dirty="0">
                <a:ln>
                  <a:noFill/>
                </a:ln>
                <a:solidFill>
                  <a:schemeClr val="bg1"/>
                </a:solidFill>
                <a:effectLst/>
                <a:uLnTx/>
                <a:uFillTx/>
                <a:ea typeface="Univers for KPMG"/>
                <a:cs typeface="Univers for KPMG"/>
                <a:sym typeface="Univers for KPMG"/>
              </a:rPr>
              <a:t>After Copilot: </a:t>
            </a:r>
            <a:r>
              <a:rPr kumimoji="0" lang="en-US" sz="1600" i="0" u="none" strike="noStrike" kern="0" cap="none" spc="0" normalizeH="0" baseline="0" noProof="0" dirty="0">
                <a:ln>
                  <a:noFill/>
                </a:ln>
                <a:solidFill>
                  <a:schemeClr val="bg1"/>
                </a:solidFill>
                <a:effectLst/>
                <a:uLnTx/>
                <a:uFillTx/>
                <a:ea typeface="Univers for KPMG"/>
                <a:cs typeface="Univers for KPMG"/>
                <a:sym typeface="Univers for KPMG"/>
              </a:rPr>
              <a:t>The same process now takes &lt;1 minute per notice as the agent executes the entire intake and data entry workflow.</a:t>
            </a:r>
          </a:p>
        </p:txBody>
      </p:sp>
    </p:spTree>
    <p:extLst>
      <p:ext uri="{BB962C8B-B14F-4D97-AF65-F5344CB8AC3E}">
        <p14:creationId xmlns:p14="http://schemas.microsoft.com/office/powerpoint/2010/main" val="656498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9F8F2-B42D-1D0E-9124-A98AEB5CDB5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E1FD10D-371E-B191-BD40-07BC4978171E}"/>
              </a:ext>
            </a:extLst>
          </p:cNvPr>
          <p:cNvSpPr>
            <a:spLocks noGrp="1"/>
          </p:cNvSpPr>
          <p:nvPr>
            <p:ph type="title"/>
          </p:nvPr>
        </p:nvSpPr>
        <p:spPr/>
        <p:txBody>
          <a:bodyPr wrap="square"/>
          <a:lstStyle/>
          <a:p>
            <a:r>
              <a:rPr lang="en-GB" dirty="0"/>
              <a:t>Direct and Indirect Tax Refund Tracker Agent - Time Saved</a:t>
            </a:r>
          </a:p>
        </p:txBody>
      </p:sp>
      <p:sp>
        <p:nvSpPr>
          <p:cNvPr id="72" name="Rectangle: Rounded Corners 71">
            <a:extLst>
              <a:ext uri="{FF2B5EF4-FFF2-40B4-BE49-F238E27FC236}">
                <a16:creationId xmlns:a16="http://schemas.microsoft.com/office/drawing/2014/main" id="{40BB75C4-7AA0-3050-63CD-D7C715A91CBD}"/>
              </a:ext>
            </a:extLst>
          </p:cNvPr>
          <p:cNvSpPr/>
          <p:nvPr/>
        </p:nvSpPr>
        <p:spPr>
          <a:xfrm>
            <a:off x="565392" y="1952267"/>
            <a:ext cx="4893087" cy="3653397"/>
          </a:xfrm>
          <a:prstGeom prst="roundRect">
            <a:avLst/>
          </a:prstGeom>
          <a:solidFill>
            <a:schemeClr val="bg1">
              <a:lumMod val="95000"/>
            </a:schemeClr>
          </a:solid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defRPr/>
            </a:pPr>
            <a:endParaRPr lang="en-US" sz="1600" b="1" dirty="0">
              <a:solidFill>
                <a:schemeClr val="accent5"/>
              </a:solidFill>
            </a:endParaRPr>
          </a:p>
        </p:txBody>
      </p:sp>
      <p:sp>
        <p:nvSpPr>
          <p:cNvPr id="6" name="Rectangle: Rounded Corners 5">
            <a:extLst>
              <a:ext uri="{FF2B5EF4-FFF2-40B4-BE49-F238E27FC236}">
                <a16:creationId xmlns:a16="http://schemas.microsoft.com/office/drawing/2014/main" id="{0D7E706D-83B2-21B4-40A6-F7BD1CC766EB}"/>
              </a:ext>
            </a:extLst>
          </p:cNvPr>
          <p:cNvSpPr/>
          <p:nvPr/>
        </p:nvSpPr>
        <p:spPr>
          <a:xfrm>
            <a:off x="6096000" y="1952267"/>
            <a:ext cx="4893087" cy="3653397"/>
          </a:xfrm>
          <a:prstGeom prst="roundRect">
            <a:avLst/>
          </a:prstGeom>
          <a:solidFill>
            <a:schemeClr val="bg1">
              <a:lumMod val="95000"/>
            </a:schemeClr>
          </a:solid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defRPr/>
            </a:pPr>
            <a:endParaRPr lang="en-US" sz="1600" b="1" dirty="0">
              <a:solidFill>
                <a:schemeClr val="accent5"/>
              </a:solidFill>
            </a:endParaRPr>
          </a:p>
        </p:txBody>
      </p:sp>
      <p:sp>
        <p:nvSpPr>
          <p:cNvPr id="9" name="TextBox 8">
            <a:extLst>
              <a:ext uri="{FF2B5EF4-FFF2-40B4-BE49-F238E27FC236}">
                <a16:creationId xmlns:a16="http://schemas.microsoft.com/office/drawing/2014/main" id="{BC3C35C7-E86F-88E3-DE10-635FC197FF41}"/>
              </a:ext>
            </a:extLst>
          </p:cNvPr>
          <p:cNvSpPr txBox="1"/>
          <p:nvPr/>
        </p:nvSpPr>
        <p:spPr>
          <a:xfrm>
            <a:off x="816680" y="2036179"/>
            <a:ext cx="4544078" cy="2118476"/>
          </a:xfrm>
          <a:prstGeom prst="rect">
            <a:avLst/>
          </a:prstGeom>
        </p:spPr>
        <p:txBody>
          <a:bodyPr vert="horz" wrap="square" lIns="0" tIns="0" rIns="0" bIns="0" rtlCol="0" anchor="t" anchorCtr="0">
            <a:noAutofit/>
          </a:bodyPr>
          <a:lstStyle/>
          <a:p>
            <a:pPr algn="ctr">
              <a:defRPr/>
            </a:pPr>
            <a:r>
              <a:rPr lang="en-US" b="1" dirty="0">
                <a:solidFill>
                  <a:srgbClr val="6A737B"/>
                </a:solidFill>
              </a:rPr>
              <a:t>Time Savings</a:t>
            </a:r>
          </a:p>
          <a:p>
            <a:pPr>
              <a:defRPr/>
            </a:pPr>
            <a:endParaRPr lang="en-US" sz="1600" dirty="0">
              <a:solidFill>
                <a:srgbClr val="6A737B"/>
              </a:solidFill>
            </a:endParaRPr>
          </a:p>
          <a:p>
            <a:pPr marL="285750" indent="-285750">
              <a:buFont typeface="Wingdings" panose="05000000000000000000" pitchFamily="2" charset="2"/>
              <a:buChar char="ü"/>
              <a:defRPr/>
            </a:pPr>
            <a:r>
              <a:rPr lang="en-US" sz="1400" dirty="0">
                <a:solidFill>
                  <a:srgbClr val="6A737B"/>
                </a:solidFill>
              </a:rPr>
              <a:t>Refunds per year: 500 (Direct) + 500 (Indirect) = 1,000 refunds</a:t>
            </a:r>
          </a:p>
          <a:p>
            <a:pPr marL="285750" indent="-285750">
              <a:buFont typeface="Wingdings" panose="05000000000000000000" pitchFamily="2" charset="2"/>
              <a:buChar char="ü"/>
              <a:defRPr/>
            </a:pPr>
            <a:r>
              <a:rPr lang="en-US" sz="1400" dirty="0">
                <a:solidFill>
                  <a:srgbClr val="6A737B"/>
                </a:solidFill>
              </a:rPr>
              <a:t>Time per refund (Before): 30 minutes</a:t>
            </a:r>
          </a:p>
          <a:p>
            <a:pPr marL="285750" indent="-285750">
              <a:buFont typeface="Wingdings" panose="05000000000000000000" pitchFamily="2" charset="2"/>
              <a:buChar char="ü"/>
              <a:defRPr/>
            </a:pPr>
            <a:r>
              <a:rPr lang="en-US" sz="1400" dirty="0">
                <a:solidFill>
                  <a:srgbClr val="6A737B"/>
                </a:solidFill>
              </a:rPr>
              <a:t>Time per refund (After): 1 minute</a:t>
            </a:r>
          </a:p>
          <a:p>
            <a:pPr marL="285750" indent="-285750">
              <a:buFont typeface="Wingdings" panose="05000000000000000000" pitchFamily="2" charset="2"/>
              <a:buChar char="ü"/>
              <a:defRPr/>
            </a:pPr>
            <a:r>
              <a:rPr lang="en-US" sz="1400" dirty="0">
                <a:solidFill>
                  <a:srgbClr val="6A737B"/>
                </a:solidFill>
              </a:rPr>
              <a:t>Time saved per refund: 30 - 1 = 29 minutes</a:t>
            </a:r>
          </a:p>
          <a:p>
            <a:pPr marL="285750" indent="-285750">
              <a:buFont typeface="Wingdings" panose="05000000000000000000" pitchFamily="2" charset="2"/>
              <a:buChar char="ü"/>
              <a:defRPr/>
            </a:pPr>
            <a:r>
              <a:rPr lang="en-US" sz="1400" dirty="0">
                <a:solidFill>
                  <a:srgbClr val="6A737B"/>
                </a:solidFill>
              </a:rPr>
              <a:t>Total minutes saved annually: 1,000 refunds * 29 minutes/refunds = 29,000 minutes</a:t>
            </a:r>
          </a:p>
          <a:p>
            <a:pPr marL="285750" indent="-285750">
              <a:buFont typeface="Wingdings" panose="05000000000000000000" pitchFamily="2" charset="2"/>
              <a:buChar char="ü"/>
              <a:defRPr/>
            </a:pPr>
            <a:r>
              <a:rPr lang="en-US" sz="1400" dirty="0">
                <a:solidFill>
                  <a:srgbClr val="6A737B"/>
                </a:solidFill>
              </a:rPr>
              <a:t>Total hours saved annually: 29,000 minutes / 60 = 483.3 hours</a:t>
            </a:r>
          </a:p>
          <a:p>
            <a:pPr marL="285750" indent="-285750">
              <a:buFont typeface="Wingdings" panose="05000000000000000000" pitchFamily="2" charset="2"/>
              <a:buChar char="ü"/>
              <a:defRPr/>
            </a:pPr>
            <a:endParaRPr lang="en-US" sz="1600" dirty="0">
              <a:solidFill>
                <a:srgbClr val="6A737B"/>
              </a:solidFill>
            </a:endParaRPr>
          </a:p>
          <a:p>
            <a:pPr>
              <a:defRPr/>
            </a:pPr>
            <a:r>
              <a:rPr lang="en-US" b="1" dirty="0">
                <a:solidFill>
                  <a:schemeClr val="accent5"/>
                </a:solidFill>
              </a:rPr>
              <a:t>Total Hours Saved Annually: 483 Hours</a:t>
            </a:r>
          </a:p>
          <a:p>
            <a:pPr algn="l">
              <a:spcAft>
                <a:spcPts val="600"/>
              </a:spcAft>
            </a:pPr>
            <a:endParaRPr lang="en-US" sz="1500" b="1" dirty="0">
              <a:solidFill>
                <a:schemeClr val="tx2"/>
              </a:solidFill>
            </a:endParaRPr>
          </a:p>
        </p:txBody>
      </p:sp>
      <p:sp>
        <p:nvSpPr>
          <p:cNvPr id="11" name="TextBox 10">
            <a:extLst>
              <a:ext uri="{FF2B5EF4-FFF2-40B4-BE49-F238E27FC236}">
                <a16:creationId xmlns:a16="http://schemas.microsoft.com/office/drawing/2014/main" id="{4DF5A715-D4FC-2CAC-4FCD-C8B1B39A97D7}"/>
              </a:ext>
            </a:extLst>
          </p:cNvPr>
          <p:cNvSpPr txBox="1"/>
          <p:nvPr/>
        </p:nvSpPr>
        <p:spPr>
          <a:xfrm>
            <a:off x="6280815" y="2050615"/>
            <a:ext cx="4355616" cy="3108543"/>
          </a:xfrm>
          <a:prstGeom prst="rect">
            <a:avLst/>
          </a:prstGeom>
          <a:noFill/>
        </p:spPr>
        <p:txBody>
          <a:bodyPr wrap="square">
            <a:spAutoFit/>
          </a:bodyPr>
          <a:lstStyle/>
          <a:p>
            <a:pPr algn="ctr">
              <a:defRPr/>
            </a:pPr>
            <a:r>
              <a:rPr lang="en-US" b="1" dirty="0">
                <a:solidFill>
                  <a:srgbClr val="6A737B"/>
                </a:solidFill>
              </a:rPr>
              <a:t>Value Realized</a:t>
            </a:r>
          </a:p>
          <a:p>
            <a:pPr>
              <a:defRPr/>
            </a:pPr>
            <a:endParaRPr lang="en-US" sz="2000" dirty="0">
              <a:solidFill>
                <a:srgbClr val="6A737B"/>
              </a:solidFill>
            </a:endParaRPr>
          </a:p>
          <a:p>
            <a:pPr>
              <a:defRPr/>
            </a:pPr>
            <a:r>
              <a:rPr lang="en-US" sz="1400" b="1" dirty="0">
                <a:solidFill>
                  <a:srgbClr val="6A737B"/>
                </a:solidFill>
              </a:rPr>
              <a:t>Salary Cost Savings:</a:t>
            </a:r>
          </a:p>
          <a:p>
            <a:pPr marL="285750" indent="-285750">
              <a:buFont typeface="Wingdings" panose="05000000000000000000" pitchFamily="2" charset="2"/>
              <a:buChar char="ü"/>
              <a:defRPr/>
            </a:pPr>
            <a:r>
              <a:rPr lang="en-US" sz="1400" dirty="0">
                <a:solidFill>
                  <a:srgbClr val="6A737B"/>
                </a:solidFill>
              </a:rPr>
              <a:t>Hourly Rate for Admin: $75,000** salary / 2,080 annual work hours = $36.06/hour</a:t>
            </a:r>
          </a:p>
          <a:p>
            <a:pPr marL="285750" indent="-285750">
              <a:buFont typeface="Wingdings" panose="05000000000000000000" pitchFamily="2" charset="2"/>
              <a:buChar char="ü"/>
              <a:defRPr/>
            </a:pPr>
            <a:r>
              <a:rPr lang="en-US" sz="1400" dirty="0">
                <a:solidFill>
                  <a:srgbClr val="6A737B"/>
                </a:solidFill>
              </a:rPr>
              <a:t>Total Annual Salary Savings: 483.3 hours * $36.06/hour = $17,428</a:t>
            </a:r>
          </a:p>
          <a:p>
            <a:pPr>
              <a:defRPr/>
            </a:pPr>
            <a:endParaRPr lang="en-US" sz="1400" dirty="0">
              <a:solidFill>
                <a:srgbClr val="6A737B"/>
              </a:solidFill>
            </a:endParaRPr>
          </a:p>
          <a:p>
            <a:pPr>
              <a:defRPr/>
            </a:pPr>
            <a:r>
              <a:rPr lang="en-US" sz="1400" b="1" dirty="0">
                <a:solidFill>
                  <a:srgbClr val="6A737B"/>
                </a:solidFill>
              </a:rPr>
              <a:t>Accelerated Cash Recovery </a:t>
            </a:r>
          </a:p>
          <a:p>
            <a:pPr marL="285750" indent="-285750">
              <a:buFont typeface="Wingdings" panose="05000000000000000000" pitchFamily="2" charset="2"/>
              <a:buChar char="ü"/>
              <a:defRPr/>
            </a:pPr>
            <a:r>
              <a:rPr lang="en-US" sz="1400" dirty="0">
                <a:solidFill>
                  <a:srgbClr val="6A737B"/>
                </a:solidFill>
              </a:rPr>
              <a:t>An estimated $10,000 value obtained from accelerated cash recovery</a:t>
            </a:r>
          </a:p>
          <a:p>
            <a:pPr marL="285750" indent="-285750">
              <a:buFont typeface="Wingdings" panose="05000000000000000000" pitchFamily="2" charset="2"/>
              <a:buChar char="ü"/>
              <a:defRPr/>
            </a:pPr>
            <a:endParaRPr lang="en-US" sz="1400" dirty="0">
              <a:solidFill>
                <a:srgbClr val="6A737B"/>
              </a:solidFill>
            </a:endParaRPr>
          </a:p>
          <a:p>
            <a:pPr>
              <a:defRPr/>
            </a:pPr>
            <a:r>
              <a:rPr lang="en-US" b="1" dirty="0">
                <a:solidFill>
                  <a:schemeClr val="accent5"/>
                </a:solidFill>
              </a:rPr>
              <a:t>Total Cost Savings Annually: $27,428</a:t>
            </a:r>
          </a:p>
        </p:txBody>
      </p:sp>
      <p:sp>
        <p:nvSpPr>
          <p:cNvPr id="3" name="Rectangle: Rounded Corners 2">
            <a:extLst>
              <a:ext uri="{FF2B5EF4-FFF2-40B4-BE49-F238E27FC236}">
                <a16:creationId xmlns:a16="http://schemas.microsoft.com/office/drawing/2014/main" id="{8D65DE76-F353-7583-395E-2C38502D3D7E}"/>
              </a:ext>
            </a:extLst>
          </p:cNvPr>
          <p:cNvSpPr/>
          <p:nvPr/>
        </p:nvSpPr>
        <p:spPr>
          <a:xfrm>
            <a:off x="6280815" y="5758364"/>
            <a:ext cx="4551937" cy="481904"/>
          </a:xfrm>
          <a:prstGeom prst="roundRect">
            <a:avLst/>
          </a:prstGeom>
          <a:solidFill>
            <a:schemeClr val="bg1">
              <a:lumMod val="95000"/>
            </a:schemeClr>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defRPr/>
            </a:pPr>
            <a:r>
              <a:rPr lang="en-US" sz="700" dirty="0">
                <a:solidFill>
                  <a:schemeClr val="tx1"/>
                </a:solidFill>
              </a:rPr>
              <a:t>Disclaimer: The team conducted brief interviews with team members to gain an understanding on the timing requirements. Regular follow ups will be performed to ensure the accuracy of the calculations.</a:t>
            </a:r>
          </a:p>
          <a:p>
            <a:pPr>
              <a:defRPr/>
            </a:pPr>
            <a:r>
              <a:rPr lang="en-US" sz="700" dirty="0">
                <a:solidFill>
                  <a:schemeClr val="tx1"/>
                </a:solidFill>
              </a:rPr>
              <a:t>**$75,000 is an illustrative example of salary. This is </a:t>
            </a:r>
            <a:r>
              <a:rPr lang="en-US" sz="700" b="1" dirty="0">
                <a:solidFill>
                  <a:schemeClr val="tx1"/>
                </a:solidFill>
              </a:rPr>
              <a:t>not based </a:t>
            </a:r>
            <a:r>
              <a:rPr lang="en-US" sz="700" dirty="0">
                <a:solidFill>
                  <a:schemeClr val="tx1"/>
                </a:solidFill>
              </a:rPr>
              <a:t>on Disney compensation data.</a:t>
            </a:r>
          </a:p>
        </p:txBody>
      </p:sp>
      <p:sp>
        <p:nvSpPr>
          <p:cNvPr id="2" name="Rectangle 1">
            <a:extLst>
              <a:ext uri="{FF2B5EF4-FFF2-40B4-BE49-F238E27FC236}">
                <a16:creationId xmlns:a16="http://schemas.microsoft.com/office/drawing/2014/main" id="{0231B75B-1D5D-1A79-6ADF-F1EC3DC7764F}"/>
              </a:ext>
            </a:extLst>
          </p:cNvPr>
          <p:cNvSpPr/>
          <p:nvPr/>
        </p:nvSpPr>
        <p:spPr>
          <a:xfrm>
            <a:off x="0" y="907447"/>
            <a:ext cx="12192000" cy="97722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4" name="TextBox 3">
            <a:extLst>
              <a:ext uri="{FF2B5EF4-FFF2-40B4-BE49-F238E27FC236}">
                <a16:creationId xmlns:a16="http://schemas.microsoft.com/office/drawing/2014/main" id="{3C040470-C595-77D1-8E37-8F63FF6FCBC1}"/>
              </a:ext>
            </a:extLst>
          </p:cNvPr>
          <p:cNvSpPr txBox="1"/>
          <p:nvPr/>
        </p:nvSpPr>
        <p:spPr>
          <a:xfrm>
            <a:off x="163443" y="809099"/>
            <a:ext cx="11653079" cy="977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oAutofit/>
          </a:bodyPr>
          <a:lstStyle/>
          <a:p>
            <a:pPr lvl="0" hangingPunct="0">
              <a:spcBef>
                <a:spcPts val="1100"/>
              </a:spcBef>
              <a:buSzPct val="100000"/>
              <a:defRPr/>
            </a:pPr>
            <a:r>
              <a:rPr lang="en-US" sz="1600" b="1" kern="0" dirty="0">
                <a:solidFill>
                  <a:schemeClr val="bg1"/>
                </a:solidFill>
                <a:ea typeface="Univers for KPMG"/>
                <a:cs typeface="Univers for KPMG"/>
                <a:sym typeface="Univers for KPMG"/>
              </a:rPr>
              <a:t>Before Copilot: </a:t>
            </a:r>
            <a:r>
              <a:rPr lang="en-US" sz="1600" kern="0" dirty="0">
                <a:solidFill>
                  <a:schemeClr val="bg1"/>
                </a:solidFill>
                <a:ea typeface="Univers for KPMG"/>
                <a:cs typeface="Univers for KPMG"/>
                <a:sym typeface="Univers for KPMG"/>
              </a:rPr>
              <a:t>It takes a team of 4 admins (2 per function) 30 minutes per refund to manually scan, save, enter data in Workfront, and triage each of the 1,000+ refunds received annually.</a:t>
            </a:r>
          </a:p>
          <a:p>
            <a:pPr lvl="0" hangingPunct="0">
              <a:spcBef>
                <a:spcPts val="1100"/>
              </a:spcBef>
              <a:buSzPct val="100000"/>
              <a:defRPr/>
            </a:pPr>
            <a:r>
              <a:rPr lang="en-US" sz="1600" b="1" kern="0" dirty="0">
                <a:solidFill>
                  <a:schemeClr val="bg1"/>
                </a:solidFill>
                <a:ea typeface="Univers for KPMG"/>
                <a:cs typeface="Univers for KPMG"/>
                <a:sym typeface="Univers for KPMG"/>
              </a:rPr>
              <a:t>After Copilot: </a:t>
            </a:r>
            <a:r>
              <a:rPr lang="en-US" sz="1600" kern="0" dirty="0">
                <a:solidFill>
                  <a:schemeClr val="bg1"/>
                </a:solidFill>
                <a:ea typeface="Univers for KPMG"/>
                <a:cs typeface="Univers for KPMG"/>
                <a:sym typeface="Univers for KPMG"/>
              </a:rPr>
              <a:t>The same process now takes &lt;1 minute per notice as the agent does the entire intake and data entry workflow.</a:t>
            </a:r>
          </a:p>
        </p:txBody>
      </p:sp>
    </p:spTree>
    <p:extLst>
      <p:ext uri="{BB962C8B-B14F-4D97-AF65-F5344CB8AC3E}">
        <p14:creationId xmlns:p14="http://schemas.microsoft.com/office/powerpoint/2010/main" val="570883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1276E-8AB9-6108-13C6-1B4296D2781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0B3DC56-D34C-844C-8424-DC349034001C}"/>
              </a:ext>
            </a:extLst>
          </p:cNvPr>
          <p:cNvSpPr>
            <a:spLocks noGrp="1"/>
          </p:cNvSpPr>
          <p:nvPr>
            <p:ph type="title"/>
          </p:nvPr>
        </p:nvSpPr>
        <p:spPr/>
        <p:txBody>
          <a:bodyPr wrap="square"/>
          <a:lstStyle/>
          <a:p>
            <a:r>
              <a:rPr lang="en-GB" dirty="0"/>
              <a:t>Commercial Domicile Agent - Time Saved</a:t>
            </a:r>
          </a:p>
        </p:txBody>
      </p:sp>
      <p:sp>
        <p:nvSpPr>
          <p:cNvPr id="43" name="TextBox 42">
            <a:extLst>
              <a:ext uri="{FF2B5EF4-FFF2-40B4-BE49-F238E27FC236}">
                <a16:creationId xmlns:a16="http://schemas.microsoft.com/office/drawing/2014/main" id="{446E4AC1-8BC1-709A-C539-7B41E7F56C7D}"/>
              </a:ext>
            </a:extLst>
          </p:cNvPr>
          <p:cNvSpPr txBox="1"/>
          <p:nvPr/>
        </p:nvSpPr>
        <p:spPr>
          <a:xfrm>
            <a:off x="890075" y="900440"/>
            <a:ext cx="9705797" cy="977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oAutofit/>
          </a:bodyPr>
          <a:lstStyle/>
          <a:p>
            <a:pPr marL="0" marR="0" lvl="0" indent="0" algn="l" defTabSz="914400" rtl="0" eaLnBrk="1" fontAlgn="auto" latinLnBrk="0" hangingPunct="0">
              <a:lnSpc>
                <a:spcPct val="100000"/>
              </a:lnSpc>
              <a:spcBef>
                <a:spcPts val="1100"/>
              </a:spcBef>
              <a:spcAft>
                <a:spcPts val="0"/>
              </a:spcAft>
              <a:buClrTx/>
              <a:buSzPct val="100000"/>
              <a:buFontTx/>
              <a:buNone/>
              <a:tabLst/>
              <a:defRPr/>
            </a:pPr>
            <a:r>
              <a:rPr kumimoji="0" lang="en-US" sz="1600" b="1" i="0" u="none" strike="noStrike" kern="0" cap="none" spc="0" normalizeH="0" baseline="0" noProof="0" dirty="0">
                <a:ln>
                  <a:noFill/>
                </a:ln>
                <a:solidFill>
                  <a:schemeClr val="bg1"/>
                </a:solidFill>
                <a:effectLst/>
                <a:uLnTx/>
                <a:uFillTx/>
                <a:ea typeface="Univers for KPMG"/>
                <a:cs typeface="Univers for KPMG"/>
                <a:sym typeface="Univers for KPMG"/>
              </a:rPr>
              <a:t>Before Copilot: </a:t>
            </a:r>
            <a:r>
              <a:rPr kumimoji="0" lang="en-US" sz="1600" b="0" i="0" u="none" strike="noStrike" kern="0" cap="none" spc="0" normalizeH="0" baseline="0" noProof="0" dirty="0">
                <a:ln>
                  <a:noFill/>
                </a:ln>
                <a:solidFill>
                  <a:schemeClr val="bg1"/>
                </a:solidFill>
                <a:effectLst/>
                <a:uLnTx/>
                <a:uFillTx/>
                <a:ea typeface="Univers for KPMG"/>
                <a:cs typeface="Univers for KPMG"/>
                <a:sym typeface="Univers for KPMG"/>
              </a:rPr>
              <a:t>It takes a manager and three of her team members </a:t>
            </a:r>
            <a:r>
              <a:rPr kumimoji="0" lang="en-US" sz="1600" b="1" i="0" u="none" strike="noStrike" kern="0" cap="none" spc="0" normalizeH="0" baseline="0" noProof="0" dirty="0">
                <a:ln>
                  <a:noFill/>
                </a:ln>
                <a:solidFill>
                  <a:schemeClr val="bg1"/>
                </a:solidFill>
                <a:effectLst/>
                <a:uLnTx/>
                <a:uFillTx/>
                <a:ea typeface="Univers for KPMG"/>
                <a:cs typeface="Univers for KPMG"/>
                <a:sym typeface="Univers for KPMG"/>
              </a:rPr>
              <a:t>20 hours per week</a:t>
            </a:r>
            <a:r>
              <a:rPr lang="en-US" sz="1600" b="1" kern="0" dirty="0">
                <a:solidFill>
                  <a:schemeClr val="bg1"/>
                </a:solidFill>
                <a:ea typeface="Univers for KPMG"/>
                <a:cs typeface="Univers for KPMG"/>
                <a:sym typeface="Univers for KPMG"/>
              </a:rPr>
              <a:t> per cycle</a:t>
            </a:r>
            <a:r>
              <a:rPr kumimoji="0" lang="en-US" sz="1600" b="1" i="0" u="none" strike="noStrike" kern="0" cap="none" spc="0" normalizeH="0" baseline="0" noProof="0" dirty="0">
                <a:ln>
                  <a:noFill/>
                </a:ln>
                <a:solidFill>
                  <a:schemeClr val="bg1"/>
                </a:solidFill>
                <a:effectLst/>
                <a:uLnTx/>
                <a:uFillTx/>
                <a:ea typeface="Univers for KPMG"/>
                <a:cs typeface="Univers for KPMG"/>
                <a:sym typeface="Univers for KPMG"/>
              </a:rPr>
              <a:t> </a:t>
            </a:r>
            <a:r>
              <a:rPr kumimoji="0" lang="en-US" sz="1600" b="0" i="0" u="none" strike="noStrike" kern="0" cap="none" spc="0" normalizeH="0" baseline="0" noProof="0" dirty="0">
                <a:ln>
                  <a:noFill/>
                </a:ln>
                <a:solidFill>
                  <a:schemeClr val="bg1"/>
                </a:solidFill>
                <a:effectLst/>
                <a:uLnTx/>
                <a:uFillTx/>
                <a:ea typeface="Univers for KPMG"/>
                <a:cs typeface="Univers for KPMG"/>
                <a:sym typeface="Univers for KPMG"/>
              </a:rPr>
              <a:t>to conduct research as part of the commercial domicile exercise over the course of a month</a:t>
            </a:r>
            <a:r>
              <a:rPr lang="en-US" sz="1600" kern="0" dirty="0">
                <a:solidFill>
                  <a:schemeClr val="bg1"/>
                </a:solidFill>
                <a:ea typeface="Univers for KPMG"/>
                <a:cs typeface="Univers for KPMG"/>
                <a:sym typeface="Univers for KPMG"/>
              </a:rPr>
              <a:t>.</a:t>
            </a:r>
            <a:endParaRPr kumimoji="0" lang="en-US" sz="1600" b="0" i="0" u="none" strike="noStrike" kern="0" cap="none" spc="0" normalizeH="0" baseline="0" noProof="0" dirty="0">
              <a:ln>
                <a:noFill/>
              </a:ln>
              <a:solidFill>
                <a:schemeClr val="bg1"/>
              </a:solidFill>
              <a:effectLst/>
              <a:uLnTx/>
              <a:uFillTx/>
              <a:ea typeface="Univers for KPMG"/>
              <a:cs typeface="Univers for KPMG"/>
              <a:sym typeface="Univers for KPMG"/>
            </a:endParaRPr>
          </a:p>
          <a:p>
            <a:pPr marL="0" marR="0" lvl="0" indent="0" algn="l" defTabSz="914400" rtl="0" eaLnBrk="1" fontAlgn="auto" latinLnBrk="0" hangingPunct="0">
              <a:lnSpc>
                <a:spcPct val="100000"/>
              </a:lnSpc>
              <a:spcBef>
                <a:spcPts val="1100"/>
              </a:spcBef>
              <a:spcAft>
                <a:spcPts val="0"/>
              </a:spcAft>
              <a:buClrTx/>
              <a:buSzPct val="100000"/>
              <a:buFontTx/>
              <a:buNone/>
              <a:tabLst/>
              <a:defRPr/>
            </a:pPr>
            <a:r>
              <a:rPr kumimoji="0" lang="en-US" sz="1600" b="1" i="0" u="none" strike="noStrike" kern="0" cap="none" spc="0" normalizeH="0" baseline="0" noProof="0" dirty="0">
                <a:ln>
                  <a:noFill/>
                </a:ln>
                <a:solidFill>
                  <a:schemeClr val="bg1"/>
                </a:solidFill>
                <a:effectLst/>
                <a:uLnTx/>
                <a:uFillTx/>
                <a:ea typeface="+mn-ea"/>
                <a:cs typeface="+mn-cs"/>
                <a:sym typeface="Univers for KPMG"/>
              </a:rPr>
              <a:t>After</a:t>
            </a:r>
            <a:r>
              <a:rPr kumimoji="0" lang="en-US" sz="1600" b="1" i="0" u="none" strike="noStrike" kern="0" cap="none" spc="0" normalizeH="0" baseline="0" noProof="0" dirty="0">
                <a:ln>
                  <a:noFill/>
                </a:ln>
                <a:solidFill>
                  <a:schemeClr val="bg1"/>
                </a:solidFill>
                <a:effectLst/>
                <a:uLnTx/>
                <a:uFillTx/>
                <a:ea typeface="Univers for KPMG"/>
                <a:cs typeface="Univers for KPMG"/>
                <a:sym typeface="Univers for KPMG"/>
              </a:rPr>
              <a:t> Copilot: </a:t>
            </a:r>
            <a:r>
              <a:rPr kumimoji="0" lang="en-US" sz="1600" b="0" i="0" u="none" strike="noStrike" kern="0" cap="none" spc="0" normalizeH="0" baseline="0" noProof="0" dirty="0">
                <a:ln>
                  <a:noFill/>
                </a:ln>
                <a:solidFill>
                  <a:schemeClr val="bg1"/>
                </a:solidFill>
                <a:effectLst/>
                <a:uLnTx/>
                <a:uFillTx/>
                <a:ea typeface="Univers for KPMG"/>
                <a:cs typeface="Univers for KPMG"/>
                <a:sym typeface="Univers for KPMG"/>
              </a:rPr>
              <a:t>The </a:t>
            </a:r>
            <a:r>
              <a:rPr kumimoji="0" lang="en-US" sz="1600" b="0" i="1" u="none" strike="noStrike" kern="0" cap="none" spc="0" normalizeH="0" baseline="0" noProof="0" dirty="0">
                <a:ln>
                  <a:noFill/>
                </a:ln>
                <a:solidFill>
                  <a:schemeClr val="bg1"/>
                </a:solidFill>
                <a:effectLst/>
                <a:uLnTx/>
                <a:uFillTx/>
                <a:ea typeface="Univers for KPMG"/>
                <a:cs typeface="Univers for KPMG"/>
                <a:sym typeface="Univers for KPMG"/>
              </a:rPr>
              <a:t>same </a:t>
            </a:r>
            <a:r>
              <a:rPr lang="en-US" sz="1600" i="1" kern="0" dirty="0">
                <a:solidFill>
                  <a:schemeClr val="bg1"/>
                </a:solidFill>
                <a:ea typeface="Univers for KPMG"/>
                <a:cs typeface="Univers for KPMG"/>
                <a:sym typeface="Univers for KPMG"/>
              </a:rPr>
              <a:t>team </a:t>
            </a:r>
            <a:r>
              <a:rPr kumimoji="0" lang="en-US" sz="1600" b="0" i="0" u="none" strike="noStrike" kern="0" cap="none" spc="0" normalizeH="0" baseline="0" noProof="0" dirty="0">
                <a:ln>
                  <a:noFill/>
                </a:ln>
                <a:solidFill>
                  <a:schemeClr val="bg1"/>
                </a:solidFill>
                <a:effectLst/>
                <a:uLnTx/>
                <a:uFillTx/>
                <a:ea typeface="Univers for KPMG"/>
                <a:cs typeface="Univers for KPMG"/>
                <a:sym typeface="Univers for KPMG"/>
              </a:rPr>
              <a:t>takes</a:t>
            </a:r>
            <a:r>
              <a:rPr kumimoji="0" lang="en-US" sz="1600" b="1" i="0" u="none" strike="noStrike" kern="0" cap="none" spc="0" normalizeH="0" baseline="0" noProof="0" dirty="0">
                <a:ln>
                  <a:noFill/>
                </a:ln>
                <a:solidFill>
                  <a:schemeClr val="bg1"/>
                </a:solidFill>
                <a:effectLst/>
                <a:uLnTx/>
                <a:uFillTx/>
                <a:ea typeface="Univers for KPMG"/>
                <a:cs typeface="Univers for KPMG"/>
                <a:sym typeface="Univers for KPMG"/>
              </a:rPr>
              <a:t> </a:t>
            </a:r>
            <a:r>
              <a:rPr lang="en-US" sz="1600" b="1" kern="0" dirty="0">
                <a:solidFill>
                  <a:schemeClr val="bg1"/>
                </a:solidFill>
                <a:ea typeface="Univers for KPMG"/>
                <a:cs typeface="Univers for KPMG"/>
                <a:sym typeface="Univers for KPMG"/>
              </a:rPr>
              <a:t>1</a:t>
            </a:r>
            <a:r>
              <a:rPr kumimoji="0" lang="en-US" sz="1600" b="1" i="0" u="none" strike="noStrike" kern="0" cap="none" spc="0" normalizeH="0" baseline="0" noProof="0" dirty="0">
                <a:ln>
                  <a:noFill/>
                </a:ln>
                <a:solidFill>
                  <a:schemeClr val="bg1"/>
                </a:solidFill>
                <a:effectLst/>
                <a:uLnTx/>
                <a:uFillTx/>
                <a:ea typeface="Univers for KPMG"/>
                <a:cs typeface="Univers for KPMG"/>
                <a:sym typeface="Univers for KPMG"/>
              </a:rPr>
              <a:t> hour per week total </a:t>
            </a:r>
            <a:r>
              <a:rPr kumimoji="0" lang="en-US" sz="1600" b="0" i="0" u="none" strike="noStrike" kern="0" cap="none" spc="0" normalizeH="0" baseline="0" noProof="0" dirty="0">
                <a:ln>
                  <a:noFill/>
                </a:ln>
                <a:solidFill>
                  <a:schemeClr val="bg1"/>
                </a:solidFill>
                <a:effectLst/>
                <a:uLnTx/>
                <a:uFillTx/>
                <a:ea typeface="Univers for KPMG"/>
                <a:cs typeface="Univers for KPMG"/>
                <a:sym typeface="Univers for KPMG"/>
              </a:rPr>
              <a:t>to complete the commercial domicile exercise</a:t>
            </a:r>
          </a:p>
        </p:txBody>
      </p:sp>
      <p:sp>
        <p:nvSpPr>
          <p:cNvPr id="72" name="Rectangle: Rounded Corners 71">
            <a:extLst>
              <a:ext uri="{FF2B5EF4-FFF2-40B4-BE49-F238E27FC236}">
                <a16:creationId xmlns:a16="http://schemas.microsoft.com/office/drawing/2014/main" id="{EB0C5BDD-8C41-B51B-56D3-28FCD4778305}"/>
              </a:ext>
            </a:extLst>
          </p:cNvPr>
          <p:cNvSpPr/>
          <p:nvPr/>
        </p:nvSpPr>
        <p:spPr>
          <a:xfrm>
            <a:off x="565392" y="1939020"/>
            <a:ext cx="4893087" cy="3653397"/>
          </a:xfrm>
          <a:prstGeom prst="roundRect">
            <a:avLst/>
          </a:prstGeom>
          <a:solidFill>
            <a:schemeClr val="bg1">
              <a:lumMod val="95000"/>
            </a:schemeClr>
          </a:solid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defRPr/>
            </a:pPr>
            <a:endParaRPr lang="en-US" sz="1600" b="1" dirty="0">
              <a:solidFill>
                <a:schemeClr val="accent5"/>
              </a:solidFill>
            </a:endParaRPr>
          </a:p>
        </p:txBody>
      </p:sp>
      <p:sp>
        <p:nvSpPr>
          <p:cNvPr id="6" name="Rectangle: Rounded Corners 5">
            <a:extLst>
              <a:ext uri="{FF2B5EF4-FFF2-40B4-BE49-F238E27FC236}">
                <a16:creationId xmlns:a16="http://schemas.microsoft.com/office/drawing/2014/main" id="{8F0B81F0-A077-CA6E-9F36-F92C9DBE9F59}"/>
              </a:ext>
            </a:extLst>
          </p:cNvPr>
          <p:cNvSpPr/>
          <p:nvPr/>
        </p:nvSpPr>
        <p:spPr>
          <a:xfrm>
            <a:off x="6096000" y="1939020"/>
            <a:ext cx="4893087" cy="3653397"/>
          </a:xfrm>
          <a:prstGeom prst="roundRect">
            <a:avLst/>
          </a:prstGeom>
          <a:solidFill>
            <a:schemeClr val="bg1">
              <a:lumMod val="95000"/>
            </a:schemeClr>
          </a:solid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defRPr/>
            </a:pPr>
            <a:endParaRPr lang="en-US" sz="1600" b="1" dirty="0">
              <a:solidFill>
                <a:schemeClr val="accent5"/>
              </a:solidFill>
            </a:endParaRPr>
          </a:p>
        </p:txBody>
      </p:sp>
      <p:sp>
        <p:nvSpPr>
          <p:cNvPr id="9" name="TextBox 8">
            <a:extLst>
              <a:ext uri="{FF2B5EF4-FFF2-40B4-BE49-F238E27FC236}">
                <a16:creationId xmlns:a16="http://schemas.microsoft.com/office/drawing/2014/main" id="{2877B789-484B-E942-7BB5-34D38F78F477}"/>
              </a:ext>
            </a:extLst>
          </p:cNvPr>
          <p:cNvSpPr txBox="1"/>
          <p:nvPr/>
        </p:nvSpPr>
        <p:spPr>
          <a:xfrm>
            <a:off x="816680" y="2022932"/>
            <a:ext cx="4544078" cy="2118476"/>
          </a:xfrm>
          <a:prstGeom prst="rect">
            <a:avLst/>
          </a:prstGeom>
        </p:spPr>
        <p:txBody>
          <a:bodyPr vert="horz" wrap="square" lIns="0" tIns="0" rIns="0" bIns="0" rtlCol="0" anchor="t" anchorCtr="0">
            <a:noAutofit/>
          </a:bodyPr>
          <a:lstStyle/>
          <a:p>
            <a:pPr algn="ctr">
              <a:defRPr/>
            </a:pPr>
            <a:r>
              <a:rPr lang="en-US" b="1" dirty="0">
                <a:solidFill>
                  <a:srgbClr val="6A737B"/>
                </a:solidFill>
              </a:rPr>
              <a:t>Annual Hours Analysis</a:t>
            </a:r>
          </a:p>
          <a:p>
            <a:pPr algn="ctr">
              <a:defRPr/>
            </a:pPr>
            <a:endParaRPr lang="en-US" b="1" dirty="0">
              <a:solidFill>
                <a:srgbClr val="6A737B"/>
              </a:solidFill>
            </a:endParaRPr>
          </a:p>
          <a:p>
            <a:pPr>
              <a:defRPr/>
            </a:pPr>
            <a:r>
              <a:rPr lang="en-US" sz="1400" b="1" dirty="0">
                <a:solidFill>
                  <a:srgbClr val="6A737B"/>
                </a:solidFill>
              </a:rPr>
              <a:t>Manual Hours (Before): </a:t>
            </a:r>
          </a:p>
          <a:p>
            <a:pPr marL="285750" indent="-285750">
              <a:buFont typeface="Wingdings" panose="05000000000000000000" pitchFamily="2" charset="2"/>
              <a:buChar char="ü"/>
              <a:defRPr/>
            </a:pPr>
            <a:r>
              <a:rPr lang="en-US" sz="1400" dirty="0">
                <a:solidFill>
                  <a:srgbClr val="6A737B"/>
                </a:solidFill>
              </a:rPr>
              <a:t>Manager: (20 </a:t>
            </a:r>
            <a:r>
              <a:rPr lang="en-US" sz="1400" dirty="0" err="1">
                <a:solidFill>
                  <a:srgbClr val="6A737B"/>
                </a:solidFill>
              </a:rPr>
              <a:t>hrs</a:t>
            </a:r>
            <a:r>
              <a:rPr lang="en-US" sz="1400" dirty="0">
                <a:solidFill>
                  <a:srgbClr val="6A737B"/>
                </a:solidFill>
              </a:rPr>
              <a:t>/</a:t>
            </a:r>
            <a:r>
              <a:rPr lang="en-US" sz="1400" dirty="0" err="1">
                <a:solidFill>
                  <a:srgbClr val="6A737B"/>
                </a:solidFill>
              </a:rPr>
              <a:t>wk</a:t>
            </a:r>
            <a:r>
              <a:rPr lang="en-US" sz="1400" dirty="0">
                <a:solidFill>
                  <a:srgbClr val="6A737B"/>
                </a:solidFill>
              </a:rPr>
              <a:t> x 4 </a:t>
            </a:r>
            <a:r>
              <a:rPr lang="en-US" sz="1400" dirty="0" err="1">
                <a:solidFill>
                  <a:srgbClr val="6A737B"/>
                </a:solidFill>
              </a:rPr>
              <a:t>wks</a:t>
            </a:r>
            <a:r>
              <a:rPr lang="en-US" sz="1400" dirty="0">
                <a:solidFill>
                  <a:srgbClr val="6A737B"/>
                </a:solidFill>
              </a:rPr>
              <a:t>/cycle x 2 cycles) = 160 Hours</a:t>
            </a:r>
          </a:p>
          <a:p>
            <a:pPr marL="285750" indent="-285750">
              <a:buFont typeface="Wingdings" panose="05000000000000000000" pitchFamily="2" charset="2"/>
              <a:buChar char="ü"/>
              <a:defRPr/>
            </a:pPr>
            <a:r>
              <a:rPr lang="en-US" sz="1400" dirty="0">
                <a:solidFill>
                  <a:srgbClr val="6A737B"/>
                </a:solidFill>
              </a:rPr>
              <a:t>Team: (3 people x 20 </a:t>
            </a:r>
            <a:r>
              <a:rPr lang="en-US" sz="1400" dirty="0" err="1">
                <a:solidFill>
                  <a:srgbClr val="6A737B"/>
                </a:solidFill>
              </a:rPr>
              <a:t>hrs</a:t>
            </a:r>
            <a:r>
              <a:rPr lang="en-US" sz="1400" dirty="0">
                <a:solidFill>
                  <a:srgbClr val="6A737B"/>
                </a:solidFill>
              </a:rPr>
              <a:t>/</a:t>
            </a:r>
            <a:r>
              <a:rPr lang="en-US" sz="1400" dirty="0" err="1">
                <a:solidFill>
                  <a:srgbClr val="6A737B"/>
                </a:solidFill>
              </a:rPr>
              <a:t>wk</a:t>
            </a:r>
            <a:r>
              <a:rPr lang="en-US" sz="1400" dirty="0">
                <a:solidFill>
                  <a:srgbClr val="6A737B"/>
                </a:solidFill>
              </a:rPr>
              <a:t> x 4 </a:t>
            </a:r>
            <a:r>
              <a:rPr lang="en-US" sz="1400" dirty="0" err="1">
                <a:solidFill>
                  <a:srgbClr val="6A737B"/>
                </a:solidFill>
              </a:rPr>
              <a:t>wks</a:t>
            </a:r>
            <a:r>
              <a:rPr lang="en-US" sz="1400" dirty="0">
                <a:solidFill>
                  <a:srgbClr val="6A737B"/>
                </a:solidFill>
              </a:rPr>
              <a:t>/cycle x 2 cycles) = 960 Hours</a:t>
            </a:r>
          </a:p>
          <a:p>
            <a:pPr marL="285750" indent="-285750">
              <a:buFont typeface="Wingdings" panose="05000000000000000000" pitchFamily="2" charset="2"/>
              <a:buChar char="ü"/>
              <a:defRPr/>
            </a:pPr>
            <a:r>
              <a:rPr lang="en-US" sz="1400" dirty="0">
                <a:solidFill>
                  <a:srgbClr val="6A737B"/>
                </a:solidFill>
              </a:rPr>
              <a:t>Total "Before" Hours = 1,120 Annual Hours</a:t>
            </a:r>
          </a:p>
          <a:p>
            <a:pPr>
              <a:defRPr/>
            </a:pPr>
            <a:endParaRPr lang="en-US" sz="1400" dirty="0">
              <a:solidFill>
                <a:srgbClr val="6A737B"/>
              </a:solidFill>
            </a:endParaRPr>
          </a:p>
          <a:p>
            <a:pPr>
              <a:defRPr/>
            </a:pPr>
            <a:r>
              <a:rPr lang="en-US" sz="1400" b="1" dirty="0">
                <a:solidFill>
                  <a:srgbClr val="6A737B"/>
                </a:solidFill>
              </a:rPr>
              <a:t>Agentic Hours (After):</a:t>
            </a:r>
          </a:p>
          <a:p>
            <a:pPr marL="285750" indent="-285750">
              <a:buFont typeface="Wingdings" panose="05000000000000000000" pitchFamily="2" charset="2"/>
              <a:buChar char="ü"/>
              <a:defRPr/>
            </a:pPr>
            <a:r>
              <a:rPr lang="en-US" sz="1400" dirty="0">
                <a:solidFill>
                  <a:srgbClr val="6A737B"/>
                </a:solidFill>
              </a:rPr>
              <a:t>Total "After" Hours = 8 Annual Hours (for setup &amp; final review)</a:t>
            </a:r>
          </a:p>
          <a:p>
            <a:pPr>
              <a:defRPr/>
            </a:pPr>
            <a:endParaRPr lang="en-US" sz="1600" dirty="0">
              <a:solidFill>
                <a:srgbClr val="6A737B"/>
              </a:solidFill>
            </a:endParaRPr>
          </a:p>
          <a:p>
            <a:pPr>
              <a:defRPr/>
            </a:pPr>
            <a:r>
              <a:rPr lang="en-US" b="1" dirty="0">
                <a:solidFill>
                  <a:schemeClr val="accent5"/>
                </a:solidFill>
              </a:rPr>
              <a:t>Total Hours Saved Annually: 1,112 Hours</a:t>
            </a:r>
          </a:p>
          <a:p>
            <a:pPr algn="l">
              <a:spcAft>
                <a:spcPts val="600"/>
              </a:spcAft>
            </a:pPr>
            <a:endParaRPr lang="en-US" sz="1500" b="1" dirty="0">
              <a:solidFill>
                <a:schemeClr val="tx2"/>
              </a:solidFill>
            </a:endParaRPr>
          </a:p>
        </p:txBody>
      </p:sp>
      <p:sp>
        <p:nvSpPr>
          <p:cNvPr id="11" name="TextBox 10">
            <a:extLst>
              <a:ext uri="{FF2B5EF4-FFF2-40B4-BE49-F238E27FC236}">
                <a16:creationId xmlns:a16="http://schemas.microsoft.com/office/drawing/2014/main" id="{A7E35E4B-C435-D4DF-5B0F-51CDF4880907}"/>
              </a:ext>
            </a:extLst>
          </p:cNvPr>
          <p:cNvSpPr txBox="1"/>
          <p:nvPr/>
        </p:nvSpPr>
        <p:spPr>
          <a:xfrm>
            <a:off x="6280815" y="2037368"/>
            <a:ext cx="4355616" cy="3323987"/>
          </a:xfrm>
          <a:prstGeom prst="rect">
            <a:avLst/>
          </a:prstGeom>
          <a:noFill/>
        </p:spPr>
        <p:txBody>
          <a:bodyPr wrap="square">
            <a:spAutoFit/>
          </a:bodyPr>
          <a:lstStyle/>
          <a:p>
            <a:pPr algn="ctr">
              <a:defRPr/>
            </a:pPr>
            <a:r>
              <a:rPr lang="en-US" b="1" dirty="0">
                <a:solidFill>
                  <a:srgbClr val="6A737B"/>
                </a:solidFill>
              </a:rPr>
              <a:t>Value Realized</a:t>
            </a:r>
          </a:p>
          <a:p>
            <a:pPr>
              <a:defRPr/>
            </a:pPr>
            <a:endParaRPr lang="en-US" sz="2000" dirty="0">
              <a:solidFill>
                <a:srgbClr val="6A737B"/>
              </a:solidFill>
            </a:endParaRPr>
          </a:p>
          <a:p>
            <a:pPr>
              <a:defRPr/>
            </a:pPr>
            <a:r>
              <a:rPr lang="en-US" sz="1400" b="1" dirty="0">
                <a:solidFill>
                  <a:srgbClr val="6A737B"/>
                </a:solidFill>
              </a:rPr>
              <a:t>Manual Cost (Before):</a:t>
            </a:r>
          </a:p>
          <a:p>
            <a:pPr marL="285750" indent="-285750">
              <a:buFont typeface="Wingdings" panose="05000000000000000000" pitchFamily="2" charset="2"/>
              <a:buChar char="ü"/>
              <a:defRPr/>
            </a:pPr>
            <a:r>
              <a:rPr lang="en-US" sz="1400" dirty="0">
                <a:solidFill>
                  <a:srgbClr val="6A737B"/>
                </a:solidFill>
              </a:rPr>
              <a:t>Hourly Rate for Manager: $150,000** salary / 2,080 annual work hours = $72.12/hour</a:t>
            </a:r>
          </a:p>
          <a:p>
            <a:pPr marL="285750" indent="-285750">
              <a:buFont typeface="Wingdings" panose="05000000000000000000" pitchFamily="2" charset="2"/>
              <a:buChar char="ü"/>
              <a:defRPr/>
            </a:pPr>
            <a:r>
              <a:rPr lang="en-US" sz="1400" dirty="0">
                <a:solidFill>
                  <a:srgbClr val="6A737B"/>
                </a:solidFill>
              </a:rPr>
              <a:t>Manager: 160 </a:t>
            </a:r>
            <a:r>
              <a:rPr lang="en-US" sz="1400" dirty="0" err="1">
                <a:solidFill>
                  <a:srgbClr val="6A737B"/>
                </a:solidFill>
              </a:rPr>
              <a:t>hrs</a:t>
            </a:r>
            <a:r>
              <a:rPr lang="en-US" sz="1400" dirty="0">
                <a:solidFill>
                  <a:srgbClr val="6A737B"/>
                </a:solidFill>
              </a:rPr>
              <a:t> x $72.12/</a:t>
            </a:r>
            <a:r>
              <a:rPr lang="en-US" sz="1400" dirty="0" err="1">
                <a:solidFill>
                  <a:srgbClr val="6A737B"/>
                </a:solidFill>
              </a:rPr>
              <a:t>hr</a:t>
            </a:r>
            <a:r>
              <a:rPr lang="en-US" sz="1400" dirty="0">
                <a:solidFill>
                  <a:srgbClr val="6A737B"/>
                </a:solidFill>
              </a:rPr>
              <a:t>** = $11,539</a:t>
            </a:r>
          </a:p>
          <a:p>
            <a:pPr marL="285750" indent="-285750">
              <a:buFont typeface="Wingdings" panose="05000000000000000000" pitchFamily="2" charset="2"/>
              <a:buChar char="ü"/>
              <a:defRPr/>
            </a:pPr>
            <a:r>
              <a:rPr lang="en-US" sz="1400" dirty="0">
                <a:solidFill>
                  <a:srgbClr val="6A737B"/>
                </a:solidFill>
              </a:rPr>
              <a:t>Hourly Rate for Team Member: $100,000* salary / 2,080 annual work hours = $48.08/hour</a:t>
            </a:r>
          </a:p>
          <a:p>
            <a:pPr marL="285750" indent="-285750">
              <a:buFont typeface="Wingdings" panose="05000000000000000000" pitchFamily="2" charset="2"/>
              <a:buChar char="ü"/>
              <a:defRPr/>
            </a:pPr>
            <a:r>
              <a:rPr lang="en-US" sz="1400" dirty="0">
                <a:solidFill>
                  <a:srgbClr val="6A737B"/>
                </a:solidFill>
              </a:rPr>
              <a:t>Team: 960 </a:t>
            </a:r>
            <a:r>
              <a:rPr lang="en-US" sz="1400" dirty="0" err="1">
                <a:solidFill>
                  <a:srgbClr val="6A737B"/>
                </a:solidFill>
              </a:rPr>
              <a:t>hrs</a:t>
            </a:r>
            <a:r>
              <a:rPr lang="en-US" sz="1400" dirty="0">
                <a:solidFill>
                  <a:srgbClr val="6A737B"/>
                </a:solidFill>
              </a:rPr>
              <a:t> x $48.08/</a:t>
            </a:r>
            <a:r>
              <a:rPr lang="en-US" sz="1400" dirty="0" err="1">
                <a:solidFill>
                  <a:srgbClr val="6A737B"/>
                </a:solidFill>
              </a:rPr>
              <a:t>hr</a:t>
            </a:r>
            <a:r>
              <a:rPr lang="en-US" sz="1400" dirty="0">
                <a:solidFill>
                  <a:srgbClr val="6A737B"/>
                </a:solidFill>
              </a:rPr>
              <a:t>* = $46,157</a:t>
            </a:r>
          </a:p>
          <a:p>
            <a:pPr marL="285750" indent="-285750">
              <a:buFont typeface="Wingdings" panose="05000000000000000000" pitchFamily="2" charset="2"/>
              <a:buChar char="ü"/>
              <a:defRPr/>
            </a:pPr>
            <a:r>
              <a:rPr lang="en-US" sz="1400" dirty="0">
                <a:solidFill>
                  <a:srgbClr val="6A737B"/>
                </a:solidFill>
              </a:rPr>
              <a:t>Total "Before" Cost = $57,696</a:t>
            </a:r>
          </a:p>
          <a:p>
            <a:pPr>
              <a:defRPr/>
            </a:pPr>
            <a:r>
              <a:rPr lang="en-US" sz="1400" b="1" dirty="0">
                <a:solidFill>
                  <a:srgbClr val="6A737B"/>
                </a:solidFill>
              </a:rPr>
              <a:t>Agentic Cost (After):</a:t>
            </a:r>
          </a:p>
          <a:p>
            <a:pPr marL="285750" indent="-285750">
              <a:buFont typeface="Wingdings" panose="05000000000000000000" pitchFamily="2" charset="2"/>
              <a:buChar char="ü"/>
              <a:defRPr/>
            </a:pPr>
            <a:r>
              <a:rPr lang="en-US" sz="1400" dirty="0">
                <a:solidFill>
                  <a:srgbClr val="6A737B"/>
                </a:solidFill>
              </a:rPr>
              <a:t>$432 (blended rate) x 8 hours = $3,456</a:t>
            </a:r>
          </a:p>
          <a:p>
            <a:pPr>
              <a:defRPr/>
            </a:pPr>
            <a:endParaRPr lang="en-US" sz="1400" dirty="0">
              <a:solidFill>
                <a:srgbClr val="6A737B"/>
              </a:solidFill>
            </a:endParaRPr>
          </a:p>
          <a:p>
            <a:pPr>
              <a:defRPr/>
            </a:pPr>
            <a:r>
              <a:rPr lang="en-US" b="1" dirty="0">
                <a:solidFill>
                  <a:schemeClr val="accent5"/>
                </a:solidFill>
              </a:rPr>
              <a:t>Total Annual Salary Savings = $54,240</a:t>
            </a:r>
          </a:p>
        </p:txBody>
      </p:sp>
      <p:sp>
        <p:nvSpPr>
          <p:cNvPr id="3" name="Rectangle: Rounded Corners 2">
            <a:extLst>
              <a:ext uri="{FF2B5EF4-FFF2-40B4-BE49-F238E27FC236}">
                <a16:creationId xmlns:a16="http://schemas.microsoft.com/office/drawing/2014/main" id="{BBBB721D-3ACC-1599-64D4-12CA82805A4E}"/>
              </a:ext>
            </a:extLst>
          </p:cNvPr>
          <p:cNvSpPr/>
          <p:nvPr/>
        </p:nvSpPr>
        <p:spPr>
          <a:xfrm>
            <a:off x="6280815" y="5745117"/>
            <a:ext cx="4551937" cy="481904"/>
          </a:xfrm>
          <a:prstGeom prst="roundRect">
            <a:avLst/>
          </a:prstGeom>
          <a:solidFill>
            <a:schemeClr val="bg1">
              <a:lumMod val="95000"/>
            </a:schemeClr>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defRPr/>
            </a:pPr>
            <a:r>
              <a:rPr lang="en-US" sz="700" dirty="0">
                <a:solidFill>
                  <a:schemeClr val="tx1"/>
                </a:solidFill>
              </a:rPr>
              <a:t>Disclaimer: The team conducted brief interviews with team members to gain an understanding on the timing requirements. Regular follow ups will be performed to ensure the accuracy of the calculations.</a:t>
            </a:r>
          </a:p>
          <a:p>
            <a:pPr>
              <a:defRPr/>
            </a:pPr>
            <a:r>
              <a:rPr lang="en-US" sz="700" dirty="0">
                <a:solidFill>
                  <a:schemeClr val="tx1"/>
                </a:solidFill>
              </a:rPr>
              <a:t>**$150,000 &amp; *$100,000 are an illustrative examples of salary. This is </a:t>
            </a:r>
            <a:r>
              <a:rPr lang="en-US" sz="700" b="1" dirty="0">
                <a:solidFill>
                  <a:schemeClr val="tx1"/>
                </a:solidFill>
              </a:rPr>
              <a:t>not based </a:t>
            </a:r>
            <a:r>
              <a:rPr lang="en-US" sz="700" dirty="0">
                <a:solidFill>
                  <a:schemeClr val="tx1"/>
                </a:solidFill>
              </a:rPr>
              <a:t>on Disney compensation data.</a:t>
            </a:r>
          </a:p>
        </p:txBody>
      </p:sp>
      <p:sp>
        <p:nvSpPr>
          <p:cNvPr id="4" name="Rectangle 3">
            <a:extLst>
              <a:ext uri="{FF2B5EF4-FFF2-40B4-BE49-F238E27FC236}">
                <a16:creationId xmlns:a16="http://schemas.microsoft.com/office/drawing/2014/main" id="{D92FA634-783C-733F-B661-AD89D523A455}"/>
              </a:ext>
            </a:extLst>
          </p:cNvPr>
          <p:cNvSpPr/>
          <p:nvPr/>
        </p:nvSpPr>
        <p:spPr>
          <a:xfrm>
            <a:off x="0" y="907447"/>
            <a:ext cx="12192000" cy="97722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7" name="TextBox 6">
            <a:extLst>
              <a:ext uri="{FF2B5EF4-FFF2-40B4-BE49-F238E27FC236}">
                <a16:creationId xmlns:a16="http://schemas.microsoft.com/office/drawing/2014/main" id="{4C80922B-901A-CC5E-30F7-10E9380BA816}"/>
              </a:ext>
            </a:extLst>
          </p:cNvPr>
          <p:cNvSpPr txBox="1"/>
          <p:nvPr/>
        </p:nvSpPr>
        <p:spPr>
          <a:xfrm>
            <a:off x="1026299" y="809099"/>
            <a:ext cx="9705797" cy="977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oAutofit/>
          </a:bodyPr>
          <a:lstStyle/>
          <a:p>
            <a:pPr marL="0" marR="0" lvl="0" indent="0" algn="l" defTabSz="914400" rtl="0" eaLnBrk="1" fontAlgn="auto" latinLnBrk="0" hangingPunct="0">
              <a:lnSpc>
                <a:spcPct val="100000"/>
              </a:lnSpc>
              <a:spcBef>
                <a:spcPts val="1100"/>
              </a:spcBef>
              <a:spcAft>
                <a:spcPts val="0"/>
              </a:spcAft>
              <a:buClrTx/>
              <a:buSzPct val="100000"/>
              <a:buFontTx/>
              <a:buNone/>
              <a:tabLst/>
              <a:defRPr/>
            </a:pPr>
            <a:r>
              <a:rPr kumimoji="0" lang="en-US" sz="1600" b="1" i="0" u="none" strike="noStrike" kern="0" cap="none" spc="0" normalizeH="0" baseline="0" noProof="0" dirty="0">
                <a:ln>
                  <a:noFill/>
                </a:ln>
                <a:solidFill>
                  <a:schemeClr val="bg1"/>
                </a:solidFill>
                <a:effectLst/>
                <a:uLnTx/>
                <a:uFillTx/>
                <a:ea typeface="Univers for KPMG"/>
                <a:cs typeface="Univers for KPMG"/>
                <a:sym typeface="Univers for KPMG"/>
              </a:rPr>
              <a:t>Before Copilot: </a:t>
            </a:r>
            <a:r>
              <a:rPr kumimoji="0" lang="en-US" sz="1600" b="0" i="0" u="none" strike="noStrike" kern="0" cap="none" spc="0" normalizeH="0" baseline="0" noProof="0" dirty="0">
                <a:ln>
                  <a:noFill/>
                </a:ln>
                <a:solidFill>
                  <a:schemeClr val="bg1"/>
                </a:solidFill>
                <a:effectLst/>
                <a:uLnTx/>
                <a:uFillTx/>
                <a:ea typeface="Univers for KPMG"/>
                <a:cs typeface="Univers for KPMG"/>
                <a:sym typeface="Univers for KPMG"/>
              </a:rPr>
              <a:t>It takes a manager and three of her team members </a:t>
            </a:r>
            <a:r>
              <a:rPr kumimoji="0" lang="en-US" sz="1600" b="1" i="0" u="none" strike="noStrike" kern="0" cap="none" spc="0" normalizeH="0" baseline="0" noProof="0" dirty="0">
                <a:ln>
                  <a:noFill/>
                </a:ln>
                <a:solidFill>
                  <a:schemeClr val="bg1"/>
                </a:solidFill>
                <a:effectLst/>
                <a:uLnTx/>
                <a:uFillTx/>
                <a:ea typeface="Univers for KPMG"/>
                <a:cs typeface="Univers for KPMG"/>
                <a:sym typeface="Univers for KPMG"/>
              </a:rPr>
              <a:t>20 hours per week</a:t>
            </a:r>
            <a:r>
              <a:rPr lang="en-US" sz="1600" b="1" kern="0" dirty="0">
                <a:solidFill>
                  <a:schemeClr val="bg1"/>
                </a:solidFill>
                <a:ea typeface="Univers for KPMG"/>
                <a:cs typeface="Univers for KPMG"/>
                <a:sym typeface="Univers for KPMG"/>
              </a:rPr>
              <a:t> per cycle</a:t>
            </a:r>
            <a:r>
              <a:rPr kumimoji="0" lang="en-US" sz="1600" b="1" i="0" u="none" strike="noStrike" kern="0" cap="none" spc="0" normalizeH="0" baseline="0" noProof="0" dirty="0">
                <a:ln>
                  <a:noFill/>
                </a:ln>
                <a:solidFill>
                  <a:schemeClr val="bg1"/>
                </a:solidFill>
                <a:effectLst/>
                <a:uLnTx/>
                <a:uFillTx/>
                <a:ea typeface="Univers for KPMG"/>
                <a:cs typeface="Univers for KPMG"/>
                <a:sym typeface="Univers for KPMG"/>
              </a:rPr>
              <a:t> </a:t>
            </a:r>
            <a:r>
              <a:rPr kumimoji="0" lang="en-US" sz="1600" b="0" i="0" u="none" strike="noStrike" kern="0" cap="none" spc="0" normalizeH="0" baseline="0" noProof="0" dirty="0">
                <a:ln>
                  <a:noFill/>
                </a:ln>
                <a:solidFill>
                  <a:schemeClr val="bg1"/>
                </a:solidFill>
                <a:effectLst/>
                <a:uLnTx/>
                <a:uFillTx/>
                <a:ea typeface="Univers for KPMG"/>
                <a:cs typeface="Univers for KPMG"/>
                <a:sym typeface="Univers for KPMG"/>
              </a:rPr>
              <a:t>to conduct research as part of the commercial domicile exercise over the course of a month</a:t>
            </a:r>
            <a:r>
              <a:rPr lang="en-US" sz="1600" kern="0" dirty="0">
                <a:solidFill>
                  <a:schemeClr val="bg1"/>
                </a:solidFill>
                <a:ea typeface="Univers for KPMG"/>
                <a:cs typeface="Univers for KPMG"/>
                <a:sym typeface="Univers for KPMG"/>
              </a:rPr>
              <a:t>.</a:t>
            </a:r>
            <a:endParaRPr kumimoji="0" lang="en-US" sz="1600" b="0" i="0" u="none" strike="noStrike" kern="0" cap="none" spc="0" normalizeH="0" baseline="0" noProof="0" dirty="0">
              <a:ln>
                <a:noFill/>
              </a:ln>
              <a:solidFill>
                <a:schemeClr val="bg1"/>
              </a:solidFill>
              <a:effectLst/>
              <a:uLnTx/>
              <a:uFillTx/>
              <a:ea typeface="Univers for KPMG"/>
              <a:cs typeface="Univers for KPMG"/>
              <a:sym typeface="Univers for KPMG"/>
            </a:endParaRPr>
          </a:p>
          <a:p>
            <a:pPr marL="0" marR="0" lvl="0" indent="0" algn="l" defTabSz="914400" rtl="0" eaLnBrk="1" fontAlgn="auto" latinLnBrk="0" hangingPunct="0">
              <a:lnSpc>
                <a:spcPct val="100000"/>
              </a:lnSpc>
              <a:spcBef>
                <a:spcPts val="1100"/>
              </a:spcBef>
              <a:spcAft>
                <a:spcPts val="0"/>
              </a:spcAft>
              <a:buClrTx/>
              <a:buSzPct val="100000"/>
              <a:buFontTx/>
              <a:buNone/>
              <a:tabLst/>
              <a:defRPr/>
            </a:pPr>
            <a:r>
              <a:rPr kumimoji="0" lang="en-US" sz="1600" b="1" i="0" u="none" strike="noStrike" kern="0" cap="none" spc="0" normalizeH="0" baseline="0" noProof="0" dirty="0">
                <a:ln>
                  <a:noFill/>
                </a:ln>
                <a:solidFill>
                  <a:schemeClr val="bg1"/>
                </a:solidFill>
                <a:effectLst/>
                <a:uLnTx/>
                <a:uFillTx/>
                <a:ea typeface="+mn-ea"/>
                <a:cs typeface="+mn-cs"/>
                <a:sym typeface="Univers for KPMG"/>
              </a:rPr>
              <a:t>After</a:t>
            </a:r>
            <a:r>
              <a:rPr kumimoji="0" lang="en-US" sz="1600" b="1" i="0" u="none" strike="noStrike" kern="0" cap="none" spc="0" normalizeH="0" baseline="0" noProof="0" dirty="0">
                <a:ln>
                  <a:noFill/>
                </a:ln>
                <a:solidFill>
                  <a:schemeClr val="bg1"/>
                </a:solidFill>
                <a:effectLst/>
                <a:uLnTx/>
                <a:uFillTx/>
                <a:ea typeface="Univers for KPMG"/>
                <a:cs typeface="Univers for KPMG"/>
                <a:sym typeface="Univers for KPMG"/>
              </a:rPr>
              <a:t> Copilot: </a:t>
            </a:r>
            <a:r>
              <a:rPr kumimoji="0" lang="en-US" sz="1600" b="0" i="0" u="none" strike="noStrike" kern="0" cap="none" spc="0" normalizeH="0" baseline="0" noProof="0" dirty="0">
                <a:ln>
                  <a:noFill/>
                </a:ln>
                <a:solidFill>
                  <a:schemeClr val="bg1"/>
                </a:solidFill>
                <a:effectLst/>
                <a:uLnTx/>
                <a:uFillTx/>
                <a:ea typeface="Univers for KPMG"/>
                <a:cs typeface="Univers for KPMG"/>
                <a:sym typeface="Univers for KPMG"/>
              </a:rPr>
              <a:t>The </a:t>
            </a:r>
            <a:r>
              <a:rPr kumimoji="0" lang="en-US" sz="1600" b="0" i="1" u="none" strike="noStrike" kern="0" cap="none" spc="0" normalizeH="0" baseline="0" noProof="0" dirty="0">
                <a:ln>
                  <a:noFill/>
                </a:ln>
                <a:solidFill>
                  <a:schemeClr val="bg1"/>
                </a:solidFill>
                <a:effectLst/>
                <a:uLnTx/>
                <a:uFillTx/>
                <a:ea typeface="Univers for KPMG"/>
                <a:cs typeface="Univers for KPMG"/>
                <a:sym typeface="Univers for KPMG"/>
              </a:rPr>
              <a:t>same </a:t>
            </a:r>
            <a:r>
              <a:rPr lang="en-US" sz="1600" i="1" kern="0" dirty="0">
                <a:solidFill>
                  <a:schemeClr val="bg1"/>
                </a:solidFill>
                <a:ea typeface="Univers for KPMG"/>
                <a:cs typeface="Univers for KPMG"/>
                <a:sym typeface="Univers for KPMG"/>
              </a:rPr>
              <a:t>team </a:t>
            </a:r>
            <a:r>
              <a:rPr kumimoji="0" lang="en-US" sz="1600" b="0" i="0" u="none" strike="noStrike" kern="0" cap="none" spc="0" normalizeH="0" baseline="0" noProof="0" dirty="0">
                <a:ln>
                  <a:noFill/>
                </a:ln>
                <a:solidFill>
                  <a:schemeClr val="bg1"/>
                </a:solidFill>
                <a:effectLst/>
                <a:uLnTx/>
                <a:uFillTx/>
                <a:ea typeface="Univers for KPMG"/>
                <a:cs typeface="Univers for KPMG"/>
                <a:sym typeface="Univers for KPMG"/>
              </a:rPr>
              <a:t>takes</a:t>
            </a:r>
            <a:r>
              <a:rPr kumimoji="0" lang="en-US" sz="1600" b="1" i="0" u="none" strike="noStrike" kern="0" cap="none" spc="0" normalizeH="0" baseline="0" noProof="0" dirty="0">
                <a:ln>
                  <a:noFill/>
                </a:ln>
                <a:solidFill>
                  <a:schemeClr val="bg1"/>
                </a:solidFill>
                <a:effectLst/>
                <a:uLnTx/>
                <a:uFillTx/>
                <a:ea typeface="Univers for KPMG"/>
                <a:cs typeface="Univers for KPMG"/>
                <a:sym typeface="Univers for KPMG"/>
              </a:rPr>
              <a:t> </a:t>
            </a:r>
            <a:r>
              <a:rPr lang="en-US" sz="1600" b="1" kern="0" dirty="0">
                <a:solidFill>
                  <a:schemeClr val="bg1"/>
                </a:solidFill>
                <a:ea typeface="Univers for KPMG"/>
                <a:cs typeface="Univers for KPMG"/>
                <a:sym typeface="Univers for KPMG"/>
              </a:rPr>
              <a:t>1</a:t>
            </a:r>
            <a:r>
              <a:rPr kumimoji="0" lang="en-US" sz="1600" b="1" i="0" u="none" strike="noStrike" kern="0" cap="none" spc="0" normalizeH="0" baseline="0" noProof="0" dirty="0">
                <a:ln>
                  <a:noFill/>
                </a:ln>
                <a:solidFill>
                  <a:schemeClr val="bg1"/>
                </a:solidFill>
                <a:effectLst/>
                <a:uLnTx/>
                <a:uFillTx/>
                <a:ea typeface="Univers for KPMG"/>
                <a:cs typeface="Univers for KPMG"/>
                <a:sym typeface="Univers for KPMG"/>
              </a:rPr>
              <a:t> hour per week total </a:t>
            </a:r>
            <a:r>
              <a:rPr kumimoji="0" lang="en-US" sz="1600" b="0" i="0" u="none" strike="noStrike" kern="0" cap="none" spc="0" normalizeH="0" baseline="0" noProof="0" dirty="0">
                <a:ln>
                  <a:noFill/>
                </a:ln>
                <a:solidFill>
                  <a:schemeClr val="bg1"/>
                </a:solidFill>
                <a:effectLst/>
                <a:uLnTx/>
                <a:uFillTx/>
                <a:ea typeface="Univers for KPMG"/>
                <a:cs typeface="Univers for KPMG"/>
                <a:sym typeface="Univers for KPMG"/>
              </a:rPr>
              <a:t>to complete the commercial domicile exercise</a:t>
            </a:r>
          </a:p>
        </p:txBody>
      </p:sp>
    </p:spTree>
    <p:extLst>
      <p:ext uri="{BB962C8B-B14F-4D97-AF65-F5344CB8AC3E}">
        <p14:creationId xmlns:p14="http://schemas.microsoft.com/office/powerpoint/2010/main" val="4946423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6E17C-28AB-B718-3DD6-41FD8DB8C9D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D8D6572-A6DA-583D-7BF5-935853D09EE9}"/>
              </a:ext>
            </a:extLst>
          </p:cNvPr>
          <p:cNvSpPr>
            <a:spLocks noGrp="1"/>
          </p:cNvSpPr>
          <p:nvPr>
            <p:ph type="title"/>
          </p:nvPr>
        </p:nvSpPr>
        <p:spPr/>
        <p:txBody>
          <a:bodyPr wrap="square"/>
          <a:lstStyle/>
          <a:p>
            <a:r>
              <a:rPr lang="en-GB" dirty="0"/>
              <a:t>Country by Country Variance Analysis Agent - Time Saved</a:t>
            </a:r>
          </a:p>
        </p:txBody>
      </p:sp>
      <p:sp>
        <p:nvSpPr>
          <p:cNvPr id="72" name="Rectangle: Rounded Corners 71">
            <a:extLst>
              <a:ext uri="{FF2B5EF4-FFF2-40B4-BE49-F238E27FC236}">
                <a16:creationId xmlns:a16="http://schemas.microsoft.com/office/drawing/2014/main" id="{FFBFA227-A550-09EF-407C-6D8619FC9E35}"/>
              </a:ext>
            </a:extLst>
          </p:cNvPr>
          <p:cNvSpPr/>
          <p:nvPr/>
        </p:nvSpPr>
        <p:spPr>
          <a:xfrm>
            <a:off x="565392" y="2305662"/>
            <a:ext cx="4893087" cy="3251416"/>
          </a:xfrm>
          <a:prstGeom prst="roundRect">
            <a:avLst/>
          </a:prstGeom>
          <a:solidFill>
            <a:schemeClr val="bg1">
              <a:lumMod val="95000"/>
            </a:schemeClr>
          </a:solid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defRPr/>
            </a:pPr>
            <a:endParaRPr lang="en-US" sz="1600" b="1" dirty="0">
              <a:solidFill>
                <a:schemeClr val="accent5"/>
              </a:solidFill>
            </a:endParaRPr>
          </a:p>
        </p:txBody>
      </p:sp>
      <p:sp>
        <p:nvSpPr>
          <p:cNvPr id="6" name="Rectangle: Rounded Corners 5">
            <a:extLst>
              <a:ext uri="{FF2B5EF4-FFF2-40B4-BE49-F238E27FC236}">
                <a16:creationId xmlns:a16="http://schemas.microsoft.com/office/drawing/2014/main" id="{28FEDF8C-FE65-5F0E-33F3-01F19B25D69B}"/>
              </a:ext>
            </a:extLst>
          </p:cNvPr>
          <p:cNvSpPr/>
          <p:nvPr/>
        </p:nvSpPr>
        <p:spPr>
          <a:xfrm>
            <a:off x="6096000" y="2305661"/>
            <a:ext cx="4893087" cy="3251417"/>
          </a:xfrm>
          <a:prstGeom prst="roundRect">
            <a:avLst/>
          </a:prstGeom>
          <a:solidFill>
            <a:schemeClr val="bg1">
              <a:lumMod val="95000"/>
            </a:schemeClr>
          </a:solid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defRPr/>
            </a:pPr>
            <a:endParaRPr lang="en-US" sz="1600" b="1" dirty="0">
              <a:solidFill>
                <a:schemeClr val="accent5"/>
              </a:solidFill>
            </a:endParaRPr>
          </a:p>
        </p:txBody>
      </p:sp>
      <p:sp>
        <p:nvSpPr>
          <p:cNvPr id="9" name="TextBox 8">
            <a:extLst>
              <a:ext uri="{FF2B5EF4-FFF2-40B4-BE49-F238E27FC236}">
                <a16:creationId xmlns:a16="http://schemas.microsoft.com/office/drawing/2014/main" id="{A905F111-61F3-9C62-F75E-51A4E4CD9EB7}"/>
              </a:ext>
            </a:extLst>
          </p:cNvPr>
          <p:cNvSpPr txBox="1"/>
          <p:nvPr/>
        </p:nvSpPr>
        <p:spPr>
          <a:xfrm>
            <a:off x="816680" y="2389573"/>
            <a:ext cx="4544078" cy="2118476"/>
          </a:xfrm>
          <a:prstGeom prst="rect">
            <a:avLst/>
          </a:prstGeom>
        </p:spPr>
        <p:txBody>
          <a:bodyPr vert="horz" wrap="square" lIns="0" tIns="0" rIns="0" bIns="0" rtlCol="0" anchor="t" anchorCtr="0">
            <a:noAutofit/>
          </a:bodyPr>
          <a:lstStyle/>
          <a:p>
            <a:pPr algn="ctr">
              <a:defRPr/>
            </a:pPr>
            <a:r>
              <a:rPr lang="en-US" b="1" dirty="0">
                <a:solidFill>
                  <a:srgbClr val="6A737B"/>
                </a:solidFill>
              </a:rPr>
              <a:t>Annual Hours Analysis</a:t>
            </a:r>
          </a:p>
          <a:p>
            <a:pPr>
              <a:defRPr/>
            </a:pPr>
            <a:endParaRPr lang="en-US" sz="1600" dirty="0">
              <a:solidFill>
                <a:srgbClr val="6A737B"/>
              </a:solidFill>
            </a:endParaRPr>
          </a:p>
          <a:p>
            <a:pPr>
              <a:defRPr/>
            </a:pPr>
            <a:r>
              <a:rPr lang="en-US" sz="1400" b="1" dirty="0">
                <a:solidFill>
                  <a:srgbClr val="6A737B"/>
                </a:solidFill>
              </a:rPr>
              <a:t>Manual Hours (Before)</a:t>
            </a:r>
          </a:p>
          <a:p>
            <a:pPr marL="285750" indent="-285750">
              <a:buFont typeface="Wingdings" panose="05000000000000000000" pitchFamily="2" charset="2"/>
              <a:buChar char="ü"/>
              <a:defRPr/>
            </a:pPr>
            <a:r>
              <a:rPr lang="en-US" sz="1400" dirty="0">
                <a:solidFill>
                  <a:srgbClr val="6A737B"/>
                </a:solidFill>
              </a:rPr>
              <a:t>(1,000 line items/</a:t>
            </a:r>
            <a:r>
              <a:rPr lang="en-US" sz="1400" dirty="0" err="1">
                <a:solidFill>
                  <a:srgbClr val="6A737B"/>
                </a:solidFill>
              </a:rPr>
              <a:t>qtr</a:t>
            </a:r>
            <a:r>
              <a:rPr lang="en-US" sz="1400" dirty="0">
                <a:solidFill>
                  <a:srgbClr val="6A737B"/>
                </a:solidFill>
              </a:rPr>
              <a:t> x 3 min/item x 4 </a:t>
            </a:r>
            <a:r>
              <a:rPr lang="en-US" sz="1400" dirty="0" err="1">
                <a:solidFill>
                  <a:srgbClr val="6A737B"/>
                </a:solidFill>
              </a:rPr>
              <a:t>qtrs</a:t>
            </a:r>
            <a:r>
              <a:rPr lang="en-US" sz="1400" dirty="0">
                <a:solidFill>
                  <a:srgbClr val="6A737B"/>
                </a:solidFill>
              </a:rPr>
              <a:t>) / 60 min/</a:t>
            </a:r>
            <a:r>
              <a:rPr lang="en-US" sz="1400" dirty="0" err="1">
                <a:solidFill>
                  <a:srgbClr val="6A737B"/>
                </a:solidFill>
              </a:rPr>
              <a:t>hr</a:t>
            </a:r>
            <a:endParaRPr lang="en-US" sz="1400" dirty="0">
              <a:solidFill>
                <a:srgbClr val="6A737B"/>
              </a:solidFill>
            </a:endParaRPr>
          </a:p>
          <a:p>
            <a:pPr marL="285750" indent="-285750">
              <a:buFont typeface="Wingdings" panose="05000000000000000000" pitchFamily="2" charset="2"/>
              <a:buChar char="ü"/>
              <a:defRPr/>
            </a:pPr>
            <a:r>
              <a:rPr lang="en-US" sz="1400" dirty="0">
                <a:solidFill>
                  <a:srgbClr val="6A737B"/>
                </a:solidFill>
              </a:rPr>
              <a:t>Total "Before" Hours = 200 Annual Hours</a:t>
            </a:r>
          </a:p>
          <a:p>
            <a:pPr marL="285750" indent="-285750">
              <a:buFont typeface="Wingdings" panose="05000000000000000000" pitchFamily="2" charset="2"/>
              <a:buChar char="ü"/>
              <a:defRPr/>
            </a:pPr>
            <a:endParaRPr lang="en-US" sz="1400" b="1" dirty="0">
              <a:solidFill>
                <a:srgbClr val="6A737B"/>
              </a:solidFill>
            </a:endParaRPr>
          </a:p>
          <a:p>
            <a:pPr>
              <a:defRPr/>
            </a:pPr>
            <a:r>
              <a:rPr lang="en-US" sz="1400" b="1" dirty="0">
                <a:solidFill>
                  <a:srgbClr val="6A737B"/>
                </a:solidFill>
              </a:rPr>
              <a:t>Agentic Hours (After)</a:t>
            </a:r>
          </a:p>
          <a:p>
            <a:pPr marL="285750" indent="-285750">
              <a:buFont typeface="Wingdings" panose="05000000000000000000" pitchFamily="2" charset="2"/>
              <a:buChar char="ü"/>
              <a:defRPr/>
            </a:pPr>
            <a:r>
              <a:rPr lang="en-US" sz="1400" dirty="0">
                <a:solidFill>
                  <a:srgbClr val="6A737B"/>
                </a:solidFill>
              </a:rPr>
              <a:t>(1 hour/</a:t>
            </a:r>
            <a:r>
              <a:rPr lang="en-US" sz="1400" dirty="0" err="1">
                <a:solidFill>
                  <a:srgbClr val="6A737B"/>
                </a:solidFill>
              </a:rPr>
              <a:t>qtr</a:t>
            </a:r>
            <a:r>
              <a:rPr lang="en-US" sz="1400" dirty="0">
                <a:solidFill>
                  <a:srgbClr val="6A737B"/>
                </a:solidFill>
              </a:rPr>
              <a:t> for review x 4 </a:t>
            </a:r>
            <a:r>
              <a:rPr lang="en-US" sz="1400" dirty="0" err="1">
                <a:solidFill>
                  <a:srgbClr val="6A737B"/>
                </a:solidFill>
              </a:rPr>
              <a:t>qtrs</a:t>
            </a:r>
            <a:r>
              <a:rPr lang="en-US" sz="1400" dirty="0">
                <a:solidFill>
                  <a:srgbClr val="6A737B"/>
                </a:solidFill>
              </a:rPr>
              <a:t>)</a:t>
            </a:r>
          </a:p>
          <a:p>
            <a:pPr marL="285750" indent="-285750">
              <a:buFont typeface="Wingdings" panose="05000000000000000000" pitchFamily="2" charset="2"/>
              <a:buChar char="ü"/>
              <a:defRPr/>
            </a:pPr>
            <a:r>
              <a:rPr lang="en-US" sz="1400" dirty="0">
                <a:solidFill>
                  <a:srgbClr val="6A737B"/>
                </a:solidFill>
              </a:rPr>
              <a:t>Total "After" Hours = 4 Annual Hours</a:t>
            </a:r>
          </a:p>
          <a:p>
            <a:pPr>
              <a:defRPr/>
            </a:pPr>
            <a:endParaRPr lang="en-US" sz="1600" dirty="0">
              <a:solidFill>
                <a:srgbClr val="6A737B"/>
              </a:solidFill>
            </a:endParaRPr>
          </a:p>
          <a:p>
            <a:pPr>
              <a:defRPr/>
            </a:pPr>
            <a:r>
              <a:rPr lang="en-US" b="1" dirty="0">
                <a:solidFill>
                  <a:schemeClr val="accent5"/>
                </a:solidFill>
              </a:rPr>
              <a:t>Total Hours Saved Annually: 196 Hours</a:t>
            </a:r>
          </a:p>
          <a:p>
            <a:pPr algn="l">
              <a:spcAft>
                <a:spcPts val="600"/>
              </a:spcAft>
            </a:pPr>
            <a:endParaRPr lang="en-US" sz="1500" b="1" dirty="0">
              <a:solidFill>
                <a:schemeClr val="tx2"/>
              </a:solidFill>
            </a:endParaRPr>
          </a:p>
        </p:txBody>
      </p:sp>
      <p:sp>
        <p:nvSpPr>
          <p:cNvPr id="11" name="TextBox 10">
            <a:extLst>
              <a:ext uri="{FF2B5EF4-FFF2-40B4-BE49-F238E27FC236}">
                <a16:creationId xmlns:a16="http://schemas.microsoft.com/office/drawing/2014/main" id="{B974374B-A34D-132D-2AD2-BFBB1C0B45D2}"/>
              </a:ext>
            </a:extLst>
          </p:cNvPr>
          <p:cNvSpPr txBox="1"/>
          <p:nvPr/>
        </p:nvSpPr>
        <p:spPr>
          <a:xfrm>
            <a:off x="6280815" y="2404009"/>
            <a:ext cx="4355616" cy="3046988"/>
          </a:xfrm>
          <a:prstGeom prst="rect">
            <a:avLst/>
          </a:prstGeom>
          <a:noFill/>
        </p:spPr>
        <p:txBody>
          <a:bodyPr wrap="square">
            <a:spAutoFit/>
          </a:bodyPr>
          <a:lstStyle/>
          <a:p>
            <a:pPr algn="ctr">
              <a:defRPr/>
            </a:pPr>
            <a:r>
              <a:rPr lang="en-US" b="1" dirty="0">
                <a:solidFill>
                  <a:srgbClr val="6A737B"/>
                </a:solidFill>
              </a:rPr>
              <a:t>Value Realized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6A737B"/>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6A737B"/>
                </a:solidFill>
                <a:effectLst/>
                <a:uLnTx/>
                <a:uFillTx/>
                <a:latin typeface="Arial"/>
                <a:ea typeface="+mn-ea"/>
                <a:cs typeface="+mn-cs"/>
              </a:rPr>
              <a:t>Manual Cost (Before)</a:t>
            </a:r>
          </a:p>
          <a:p>
            <a:pPr marL="285750" indent="-285750">
              <a:buFont typeface="Wingdings" panose="05000000000000000000" pitchFamily="2" charset="2"/>
              <a:buChar char="ü"/>
              <a:defRPr/>
            </a:pPr>
            <a:r>
              <a:rPr lang="en-US" sz="1400" dirty="0">
                <a:solidFill>
                  <a:srgbClr val="6A737B"/>
                </a:solidFill>
              </a:rPr>
              <a:t>Hourly Rate for Senior Financial Analyst: $120,000** salary / 2,080 annual work hours = $57.69/hour</a:t>
            </a:r>
            <a:endParaRPr kumimoji="0" lang="en-US" sz="1400" b="0" i="0" u="none" strike="noStrike" kern="1200" cap="none" spc="0" normalizeH="0" baseline="0" noProof="0" dirty="0">
              <a:ln>
                <a:noFill/>
              </a:ln>
              <a:solidFill>
                <a:srgbClr val="6A737B"/>
              </a:solidFill>
              <a:effectLst/>
              <a:uLnTx/>
              <a:uFillTx/>
              <a:latin typeface="Arial"/>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400" b="0" i="0" u="none" strike="noStrike" kern="1200" cap="none" spc="0" normalizeH="0" baseline="0" noProof="0" dirty="0">
                <a:ln>
                  <a:noFill/>
                </a:ln>
                <a:solidFill>
                  <a:srgbClr val="6A737B"/>
                </a:solidFill>
                <a:effectLst/>
                <a:uLnTx/>
                <a:uFillTx/>
                <a:latin typeface="Arial"/>
                <a:ea typeface="+mn-ea"/>
                <a:cs typeface="+mn-cs"/>
              </a:rPr>
              <a:t>200 </a:t>
            </a:r>
            <a:r>
              <a:rPr kumimoji="0" lang="en-US" sz="1400" b="0" i="0" u="none" strike="noStrike" kern="1200" cap="none" spc="0" normalizeH="0" baseline="0" noProof="0" dirty="0" err="1">
                <a:ln>
                  <a:noFill/>
                </a:ln>
                <a:solidFill>
                  <a:srgbClr val="6A737B"/>
                </a:solidFill>
                <a:effectLst/>
                <a:uLnTx/>
                <a:uFillTx/>
                <a:latin typeface="Arial"/>
                <a:ea typeface="+mn-ea"/>
                <a:cs typeface="+mn-cs"/>
              </a:rPr>
              <a:t>hrs</a:t>
            </a:r>
            <a:r>
              <a:rPr kumimoji="0" lang="en-US" sz="1400" b="0" i="0" u="none" strike="noStrike" kern="1200" cap="none" spc="0" normalizeH="0" baseline="0" noProof="0" dirty="0">
                <a:ln>
                  <a:noFill/>
                </a:ln>
                <a:solidFill>
                  <a:srgbClr val="6A737B"/>
                </a:solidFill>
                <a:effectLst/>
                <a:uLnTx/>
                <a:uFillTx/>
                <a:latin typeface="Arial"/>
                <a:ea typeface="+mn-ea"/>
                <a:cs typeface="+mn-cs"/>
              </a:rPr>
              <a:t> x $57.69/</a:t>
            </a:r>
            <a:r>
              <a:rPr kumimoji="0" lang="en-US" sz="1400" b="0" i="0" u="none" strike="noStrike" kern="1200" cap="none" spc="0" normalizeH="0" baseline="0" noProof="0" dirty="0" err="1">
                <a:ln>
                  <a:noFill/>
                </a:ln>
                <a:solidFill>
                  <a:srgbClr val="6A737B"/>
                </a:solidFill>
                <a:effectLst/>
                <a:uLnTx/>
                <a:uFillTx/>
                <a:latin typeface="Arial"/>
                <a:ea typeface="+mn-ea"/>
                <a:cs typeface="+mn-cs"/>
              </a:rPr>
              <a:t>hr</a:t>
            </a:r>
            <a:r>
              <a:rPr kumimoji="0" lang="en-US" sz="1400" b="0" i="0" u="none" strike="noStrike" kern="1200" cap="none" spc="0" normalizeH="0" baseline="0" noProof="0" dirty="0">
                <a:ln>
                  <a:noFill/>
                </a:ln>
                <a:solidFill>
                  <a:srgbClr val="6A737B"/>
                </a:solidFill>
                <a:effectLst/>
                <a:uLnTx/>
                <a:uFillTx/>
                <a:latin typeface="Arial"/>
                <a:ea typeface="+mn-ea"/>
                <a:cs typeface="+mn-cs"/>
              </a:rPr>
              <a:t> = $11,538</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400" b="0" i="0" u="none" strike="noStrike" kern="1200" cap="none" spc="0" normalizeH="0" baseline="0" noProof="0" dirty="0">
                <a:ln>
                  <a:noFill/>
                </a:ln>
                <a:solidFill>
                  <a:srgbClr val="6A737B"/>
                </a:solidFill>
                <a:effectLst/>
                <a:uLnTx/>
                <a:uFillTx/>
                <a:latin typeface="Arial"/>
                <a:ea typeface="+mn-ea"/>
                <a:cs typeface="+mn-cs"/>
              </a:rPr>
              <a:t>Total "Before" Cost = $11,538</a:t>
            </a:r>
            <a:endParaRPr kumimoji="0" lang="en-US" sz="1400" b="1" i="0" u="none" strike="noStrike" kern="1200" cap="none" spc="0" normalizeH="0" baseline="0" noProof="0" dirty="0">
              <a:ln>
                <a:noFill/>
              </a:ln>
              <a:solidFill>
                <a:srgbClr val="6A737B"/>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6A737B"/>
                </a:solidFill>
                <a:effectLst/>
                <a:uLnTx/>
                <a:uFillTx/>
                <a:latin typeface="Arial"/>
                <a:ea typeface="+mn-ea"/>
                <a:cs typeface="+mn-cs"/>
              </a:rPr>
              <a:t>Agentic Cost (After)</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400" b="0" i="0" u="none" strike="noStrike" kern="1200" cap="none" spc="0" normalizeH="0" baseline="0" noProof="0" dirty="0">
                <a:ln>
                  <a:noFill/>
                </a:ln>
                <a:solidFill>
                  <a:srgbClr val="6A737B"/>
                </a:solidFill>
                <a:effectLst/>
                <a:uLnTx/>
                <a:uFillTx/>
                <a:latin typeface="Arial"/>
                <a:ea typeface="+mn-ea"/>
                <a:cs typeface="+mn-cs"/>
              </a:rPr>
              <a:t>4 </a:t>
            </a:r>
            <a:r>
              <a:rPr kumimoji="0" lang="en-US" sz="1400" b="0" i="0" u="none" strike="noStrike" kern="1200" cap="none" spc="0" normalizeH="0" baseline="0" noProof="0" dirty="0" err="1">
                <a:ln>
                  <a:noFill/>
                </a:ln>
                <a:solidFill>
                  <a:srgbClr val="6A737B"/>
                </a:solidFill>
                <a:effectLst/>
                <a:uLnTx/>
                <a:uFillTx/>
                <a:latin typeface="Arial"/>
                <a:ea typeface="+mn-ea"/>
                <a:cs typeface="+mn-cs"/>
              </a:rPr>
              <a:t>hrs</a:t>
            </a:r>
            <a:r>
              <a:rPr kumimoji="0" lang="en-US" sz="1400" b="0" i="0" u="none" strike="noStrike" kern="1200" cap="none" spc="0" normalizeH="0" baseline="0" noProof="0" dirty="0">
                <a:ln>
                  <a:noFill/>
                </a:ln>
                <a:solidFill>
                  <a:srgbClr val="6A737B"/>
                </a:solidFill>
                <a:effectLst/>
                <a:uLnTx/>
                <a:uFillTx/>
                <a:latin typeface="Arial"/>
                <a:ea typeface="+mn-ea"/>
                <a:cs typeface="+mn-cs"/>
              </a:rPr>
              <a:t> x $57.69/</a:t>
            </a:r>
            <a:r>
              <a:rPr kumimoji="0" lang="en-US" sz="1400" b="0" i="0" u="none" strike="noStrike" kern="1200" cap="none" spc="0" normalizeH="0" baseline="0" noProof="0" dirty="0" err="1">
                <a:ln>
                  <a:noFill/>
                </a:ln>
                <a:solidFill>
                  <a:srgbClr val="6A737B"/>
                </a:solidFill>
                <a:effectLst/>
                <a:uLnTx/>
                <a:uFillTx/>
                <a:latin typeface="Arial"/>
                <a:ea typeface="+mn-ea"/>
                <a:cs typeface="+mn-cs"/>
              </a:rPr>
              <a:t>hr</a:t>
            </a:r>
            <a:r>
              <a:rPr kumimoji="0" lang="en-US" sz="1400" b="0" i="0" u="none" strike="noStrike" kern="1200" cap="none" spc="0" normalizeH="0" baseline="0" noProof="0" dirty="0">
                <a:ln>
                  <a:noFill/>
                </a:ln>
                <a:solidFill>
                  <a:srgbClr val="6A737B"/>
                </a:solidFill>
                <a:effectLst/>
                <a:uLnTx/>
                <a:uFillTx/>
                <a:latin typeface="Arial"/>
                <a:ea typeface="+mn-ea"/>
                <a:cs typeface="+mn-cs"/>
              </a:rPr>
              <a:t> = $231</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400" b="0" i="0" u="none" strike="noStrike" kern="1200" cap="none" spc="0" normalizeH="0" baseline="0" noProof="0" dirty="0">
                <a:ln>
                  <a:noFill/>
                </a:ln>
                <a:solidFill>
                  <a:srgbClr val="6A737B"/>
                </a:solidFill>
                <a:effectLst/>
                <a:uLnTx/>
                <a:uFillTx/>
                <a:latin typeface="Arial"/>
                <a:ea typeface="+mn-ea"/>
                <a:cs typeface="+mn-cs"/>
              </a:rPr>
              <a:t>Total "After" Cost = ~$231</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lang="en-US" sz="1400" dirty="0">
              <a:solidFill>
                <a:srgbClr val="6A737B"/>
              </a:solidFill>
            </a:endParaRPr>
          </a:p>
          <a:p>
            <a:pPr>
              <a:defRPr/>
            </a:pPr>
            <a:r>
              <a:rPr lang="en-US" b="1" dirty="0">
                <a:solidFill>
                  <a:schemeClr val="accent5"/>
                </a:solidFill>
              </a:rPr>
              <a:t>Total Annual Salary Savings = $11,307</a:t>
            </a:r>
          </a:p>
        </p:txBody>
      </p:sp>
      <p:sp>
        <p:nvSpPr>
          <p:cNvPr id="3" name="Rectangle: Rounded Corners 2">
            <a:extLst>
              <a:ext uri="{FF2B5EF4-FFF2-40B4-BE49-F238E27FC236}">
                <a16:creationId xmlns:a16="http://schemas.microsoft.com/office/drawing/2014/main" id="{73F5BC1F-D060-534E-A7E7-A63E87D0F545}"/>
              </a:ext>
            </a:extLst>
          </p:cNvPr>
          <p:cNvSpPr/>
          <p:nvPr/>
        </p:nvSpPr>
        <p:spPr>
          <a:xfrm>
            <a:off x="6280815" y="5753951"/>
            <a:ext cx="4551937" cy="481904"/>
          </a:xfrm>
          <a:prstGeom prst="roundRect">
            <a:avLst/>
          </a:prstGeom>
          <a:solidFill>
            <a:schemeClr val="bg1">
              <a:lumMod val="95000"/>
            </a:schemeClr>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defRPr/>
            </a:pPr>
            <a:r>
              <a:rPr lang="en-US" sz="700" dirty="0">
                <a:solidFill>
                  <a:schemeClr val="tx1"/>
                </a:solidFill>
              </a:rPr>
              <a:t>Disclaimer: The team conducted brief interviews with team members to gain an understanding on the timing requirements. Regular follow ups will be performed to ensure the accuracy of the calculations.</a:t>
            </a:r>
          </a:p>
          <a:p>
            <a:pPr>
              <a:defRPr/>
            </a:pPr>
            <a:r>
              <a:rPr lang="en-US" sz="700" dirty="0">
                <a:solidFill>
                  <a:schemeClr val="tx1"/>
                </a:solidFill>
              </a:rPr>
              <a:t>**$120,000 is an illustrative example of salary. This is </a:t>
            </a:r>
            <a:r>
              <a:rPr lang="en-US" sz="700" b="1" dirty="0">
                <a:solidFill>
                  <a:schemeClr val="tx1"/>
                </a:solidFill>
              </a:rPr>
              <a:t>not based </a:t>
            </a:r>
            <a:r>
              <a:rPr lang="en-US" sz="700" dirty="0">
                <a:solidFill>
                  <a:schemeClr val="tx1"/>
                </a:solidFill>
              </a:rPr>
              <a:t>on Disney compensation data.</a:t>
            </a:r>
          </a:p>
        </p:txBody>
      </p:sp>
      <p:sp>
        <p:nvSpPr>
          <p:cNvPr id="4" name="Rectangle 3">
            <a:extLst>
              <a:ext uri="{FF2B5EF4-FFF2-40B4-BE49-F238E27FC236}">
                <a16:creationId xmlns:a16="http://schemas.microsoft.com/office/drawing/2014/main" id="{A653307A-05B5-773E-C398-D049309ADF81}"/>
              </a:ext>
            </a:extLst>
          </p:cNvPr>
          <p:cNvSpPr/>
          <p:nvPr/>
        </p:nvSpPr>
        <p:spPr>
          <a:xfrm>
            <a:off x="0" y="907447"/>
            <a:ext cx="12192000" cy="125617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8" name="TextBox 7">
            <a:extLst>
              <a:ext uri="{FF2B5EF4-FFF2-40B4-BE49-F238E27FC236}">
                <a16:creationId xmlns:a16="http://schemas.microsoft.com/office/drawing/2014/main" id="{A25190DA-6837-9446-8429-426E26AEBE9E}"/>
              </a:ext>
            </a:extLst>
          </p:cNvPr>
          <p:cNvSpPr txBox="1"/>
          <p:nvPr/>
        </p:nvSpPr>
        <p:spPr>
          <a:xfrm>
            <a:off x="163443" y="809099"/>
            <a:ext cx="11909287" cy="977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oAutofit/>
          </a:bodyPr>
          <a:lstStyle/>
          <a:p>
            <a:pPr marL="0" marR="0" lvl="0" indent="0" algn="l" defTabSz="914400" rtl="0" eaLnBrk="1" fontAlgn="auto" latinLnBrk="0" hangingPunct="0">
              <a:lnSpc>
                <a:spcPct val="100000"/>
              </a:lnSpc>
              <a:spcBef>
                <a:spcPts val="1100"/>
              </a:spcBef>
              <a:spcAft>
                <a:spcPts val="0"/>
              </a:spcAft>
              <a:buClrTx/>
              <a:buSzPct val="100000"/>
              <a:buFontTx/>
              <a:buNone/>
              <a:tabLst/>
              <a:defRPr/>
            </a:pPr>
            <a:r>
              <a:rPr kumimoji="0" lang="en-US" sz="1600" b="1" i="0" u="none" strike="noStrike" kern="0" cap="none" spc="0" normalizeH="0" baseline="0" noProof="0" dirty="0">
                <a:ln>
                  <a:noFill/>
                </a:ln>
                <a:solidFill>
                  <a:schemeClr val="bg1"/>
                </a:solidFill>
                <a:effectLst/>
                <a:uLnTx/>
                <a:uFillTx/>
                <a:ea typeface="Univers for KPMG"/>
                <a:cs typeface="Univers for KPMG"/>
                <a:sym typeface="Univers for KPMG"/>
              </a:rPr>
              <a:t>Before Copilot: </a:t>
            </a:r>
            <a:r>
              <a:rPr kumimoji="0" lang="en-US" sz="1600" i="0" u="none" strike="noStrike" kern="0" cap="none" spc="0" normalizeH="0" baseline="0" noProof="0" dirty="0">
                <a:ln>
                  <a:noFill/>
                </a:ln>
                <a:solidFill>
                  <a:schemeClr val="bg1"/>
                </a:solidFill>
                <a:effectLst/>
                <a:uLnTx/>
                <a:uFillTx/>
                <a:ea typeface="Univers for KPMG"/>
                <a:cs typeface="Univers for KPMG"/>
                <a:sym typeface="Univers for KPMG"/>
              </a:rPr>
              <a:t>It takes a team of Senior Analysts 3 minutes per line item to manually find, copy, and consolidate narrative text for over 1,000 line items in a recurring, quarterly regulatory report.</a:t>
            </a:r>
          </a:p>
          <a:p>
            <a:pPr marL="0" marR="0" lvl="0" indent="0" algn="l" defTabSz="914400" rtl="0" eaLnBrk="1" fontAlgn="auto" latinLnBrk="0" hangingPunct="0">
              <a:lnSpc>
                <a:spcPct val="100000"/>
              </a:lnSpc>
              <a:spcBef>
                <a:spcPts val="1100"/>
              </a:spcBef>
              <a:spcAft>
                <a:spcPts val="0"/>
              </a:spcAft>
              <a:buClrTx/>
              <a:buSzPct val="100000"/>
              <a:buFontTx/>
              <a:buNone/>
              <a:tabLst/>
              <a:defRPr/>
            </a:pPr>
            <a:r>
              <a:rPr kumimoji="0" lang="en-US" sz="1600" b="1" i="0" u="none" strike="noStrike" kern="0" cap="none" spc="0" normalizeH="0" baseline="0" noProof="0" dirty="0">
                <a:ln>
                  <a:noFill/>
                </a:ln>
                <a:solidFill>
                  <a:schemeClr val="bg1"/>
                </a:solidFill>
                <a:effectLst/>
                <a:uLnTx/>
                <a:uFillTx/>
                <a:ea typeface="Univers for KPMG"/>
                <a:cs typeface="Univers for KPMG"/>
                <a:sym typeface="Univers for KPMG"/>
              </a:rPr>
              <a:t>After Copilot: </a:t>
            </a:r>
            <a:r>
              <a:rPr kumimoji="0" lang="en-US" sz="1600" i="0" u="none" strike="noStrike" kern="0" cap="none" spc="0" normalizeH="0" baseline="0" noProof="0" dirty="0">
                <a:ln>
                  <a:noFill/>
                </a:ln>
                <a:solidFill>
                  <a:schemeClr val="bg1"/>
                </a:solidFill>
                <a:effectLst/>
                <a:uLnTx/>
                <a:uFillTx/>
                <a:ea typeface="Univers for KPMG"/>
                <a:cs typeface="Univers for KPMG"/>
                <a:sym typeface="Univers for KPMG"/>
              </a:rPr>
              <a:t>The same process now takes less than 1 hour total per report, as the agent fully automates the narrative consolidation, leaving only a final validation for the analyst.</a:t>
            </a:r>
          </a:p>
        </p:txBody>
      </p:sp>
    </p:spTree>
    <p:extLst>
      <p:ext uri="{BB962C8B-B14F-4D97-AF65-F5344CB8AC3E}">
        <p14:creationId xmlns:p14="http://schemas.microsoft.com/office/powerpoint/2010/main" val="108104434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ONTUSED" val="KPMGFONT"/>
  <p:tag name="CREATEDBY" val="Global PowerPoint Toolbar"/>
  <p:tag name="TOOLBARVERSION" val="5.30a"/>
  <p:tag name="TYPE" val="ScreenWide"/>
  <p:tag name="KEYWORD" val="SCREENWIDE"/>
  <p:tag name="TEMPLATEVERSION" val="17/07/2017 11:56:04"/>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KPMG Widescreen [16:9] Feb 2022">
  <a:themeElements>
    <a:clrScheme name="Custom Option">
      <a:dk1>
        <a:srgbClr val="000000"/>
      </a:dk1>
      <a:lt1>
        <a:sysClr val="window" lastClr="FFFFFF"/>
      </a:lt1>
      <a:dk2>
        <a:srgbClr val="00338D"/>
      </a:dk2>
      <a:lt2>
        <a:srgbClr val="ACEAFF"/>
      </a:lt2>
      <a:accent1>
        <a:srgbClr val="1E49E2"/>
      </a:accent1>
      <a:accent2>
        <a:srgbClr val="00338D"/>
      </a:accent2>
      <a:accent3>
        <a:srgbClr val="0C233C"/>
      </a:accent3>
      <a:accent4>
        <a:srgbClr val="00B8F5"/>
      </a:accent4>
      <a:accent5>
        <a:srgbClr val="7213EA"/>
      </a:accent5>
      <a:accent6>
        <a:srgbClr val="FD349C"/>
      </a:accent6>
      <a:hlink>
        <a:srgbClr val="1E49E2"/>
      </a:hlink>
      <a:folHlink>
        <a:srgbClr val="098E80"/>
      </a:folHlink>
    </a:clrScheme>
    <a:fontScheme name="Custom 49">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54610" tIns="54610" rIns="54610" bIns="54610" rtlCol="0" anchor="ctr"/>
      <a:lstStyle>
        <a:defPPr algn="l">
          <a:defRPr sz="15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alt">
      <a:srgbClr val="1E49E2"/>
    </a:custClr>
    <a:custClr name="Pacific Blue">
      <a:srgbClr val="00B8F5"/>
    </a:custClr>
    <a:custClr name="Purple">
      <a:srgbClr val="7213EA"/>
    </a:custClr>
    <a:custClr name="Dark Blue">
      <a:srgbClr val="0C233C"/>
    </a:custClr>
    <a:custClr name="Light Blue">
      <a:srgbClr val="ACEAFF"/>
    </a:custClr>
    <a:custClr name="Pink">
      <a:srgbClr val="FD349C"/>
    </a:custClr>
    <a:custClr name="Blank">
      <a:srgbClr val="FFFFFF"/>
    </a:custClr>
    <a:custClr name="Blank">
      <a:srgbClr val="FFFFFF"/>
    </a:custClr>
    <a:custClr name="Blank">
      <a:srgbClr val="FFFFFF"/>
    </a:custClr>
    <a:custClr name="Blue">
      <a:srgbClr val="76D2FF"/>
    </a:custClr>
    <a:custClr name="Dark Purple">
      <a:srgbClr val="510DBC"/>
    </a:custClr>
    <a:custClr name="Light Purple">
      <a:srgbClr val="B497FF"/>
    </a:custClr>
    <a:custClr name="Dark Pink">
      <a:srgbClr val="AB0D82"/>
    </a:custClr>
    <a:custClr name="Light Pink">
      <a:srgbClr val="FFA3DA"/>
    </a:custClr>
    <a:custClr name="Dark Green">
      <a:srgbClr val="098E7E"/>
    </a:custClr>
    <a:custClr name="Green">
      <a:srgbClr val="00C0AE"/>
    </a:custClr>
    <a:custClr name="Light Green">
      <a:srgbClr val="63EBDA"/>
    </a:custClr>
    <a:custClr name="Blank">
      <a:srgbClr val="FFFFFF"/>
    </a:custClr>
    <a:custClr name="Blank">
      <a:srgbClr val="FFFFFF"/>
    </a:custClr>
    <a:custClr name="Gray 1">
      <a:srgbClr val="333333"/>
    </a:custClr>
    <a:custClr name="Gray 2">
      <a:srgbClr val="666666"/>
    </a:custClr>
    <a:custClr name="Gray 3">
      <a:srgbClr val="989898"/>
    </a:custClr>
    <a:custClr name="Gray 4">
      <a:srgbClr val="B2B2B2"/>
    </a:custClr>
    <a:custClr name="Gray 5">
      <a:srgbClr val="E5E5E5"/>
    </a:custClr>
    <a:custClr name="Blank">
      <a:srgbClr val="FFFFFF"/>
    </a:custClr>
    <a:custClr name="Blank">
      <a:srgbClr val="FFFFFF"/>
    </a:custClr>
    <a:custClr name="Blank">
      <a:srgbClr val="FFFFFF"/>
    </a:custClr>
    <a:custClr name="Blank">
      <a:srgbClr val="FFFFFF"/>
    </a:custClr>
    <a:custClr name="Blank">
      <a:srgbClr val="FFFFFF"/>
    </a:custClr>
  </a:custClrLst>
  <a:extLst>
    <a:ext uri="{05A4C25C-085E-4340-85A3-A5531E510DB2}">
      <thm15:themeFamily xmlns:thm15="http://schemas.microsoft.com/office/thememl/2012/main" name="KPMG Widescreen Standard Template.potx" id="{4291AF30-F72C-4DB8-BFB7-967C9154B194}" vid="{7DC4FF43-0719-43E1-BB30-D6E15250C092}"/>
    </a:ext>
  </a:extLst>
</a:theme>
</file>

<file path=ppt/theme/theme2.xml><?xml version="1.0" encoding="utf-8"?>
<a:theme xmlns:a="http://schemas.openxmlformats.org/drawingml/2006/main" name="KPMG Widescreen [16:9] Feb 2022">
  <a:themeElements>
    <a:clrScheme name="Custom Option">
      <a:dk1>
        <a:srgbClr val="000000"/>
      </a:dk1>
      <a:lt1>
        <a:sysClr val="window" lastClr="FFFFFF"/>
      </a:lt1>
      <a:dk2>
        <a:srgbClr val="00338D"/>
      </a:dk2>
      <a:lt2>
        <a:srgbClr val="ACEAFF"/>
      </a:lt2>
      <a:accent1>
        <a:srgbClr val="1E49E2"/>
      </a:accent1>
      <a:accent2>
        <a:srgbClr val="00338D"/>
      </a:accent2>
      <a:accent3>
        <a:srgbClr val="0C233C"/>
      </a:accent3>
      <a:accent4>
        <a:srgbClr val="00B8F5"/>
      </a:accent4>
      <a:accent5>
        <a:srgbClr val="7213EA"/>
      </a:accent5>
      <a:accent6>
        <a:srgbClr val="FD349C"/>
      </a:accent6>
      <a:hlink>
        <a:srgbClr val="1E49E2"/>
      </a:hlink>
      <a:folHlink>
        <a:srgbClr val="098E80"/>
      </a:folHlink>
    </a:clrScheme>
    <a:fontScheme name="Custom 49">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54610" tIns="54610" rIns="54610" bIns="54610" rtlCol="0" anchor="ctr"/>
      <a:lstStyle>
        <a:defPPr algn="l">
          <a:defRPr sz="15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alt">
      <a:srgbClr val="1E49E2"/>
    </a:custClr>
    <a:custClr name="Pacific Blue">
      <a:srgbClr val="00B8F5"/>
    </a:custClr>
    <a:custClr name="Purple">
      <a:srgbClr val="7213EA"/>
    </a:custClr>
    <a:custClr name="Dark Blue">
      <a:srgbClr val="0C233C"/>
    </a:custClr>
    <a:custClr name="Light Blue">
      <a:srgbClr val="ACEAFF"/>
    </a:custClr>
    <a:custClr name="Pink">
      <a:srgbClr val="FD349C"/>
    </a:custClr>
    <a:custClr name="Blank">
      <a:srgbClr val="FFFFFF"/>
    </a:custClr>
    <a:custClr name="Blank">
      <a:srgbClr val="FFFFFF"/>
    </a:custClr>
    <a:custClr name="Blank">
      <a:srgbClr val="FFFFFF"/>
    </a:custClr>
    <a:custClr name="Blue">
      <a:srgbClr val="76D2FF"/>
    </a:custClr>
    <a:custClr name="Dark Purple">
      <a:srgbClr val="510DBC"/>
    </a:custClr>
    <a:custClr name="Light Purple">
      <a:srgbClr val="B497FF"/>
    </a:custClr>
    <a:custClr name="Dark Pink">
      <a:srgbClr val="AB0D82"/>
    </a:custClr>
    <a:custClr name="Light Pink">
      <a:srgbClr val="FFA3DA"/>
    </a:custClr>
    <a:custClr name="Dark Green">
      <a:srgbClr val="098E7E"/>
    </a:custClr>
    <a:custClr name="Green">
      <a:srgbClr val="00C0AE"/>
    </a:custClr>
    <a:custClr name="Light Green">
      <a:srgbClr val="63EBDA"/>
    </a:custClr>
    <a:custClr name="Blank">
      <a:srgbClr val="FFFFFF"/>
    </a:custClr>
    <a:custClr name="Blank">
      <a:srgbClr val="FFFFFF"/>
    </a:custClr>
    <a:custClr name="Gray 1">
      <a:srgbClr val="333333"/>
    </a:custClr>
    <a:custClr name="Gray 2">
      <a:srgbClr val="666666"/>
    </a:custClr>
    <a:custClr name="Gray 3">
      <a:srgbClr val="989898"/>
    </a:custClr>
    <a:custClr name="Gray 4">
      <a:srgbClr val="B2B2B2"/>
    </a:custClr>
    <a:custClr name="Gray 5">
      <a:srgbClr val="E5E5E5"/>
    </a:custClr>
    <a:custClr name="Blank">
      <a:srgbClr val="FFFFFF"/>
    </a:custClr>
    <a:custClr name="Blank">
      <a:srgbClr val="FFFFFF"/>
    </a:custClr>
    <a:custClr name="Blank">
      <a:srgbClr val="FFFFFF"/>
    </a:custClr>
    <a:custClr name="Blank">
      <a:srgbClr val="FFFFFF"/>
    </a:custClr>
    <a:custClr name="Blank">
      <a:srgbClr val="FFFFFF"/>
    </a:custClr>
  </a:custClrLst>
  <a:extLst>
    <a:ext uri="{05A4C25C-085E-4340-85A3-A5531E510DB2}">
      <thm15:themeFamily xmlns:thm15="http://schemas.microsoft.com/office/thememl/2012/main" name="2024 Widescreen" id="{D78D849F-58F0-BA40-B9F7-7454A870713C}" vid="{8AFC9644-B00B-C64A-81D5-547AC8DB7537}"/>
    </a:ext>
  </a:extLst>
</a:theme>
</file>

<file path=ppt/theme/theme3.xml><?xml version="1.0" encoding="utf-8"?>
<a:theme xmlns:a="http://schemas.openxmlformats.org/drawingml/2006/main" name="1_KPMG Widescreen [16:9] Feb 2022">
  <a:themeElements>
    <a:clrScheme name="KPMG_MAR">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Custom 49">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KPMG Global Brand Refresh_Widescreen" id="{C2140D09-2037-40F7-A2F2-25A81DDF6C4B}" vid="{66156C46-C687-4B56-9D44-1F5BE2EA2B9D}"/>
    </a:ext>
  </a:extLst>
</a:theme>
</file>

<file path=ppt/theme/theme4.xml><?xml version="1.0" encoding="utf-8"?>
<a:theme xmlns:a="http://schemas.openxmlformats.org/drawingml/2006/main" name="2_KPMG Widescreen [16:9] Feb 2022">
  <a:themeElements>
    <a:clrScheme name="Custom Option">
      <a:dk1>
        <a:srgbClr val="000000"/>
      </a:dk1>
      <a:lt1>
        <a:sysClr val="window" lastClr="FFFFFF"/>
      </a:lt1>
      <a:dk2>
        <a:srgbClr val="00338D"/>
      </a:dk2>
      <a:lt2>
        <a:srgbClr val="ACEAFF"/>
      </a:lt2>
      <a:accent1>
        <a:srgbClr val="1E49E2"/>
      </a:accent1>
      <a:accent2>
        <a:srgbClr val="00338D"/>
      </a:accent2>
      <a:accent3>
        <a:srgbClr val="0C233C"/>
      </a:accent3>
      <a:accent4>
        <a:srgbClr val="00B8F5"/>
      </a:accent4>
      <a:accent5>
        <a:srgbClr val="7213EA"/>
      </a:accent5>
      <a:accent6>
        <a:srgbClr val="FD349C"/>
      </a:accent6>
      <a:hlink>
        <a:srgbClr val="1E49E2"/>
      </a:hlink>
      <a:folHlink>
        <a:srgbClr val="098E80"/>
      </a:folHlink>
    </a:clrScheme>
    <a:fontScheme name="Custom 49">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54610" tIns="54610" rIns="54610" bIns="54610" rtlCol="0" anchor="ctr"/>
      <a:lstStyle>
        <a:defPPr algn="l">
          <a:defRPr sz="15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alt">
      <a:srgbClr val="1E49E2"/>
    </a:custClr>
    <a:custClr name="Pacific Blue">
      <a:srgbClr val="00B8F5"/>
    </a:custClr>
    <a:custClr name="Purple">
      <a:srgbClr val="7213EA"/>
    </a:custClr>
    <a:custClr name="Dark Blue">
      <a:srgbClr val="0C233C"/>
    </a:custClr>
    <a:custClr name="Light Blue">
      <a:srgbClr val="ACEAFF"/>
    </a:custClr>
    <a:custClr name="Pink">
      <a:srgbClr val="FD349C"/>
    </a:custClr>
    <a:custClr name="Blank">
      <a:srgbClr val="FFFFFF"/>
    </a:custClr>
    <a:custClr name="Blank">
      <a:srgbClr val="FFFFFF"/>
    </a:custClr>
    <a:custClr name="Blank">
      <a:srgbClr val="FFFFFF"/>
    </a:custClr>
    <a:custClr name="Blue">
      <a:srgbClr val="76D2FF"/>
    </a:custClr>
    <a:custClr name="Dark Purple">
      <a:srgbClr val="510DBC"/>
    </a:custClr>
    <a:custClr name="Light Purple">
      <a:srgbClr val="B497FF"/>
    </a:custClr>
    <a:custClr name="Dark Pink">
      <a:srgbClr val="AB0D82"/>
    </a:custClr>
    <a:custClr name="Light Pink">
      <a:srgbClr val="FFA3DA"/>
    </a:custClr>
    <a:custClr name="Dark Green">
      <a:srgbClr val="098E7E"/>
    </a:custClr>
    <a:custClr name="Green">
      <a:srgbClr val="00C0AE"/>
    </a:custClr>
    <a:custClr name="Light Green">
      <a:srgbClr val="63EBDA"/>
    </a:custClr>
    <a:custClr name="Blank">
      <a:srgbClr val="FFFFFF"/>
    </a:custClr>
    <a:custClr name="Blank">
      <a:srgbClr val="FFFFFF"/>
    </a:custClr>
    <a:custClr name="Gray 1">
      <a:srgbClr val="333333"/>
    </a:custClr>
    <a:custClr name="Gray 2">
      <a:srgbClr val="666666"/>
    </a:custClr>
    <a:custClr name="Gray 3">
      <a:srgbClr val="989898"/>
    </a:custClr>
    <a:custClr name="Gray 4">
      <a:srgbClr val="B2B2B2"/>
    </a:custClr>
    <a:custClr name="Gray 5">
      <a:srgbClr val="E5E5E5"/>
    </a:custClr>
    <a:custClr name="Blank">
      <a:srgbClr val="FFFFFF"/>
    </a:custClr>
    <a:custClr name="Blank">
      <a:srgbClr val="FFFFFF"/>
    </a:custClr>
    <a:custClr name="Blank">
      <a:srgbClr val="FFFFFF"/>
    </a:custClr>
    <a:custClr name="Blank">
      <a:srgbClr val="FFFFFF"/>
    </a:custClr>
    <a:custClr name="Blank">
      <a:srgbClr val="FFFFFF"/>
    </a:custClr>
  </a:custClrLst>
  <a:extLst>
    <a:ext uri="{05A4C25C-085E-4340-85A3-A5531E510DB2}">
      <thm15:themeFamily xmlns:thm15="http://schemas.microsoft.com/office/thememl/2012/main" name="KPMG Widescreen Standard Template-2024-Copilot-v3.potx" id="{64302396-3C87-46E8-8E15-E383954CA4A8}" vid="{67E6821C-2FDF-44B1-8B68-FBF77AE4269B}"/>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item1.xml><?xml version="1.0" encoding="utf-8"?>
<TemplafyTemplateConfiguration><![CDATA[{"elementsMetadata":[],"transformationConfigurations":[],"templateName":"KPMG Widescreen Standard Template","templateDescription":"","enableDocumentContentUpdater":false,"version":"2.0"}]]></TemplafyTemplateConfiguration>
</file>

<file path=customXml/item2.xml><?xml version="1.0" encoding="utf-8"?>
<TemplafySlideTemplateConfiguration><![CDATA[{"slideVersion":1,"isValidatorEnabled":false,"isLocked":false,"elementsMetadata":[],"slideId":"1193861984052838401","enableDocumentContentUpdater":false,"version":"2.0"}]]></TemplafySlideTemplateConfiguration>
</file>

<file path=customXml/item3.xml><?xml version="1.0" encoding="utf-8"?>
<ct:contentTypeSchema xmlns:ct="http://schemas.microsoft.com/office/2006/metadata/contentType" xmlns:ma="http://schemas.microsoft.com/office/2006/metadata/properties/metaAttributes" ct:_="" ma:_="" ma:contentTypeName="Document" ma:contentTypeID="0x010100C999CE80F1B44445BB5E9DE12FCAFFBF" ma:contentTypeVersion="18" ma:contentTypeDescription="Create a new document." ma:contentTypeScope="" ma:versionID="774106159c7c134df5bfce6a643ad80a">
  <xsd:schema xmlns:xsd="http://www.w3.org/2001/XMLSchema" xmlns:xs="http://www.w3.org/2001/XMLSchema" xmlns:p="http://schemas.microsoft.com/office/2006/metadata/properties" xmlns:ns2="a1056aa5-6b4d-4c47-aaac-9426e9d9b737" xmlns:ns3="8e4cac8c-e99d-49dd-8c24-1d4caeb84b2c" targetNamespace="http://schemas.microsoft.com/office/2006/metadata/properties" ma:root="true" ma:fieldsID="a859a95caa7e12b5ac7f0eaaf76282f9" ns2:_="" ns3:_="">
    <xsd:import namespace="a1056aa5-6b4d-4c47-aaac-9426e9d9b737"/>
    <xsd:import namespace="8e4cac8c-e99d-49dd-8c24-1d4caeb84b2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ObjectDetectorVersions" minOccurs="0"/>
                <xsd:element ref="ns2:MediaServiceSearchPropertie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056aa5-6b4d-4c47-aaac-9426e9d9b7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e4cac8c-e99d-49dd-8c24-1d4caeb84b2c"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7052aedc-1507-4a22-9d47-87556314de20}" ma:internalName="TaxCatchAll" ma:showField="CatchAllData" ma:web="8e4cac8c-e99d-49dd-8c24-1d4caeb84b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TemplafySlideTemplateConfiguration><![CDATA[{"slideVersion":1,"isValidatorEnabled":false,"isLocked":false,"elementsMetadata":[],"slideId":"1088577595228291072","enableDocumentContentUpdater":false,"version":"2.0"}]]></TemplafySlideTemplateConfiguration>
</file>

<file path=customXml/item5.xml><?xml version="1.0" encoding="utf-8"?>
<TemplafySlideTemplateConfiguration><![CDATA[{"slideVersion":1,"isValidatorEnabled":false,"isLocked":false,"elementsMetadata":[],"slideId":"1193861984052838402","enableDocumentContentUpdater":false,"version":"2.0"}]]></TemplafySlideTemplateConfiguration>
</file>

<file path=customXml/item6.xml><?xml version="1.0" encoding="utf-8"?>
<TemplafySlideFormConfiguration><![CDATA[{"formFields":[],"formDataEntries":[]}]]></TemplafySlideFormConfiguration>
</file>

<file path=customXml/item7.xml><?xml version="1.0" encoding="utf-8"?>
<TemplafySlideTemplateConfiguration><![CDATA[{"slideVersion":1,"isValidatorEnabled":false,"isLocked":false,"elementsMetadata":[],"slideId":"1193861984052838400","enableDocumentContentUpdater":false,"version":"2.0"}]]></TemplafySlideTemplateConfiguration>
</file>

<file path=customXml/item8.xml><?xml version="1.0" encoding="utf-8"?>
<TemplafyFormConfiguration><![CDATA[{"formFields":[],"formDataEntries":[]}]]></TemplafyFormConfiguration>
</file>

<file path=customXml/item9.xml><?xml version="1.0" encoding="utf-8"?>
<TemplafySlideFormConfiguration><![CDATA[{"formFields":[],"formDataEntries":[]}]]></TemplafySlideFormConfiguration>
</file>

<file path=customXml/item10.xml><?xml version="1.0" encoding="utf-8"?>
<TemplafySlideFormConfiguration><![CDATA[{"formFields":[],"formDataEntries":[]}]]></TemplafySlideFormConfiguration>
</file>

<file path=customXml/item11.xml><?xml version="1.0" encoding="utf-8"?>
<?mso-contentType ?>
<FormTemplates xmlns="http://schemas.microsoft.com/sharepoint/v3/contenttype/forms">
  <Display>DocumentLibraryForm</Display>
  <Edit>DocumentLibraryForm</Edit>
  <New>DocumentLibraryForm</New>
</FormTemplates>
</file>

<file path=customXml/item12.xml><?xml version="1.0" encoding="utf-8"?>
<TemplafySlideFormConfiguration><![CDATA[{"formFields":[],"formDataEntries":[]}]]></TemplafySlideFormConfiguration>
</file>

<file path=customXml/item13.xml><?xml version="1.0" encoding="utf-8"?>
<p:properties xmlns:p="http://schemas.microsoft.com/office/2006/metadata/properties" xmlns:xsi="http://www.w3.org/2001/XMLSchema-instance" xmlns:pc="http://schemas.microsoft.com/office/infopath/2007/PartnerControls">
  <documentManagement>
    <lcf76f155ced4ddcb4097134ff3c332f xmlns="a1056aa5-6b4d-4c47-aaac-9426e9d9b737">
      <Terms xmlns="http://schemas.microsoft.com/office/infopath/2007/PartnerControls"/>
    </lcf76f155ced4ddcb4097134ff3c332f>
    <TaxCatchAll xmlns="8e4cac8c-e99d-49dd-8c24-1d4caeb84b2c" xsi:nil="true"/>
  </documentManagement>
</p:properties>
</file>

<file path=customXml/item14.xml><?xml version="1.0" encoding="utf-8"?>
<TemplafySlideTemplateConfiguration><![CDATA[{"slideVersion":1,"isValidatorEnabled":false,"isLocked":false,"elementsMetadata":[],"slideId":"986967843056386049","enableDocumentContentUpdater":false,"version":"2.0"}]]></TemplafySlideTemplateConfiguration>
</file>

<file path=customXml/item15.xml><?xml version="1.0" encoding="utf-8"?>
<TemplafySlideFormConfiguration><![CDATA[{"formFields":[],"formDataEntries":[]}]]></TemplafySlideFormConfiguration>
</file>

<file path=customXml/item16.xml><?xml version="1.0" encoding="utf-8"?>
<TemplafySlideFormConfiguration><![CDATA[{"formFields":[],"formDataEntries":[]}]]></TemplafySlideFormConfiguration>
</file>

<file path=customXml/item17.xml><?xml version="1.0" encoding="utf-8"?>
<TemplafySlideTemplateConfiguration><![CDATA[{"slideVersion":1,"isValidatorEnabled":false,"isLocked":false,"elementsMetadata":[],"slideId":"986967843056386049","enableDocumentContentUpdater":false,"version":"2.0"}]]></TemplafySlideTemplateConfiguration>
</file>

<file path=customXml/itemProps1.xml><?xml version="1.0" encoding="utf-8"?>
<ds:datastoreItem xmlns:ds="http://schemas.openxmlformats.org/officeDocument/2006/customXml" ds:itemID="{B60084BD-7C1E-488C-B038-48CF4AACD980}">
  <ds:schemaRefs/>
</ds:datastoreItem>
</file>

<file path=customXml/itemProps2.xml><?xml version="1.0" encoding="utf-8"?>
<ds:datastoreItem xmlns:ds="http://schemas.openxmlformats.org/officeDocument/2006/customXml" ds:itemID="{50708FB3-CBA0-4D3A-BC05-3365D4DBB914}">
  <ds:schemaRefs/>
</ds:datastoreItem>
</file>

<file path=customXml/itemProps3.xml><?xml version="1.0" encoding="utf-8"?>
<ds:datastoreItem xmlns:ds="http://schemas.openxmlformats.org/officeDocument/2006/customXml" ds:itemID="{83D70DB8-DAD0-495E-A9EC-3510E188940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1056aa5-6b4d-4c47-aaac-9426e9d9b737"/>
    <ds:schemaRef ds:uri="8e4cac8c-e99d-49dd-8c24-1d4caeb84b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5C2812FA-EC1A-4CF0-B02D-1539CDC01201}">
  <ds:schemaRefs/>
</ds:datastoreItem>
</file>

<file path=customXml/itemProps5.xml><?xml version="1.0" encoding="utf-8"?>
<ds:datastoreItem xmlns:ds="http://schemas.openxmlformats.org/officeDocument/2006/customXml" ds:itemID="{0DC64C54-37D6-4A5B-A663-7BFA07D5900C}">
  <ds:schemaRefs/>
</ds:datastoreItem>
</file>

<file path=customXml/itemProps6.xml><?xml version="1.0" encoding="utf-8"?>
<ds:datastoreItem xmlns:ds="http://schemas.openxmlformats.org/officeDocument/2006/customXml" ds:itemID="{A780381D-826D-4457-97D6-2161E7A010D3}">
  <ds:schemaRefs/>
</ds:datastoreItem>
</file>

<file path=customXml/itemProps7.xml><?xml version="1.0" encoding="utf-8"?>
<ds:datastoreItem xmlns:ds="http://schemas.openxmlformats.org/officeDocument/2006/customXml" ds:itemID="{59492E47-5CA9-4AEC-878C-DDCF0E4CDB80}">
  <ds:schemaRefs/>
</ds:datastoreItem>
</file>

<file path=customXml/itemProps8.xml><?xml version="1.0" encoding="utf-8"?>
<ds:datastoreItem xmlns:ds="http://schemas.openxmlformats.org/officeDocument/2006/customXml" ds:itemID="{5BA7C8A9-1A7F-4478-BBE8-5764B74A53D1}">
  <ds:schemaRefs/>
</ds:datastoreItem>
</file>

<file path=customXml/itemProps9.xml><?xml version="1.0" encoding="utf-8"?>
<ds:datastoreItem xmlns:ds="http://schemas.openxmlformats.org/officeDocument/2006/customXml" ds:itemID="{AD88B5A8-E9EE-455C-8737-4EB312C52866}">
  <ds:schemaRefs/>
</ds:datastoreItem>
</file>

<file path=customXml/itemProps10.xml><?xml version="1.0" encoding="utf-8"?>
<ds:datastoreItem xmlns:ds="http://schemas.openxmlformats.org/officeDocument/2006/customXml" ds:itemID="{BB0AC888-E70C-4FC0-A4CF-0364FB6E35DF}">
  <ds:schemaRefs/>
</ds:datastoreItem>
</file>

<file path=customXml/itemProps11.xml><?xml version="1.0" encoding="utf-8"?>
<ds:datastoreItem xmlns:ds="http://schemas.openxmlformats.org/officeDocument/2006/customXml" ds:itemID="{F034BEFB-05FF-494F-A864-D5E449953329}">
  <ds:schemaRefs>
    <ds:schemaRef ds:uri="http://schemas.microsoft.com/sharepoint/v3/contenttype/forms"/>
  </ds:schemaRefs>
</ds:datastoreItem>
</file>

<file path=customXml/itemProps12.xml><?xml version="1.0" encoding="utf-8"?>
<ds:datastoreItem xmlns:ds="http://schemas.openxmlformats.org/officeDocument/2006/customXml" ds:itemID="{46530F36-82B0-4828-843F-AC30EE623B5A}">
  <ds:schemaRefs/>
</ds:datastoreItem>
</file>

<file path=customXml/itemProps13.xml><?xml version="1.0" encoding="utf-8"?>
<ds:datastoreItem xmlns:ds="http://schemas.openxmlformats.org/officeDocument/2006/customXml" ds:itemID="{9D4A23DA-2209-4BB0-9B63-E26470288F4E}">
  <ds:schemaRefs>
    <ds:schemaRef ds:uri="http://schemas.microsoft.com/office/2006/metadata/properties"/>
    <ds:schemaRef ds:uri="http://purl.org/dc/dcmitype/"/>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8e4cac8c-e99d-49dd-8c24-1d4caeb84b2c"/>
    <ds:schemaRef ds:uri="a1056aa5-6b4d-4c47-aaac-9426e9d9b737"/>
    <ds:schemaRef ds:uri="http://www.w3.org/XML/1998/namespace"/>
    <ds:schemaRef ds:uri="http://purl.org/dc/terms/"/>
  </ds:schemaRefs>
</ds:datastoreItem>
</file>

<file path=customXml/itemProps14.xml><?xml version="1.0" encoding="utf-8"?>
<ds:datastoreItem xmlns:ds="http://schemas.openxmlformats.org/officeDocument/2006/customXml" ds:itemID="{5D2C15F4-B5E5-4FA1-A699-879F4EEAEC10}">
  <ds:schemaRefs/>
</ds:datastoreItem>
</file>

<file path=customXml/itemProps15.xml><?xml version="1.0" encoding="utf-8"?>
<ds:datastoreItem xmlns:ds="http://schemas.openxmlformats.org/officeDocument/2006/customXml" ds:itemID="{BB49A663-20EB-4B49-AB1B-B66EEDAB81E9}">
  <ds:schemaRefs/>
</ds:datastoreItem>
</file>

<file path=customXml/itemProps16.xml><?xml version="1.0" encoding="utf-8"?>
<ds:datastoreItem xmlns:ds="http://schemas.openxmlformats.org/officeDocument/2006/customXml" ds:itemID="{5306DC6C-25F6-4BB7-98A0-88C8DB4BD9A5}">
  <ds:schemaRefs/>
</ds:datastoreItem>
</file>

<file path=customXml/itemProps17.xml><?xml version="1.0" encoding="utf-8"?>
<ds:datastoreItem xmlns:ds="http://schemas.openxmlformats.org/officeDocument/2006/customXml" ds:itemID="{EF9714FA-4DE5-4ADA-8475-319969ED73D8}">
  <ds:schemaRefs/>
</ds:datastoreItem>
</file>

<file path=docMetadata/LabelInfo.xml><?xml version="1.0" encoding="utf-8"?>
<clbl:labelList xmlns:clbl="http://schemas.microsoft.com/office/2020/mipLabelMetadata">
  <clbl:label id="{deff24bb-2089-4400-8c8e-f71e680378b2}" enabled="0" method="" siteId="{deff24bb-2089-4400-8c8e-f71e680378b2}" removed="1"/>
</clbl:labelList>
</file>

<file path=docProps/app.xml><?xml version="1.0" encoding="utf-8"?>
<Properties xmlns="http://schemas.openxmlformats.org/officeDocument/2006/extended-properties" xmlns:vt="http://schemas.openxmlformats.org/officeDocument/2006/docPropsVTypes">
  <Template>KPMG Widescreen Standard Template</Template>
  <TotalTime>1135</TotalTime>
  <Words>4012</Words>
  <Application>Microsoft Office PowerPoint</Application>
  <PresentationFormat>Widescreen</PresentationFormat>
  <Paragraphs>585</Paragraphs>
  <Slides>22</Slides>
  <Notes>12</Notes>
  <HiddenSlides>0</HiddenSlides>
  <MMClips>0</MMClips>
  <ScaleCrop>false</ScaleCrop>
  <HeadingPairs>
    <vt:vector size="8" baseType="variant">
      <vt:variant>
        <vt:lpstr>Fonts Used</vt:lpstr>
      </vt:variant>
      <vt:variant>
        <vt:i4>6</vt:i4>
      </vt:variant>
      <vt:variant>
        <vt:lpstr>Theme</vt:lpstr>
      </vt:variant>
      <vt:variant>
        <vt:i4>4</vt:i4>
      </vt:variant>
      <vt:variant>
        <vt:lpstr>Embedded OLE Servers</vt:lpstr>
      </vt:variant>
      <vt:variant>
        <vt:i4>1</vt:i4>
      </vt:variant>
      <vt:variant>
        <vt:lpstr>Slide Titles</vt:lpstr>
      </vt:variant>
      <vt:variant>
        <vt:i4>22</vt:i4>
      </vt:variant>
    </vt:vector>
  </HeadingPairs>
  <TitlesOfParts>
    <vt:vector size="33" baseType="lpstr">
      <vt:lpstr>KPMG Bold</vt:lpstr>
      <vt:lpstr>Calibri</vt:lpstr>
      <vt:lpstr>Arial</vt:lpstr>
      <vt:lpstr>Aptos</vt:lpstr>
      <vt:lpstr>Wingdings</vt:lpstr>
      <vt:lpstr>Univers for KPMG</vt:lpstr>
      <vt:lpstr>KPMG Widescreen [16:9] Feb 2022</vt:lpstr>
      <vt:lpstr>KPMG Widescreen [16:9] Feb 2022</vt:lpstr>
      <vt:lpstr>1_KPMG Widescreen [16:9] Feb 2022</vt:lpstr>
      <vt:lpstr>2_KPMG Widescreen [16:9] Feb 2022</vt:lpstr>
      <vt:lpstr>think-cell Slide</vt:lpstr>
      <vt:lpstr>Disney  AI for Tax</vt:lpstr>
      <vt:lpstr>AI Strategy for Disney</vt:lpstr>
      <vt:lpstr>Current State Tax Technology Ecosystem </vt:lpstr>
      <vt:lpstr>Prioritization Matrix </vt:lpstr>
      <vt:lpstr>Reference Architecture: Conceptual </vt:lpstr>
      <vt:lpstr>Reference Architecture: Logical</vt:lpstr>
      <vt:lpstr>Reference Architecture: Physical  </vt:lpstr>
      <vt:lpstr>KPMG &amp; Disney AI for Tax Partnership</vt:lpstr>
      <vt:lpstr>Enable AI Potential with Value and Speed</vt:lpstr>
      <vt:lpstr>KPMG &amp; Disney AI for Tax Partnership Agents</vt:lpstr>
      <vt:lpstr>Proven Build Patterns in Disney Environment</vt:lpstr>
      <vt:lpstr>Copilot Studio Agents (Production Ready February 2026)</vt:lpstr>
      <vt:lpstr>Indirect Tax Notice Data Flow/Architecture</vt:lpstr>
      <vt:lpstr>Commercial Domicile Data Flow/Architecture</vt:lpstr>
      <vt:lpstr>CbyC Variance Reporting Data Flow/Architecture Part 1</vt:lpstr>
      <vt:lpstr>CbyC Variance Reporting Data Flow/Architecture Part 2</vt:lpstr>
      <vt:lpstr>Two paths translating use cases into realizable value</vt:lpstr>
      <vt:lpstr>Copilot Agent Value Realization</vt:lpstr>
      <vt:lpstr>Direct and Indirect Tax Notice Tracker Agent - Time Saved</vt:lpstr>
      <vt:lpstr>Direct and Indirect Tax Refund Tracker Agent - Time Saved</vt:lpstr>
      <vt:lpstr>Commercial Domicile Agent - Time Saved</vt:lpstr>
      <vt:lpstr>Country by Country Variance Analysis Agent - Time Saved</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Gordon, Pamela</dc:creator>
  <cp:lastModifiedBy>Sheridan, Jack</cp:lastModifiedBy>
  <cp:revision>2</cp:revision>
  <dcterms:created xsi:type="dcterms:W3CDTF">2025-06-26T21:00:28Z</dcterms:created>
  <dcterms:modified xsi:type="dcterms:W3CDTF">2026-02-23T15:48:43Z</dcterms:modified>
  <cp:category>KPMG Public</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fyTimeStamp">
    <vt:lpwstr>2025-05-28T14:37:07</vt:lpwstr>
  </property>
  <property fmtid="{D5CDD505-2E9C-101B-9397-08002B2CF9AE}" pid="3" name="TemplafyTenantId">
    <vt:lpwstr>kpmgamericas</vt:lpwstr>
  </property>
  <property fmtid="{D5CDD505-2E9C-101B-9397-08002B2CF9AE}" pid="4" name="TemplafyTemplateId">
    <vt:lpwstr>918706407499104292</vt:lpwstr>
  </property>
  <property fmtid="{D5CDD505-2E9C-101B-9397-08002B2CF9AE}" pid="5" name="TemplafyUserProfileId">
    <vt:lpwstr>1158193156109108235</vt:lpwstr>
  </property>
  <property fmtid="{D5CDD505-2E9C-101B-9397-08002B2CF9AE}" pid="6" name="TemplafyFromBlank">
    <vt:bool>false</vt:bool>
  </property>
  <property fmtid="{D5CDD505-2E9C-101B-9397-08002B2CF9AE}" pid="7" name="ContentTypeId">
    <vt:lpwstr>0x010100C999CE80F1B44445BB5E9DE12FCAFFBF</vt:lpwstr>
  </property>
  <property fmtid="{D5CDD505-2E9C-101B-9397-08002B2CF9AE}" pid="8" name="MediaServiceImageTags">
    <vt:lpwstr/>
  </property>
</Properties>
</file>
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2" r:id="rId4"/>
  </p:sldMasterIdLst>
  <p:notesMasterIdLst>
    <p:notesMasterId r:id="rId57"/>
  </p:notesMasterIdLst>
  <p:sldIdLst>
    <p:sldId id="256" r:id="rId13"/>
    <p:sldId id="257" r:id="rId14"/>
    <p:sldId id="258" r:id="rId15"/>
    <p:sldId id="259" r:id="rId16"/>
    <p:sldId id="260" r:id="rId17"/>
    <p:sldId id="26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ckoff" id="{D088FEE6-4EE3-4D51-8732-05D8C757D652}">
          <p14:sldIdLst>
            <p14:sldId id="563"/>
            <p14:sldId id="564"/>
            <p14:sldId id="2147483349"/>
          </p14:sldIdLst>
        </p14:section>
        <p14:section name="Introductions" id="{4D0F3FA0-C635-4E89-9D91-A3B823918E88}">
          <p14:sldIdLst>
            <p14:sldId id="2147483319"/>
            <p14:sldId id="2147483296"/>
            <p14:sldId id="2147483294"/>
            <p14:sldId id="2147483281"/>
          </p14:sldIdLst>
        </p14:section>
        <p14:section name="Workstream A" id="{55D2631E-E1F7-419D-9544-4612E82D9467}">
          <p14:sldIdLst>
            <p14:sldId id="2147483333"/>
            <p14:sldId id="2147483334"/>
            <p14:sldId id="2147483293"/>
            <p14:sldId id="2147483324"/>
            <p14:sldId id="2147483350"/>
            <p14:sldId id="2147483325"/>
            <p14:sldId id="2147483326"/>
            <p14:sldId id="2147483299"/>
            <p14:sldId id="2147483300"/>
          </p14:sldIdLst>
        </p14:section>
        <p14:section name="Workstream B" id="{EEF2AB2A-8A29-4FC2-AA30-F2F7A594C3CB}">
          <p14:sldIdLst>
            <p14:sldId id="2147483312"/>
            <p14:sldId id="2147483313"/>
            <p14:sldId id="2147483306"/>
            <p14:sldId id="2147483307"/>
            <p14:sldId id="2147483323"/>
            <p14:sldId id="2147483351"/>
            <p14:sldId id="2147483345"/>
            <p14:sldId id="2147483346"/>
            <p14:sldId id="2147483347"/>
            <p14:sldId id="2147483348"/>
            <p14:sldId id="2147483321"/>
            <p14:sldId id="2147483322"/>
          </p14:sldIdLst>
        </p14:section>
        <p14:section name="Workstream C" id="{9B6185C9-A7C0-42D9-94FF-DB2589ECE86E}">
          <p14:sldIdLst>
            <p14:sldId id="2147483344"/>
            <p14:sldId id="2147483314"/>
            <p14:sldId id="2147483315"/>
            <p14:sldId id="2147483335"/>
            <p14:sldId id="2147483336"/>
            <p14:sldId id="2147483337"/>
          </p14:sldIdLst>
        </p14:section>
        <p14:section name="Workstream D" id="{2A9BAE51-5ADE-40AC-A66E-9C335239625F}">
          <p14:sldIdLst>
            <p14:sldId id="2147483343"/>
            <p14:sldId id="2147483316"/>
            <p14:sldId id="2147483301"/>
            <p14:sldId id="2147483338"/>
            <p14:sldId id="2147483339"/>
            <p14:sldId id="2147483340"/>
          </p14:sldIdLst>
        </p14:section>
        <p14:section name="Workstream 0" id="{2F60057B-FD07-4342-BF83-7AA80DC91D70}">
          <p14:sldIdLst>
            <p14:sldId id="2147483342"/>
            <p14:sldId id="2147483308"/>
            <p14:sldId id="2147483309"/>
          </p14:sldIdLst>
        </p14:section>
        <p14:section name="Workstream E" id="{CEC18DD6-7F46-4111-A86B-751D0E0F7956}">
          <p14:sldIdLst>
            <p14:sldId id="2147483341"/>
            <p14:sldId id="2147483302"/>
            <p14:sldId id="2147483303"/>
          </p14:sldIdLst>
        </p14:section>
        <p14:section name="Workstream F" id="{E1C5A64F-7F32-4DD2-888B-BC25673B5630}">
          <p14:sldIdLst>
            <p14:sldId id="2147483297"/>
            <p14:sldId id="2147483304"/>
            <p14:sldId id="2147483305"/>
          </p14:sldIdLst>
        </p14:section>
        <p14:section name="Cuts" id="{C26991B6-2445-4FB7-B21C-B3E31AB37B27}">
          <p14:sldIdLst>
            <p14:sldId id="566"/>
            <p14:sldId id="568"/>
            <p14:sldId id="56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541F01-489B-D8D9-05CB-DA7F02DD66DB}" name="Haslam, Thomas" initials="TH" userId="S::thomashaslam@kpmg.com::4839b5df-de47-414e-ac79-6dcade93eed1" providerId="AD"/>
  <p188:author id="{1A01CC23-5D9C-EB6B-9D27-C01F3D4B2AB9}" name="Crooks, Kyle T" initials="KC" userId="S::kcrooks@kpmg.com::46ac3cc3-d29e-4bb9-a44a-306e0801140d" providerId="AD"/>
  <p188:author id="{4A7E032E-F2AD-D7B7-BB46-6F7059D29A6A}" name="Muir, David" initials="DM" userId="S::drmuir@kpmg.com::a735b008-45f0-467d-838e-e56f16b1dc7b" providerId="AD"/>
  <p188:author id="{52904052-1643-7FCE-7A5F-6551545F3671}" name="Antone, Keith D" initials="" userId="S::kantone@kpmg.com::87c2b828-a04f-4d2d-859d-5445033f93e2" providerId="AD"/>
  <p188:author id="{D96A176C-B00A-E3C9-7CEB-2AE0E636E5E6}" name="Veingrad, Joseph" initials="JV" userId="S::jveingrad@kpmg.com::d8b68cd1-7862-48a0-9c72-8fbfd5f2a4a5" providerId="AD"/>
  <p188:author id="{F24CE182-DE66-5D04-E21D-F69500392F05}" name="Markatia, Danish" initials="DM" userId="S::dmarkatia@kpmg.com::050c7bd4-a7d7-4078-a432-131b434f7446" providerId="AD"/>
  <p188:author id="{91F693BB-7058-ECB4-8F1D-A1321A4D8D6F}" name="Hanson, Niels W" initials="" userId="S::nhanson@kpmg.com::d42b3242-5e35-4e84-b4d1-61c018cd566e" providerId="AD"/>
  <p188:author id="{A78FDBF2-AF5E-30B6-7AEE-083A6426561D}" name="Kalidindi, Naga Mahendra V" initials="NK" userId="S::nkalidindi@kpmg.com::498c76e8-dbe5-45f5-932b-5ad14c9040e2" providerId="AD"/>
  <p188:author id="{B01027F8-5D7A-225C-93B1-3204DC36D099}" name="Walsh, William" initials="WW" userId="S::williamwalsh1@kpmg.com::21366335-7b20-481e-9e5e-f413db4dabe6"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A315E"/>
    <a:srgbClr val="3D8EC3"/>
    <a:srgbClr val="868686"/>
    <a:srgbClr val="3975AC"/>
    <a:srgbClr val="B8B8B8"/>
    <a:srgbClr val="1FA3E0"/>
    <a:srgbClr val="59B947"/>
    <a:srgbClr val="0A4B8C"/>
    <a:srgbClr val="00A78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D61D0D-5A0E-D440-B4CE-B57C01068F39}" v="2975" dt="2026-10-07T17:32:46.660"/>
    <p1510:client id="{E2C0B677-9D93-47AC-87C4-3C8BDF597E57}" v="419" dt="2026-10-06T19:40:44.1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 Id="rId62" Type="http://schemas.microsoft.com/office/2016/11/relationships/changesInfo" Target="changesInfos/changesInfo1.xml"/><Relationship Id="rId63" Type="http://schemas.microsoft.com/office/2015/10/relationships/revisionInfo" Target="revisionInfo.xml"/><Relationship Id="rId6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katia, Danish" userId="050c7bd4-a7d7-4078-a432-131b434f7446" providerId="ADAL" clId="{C704670E-EB26-59A5-B939-4679B0AC3774}"/>
    <pc:docChg chg="undo redo custSel addSld delSld modSld modSection">
      <pc:chgData name="Markatia, Danish" userId="050c7bd4-a7d7-4078-a432-131b434f7446" providerId="ADAL" clId="{C704670E-EB26-59A5-B939-4679B0AC3774}" dt="2026-10-07T17:32:46.660" v="2955" actId="20577"/>
      <pc:docMkLst>
        <pc:docMk/>
      </pc:docMkLst>
      <pc:sldChg chg="addSp delSp modSp mod">
        <pc:chgData name="Markatia, Danish" userId="050c7bd4-a7d7-4078-a432-131b434f7446" providerId="ADAL" clId="{C704670E-EB26-59A5-B939-4679B0AC3774}" dt="2026-10-06T15:05:29.275" v="1323"/>
        <pc:sldMkLst>
          <pc:docMk/>
          <pc:sldMk cId="2017050885" sldId="2147483321"/>
        </pc:sldMkLst>
        <pc:spChg chg="add del mod">
          <ac:chgData name="Markatia, Danish" userId="050c7bd4-a7d7-4078-a432-131b434f7446" providerId="ADAL" clId="{C704670E-EB26-59A5-B939-4679B0AC3774}" dt="2026-10-06T15:05:29.275" v="1323"/>
          <ac:spMkLst>
            <pc:docMk/>
            <pc:sldMk cId="2017050885" sldId="2147483321"/>
            <ac:spMk id="2" creationId="{013ACC0E-6D74-3A7D-CC83-6A36DEE6E6EC}"/>
          </ac:spMkLst>
        </pc:spChg>
        <pc:spChg chg="add mod">
          <ac:chgData name="Markatia, Danish" userId="050c7bd4-a7d7-4078-a432-131b434f7446" providerId="ADAL" clId="{C704670E-EB26-59A5-B939-4679B0AC3774}" dt="2026-10-01T18:12:42.257" v="200" actId="20577"/>
          <ac:spMkLst>
            <pc:docMk/>
            <pc:sldMk cId="2017050885" sldId="2147483321"/>
            <ac:spMk id="5" creationId="{53F23082-AE72-9B45-9CC3-C74289A69716}"/>
          </ac:spMkLst>
        </pc:spChg>
        <pc:spChg chg="mod">
          <ac:chgData name="Markatia, Danish" userId="050c7bd4-a7d7-4078-a432-131b434f7446" providerId="ADAL" clId="{C704670E-EB26-59A5-B939-4679B0AC3774}" dt="2026-10-01T18:11:55.346" v="193" actId="1076"/>
          <ac:spMkLst>
            <pc:docMk/>
            <pc:sldMk cId="2017050885" sldId="2147483321"/>
            <ac:spMk id="6" creationId="{8A4F06CF-65F6-D5EE-97FE-BEC66DD048A2}"/>
          </ac:spMkLst>
        </pc:spChg>
        <pc:graphicFrameChg chg="add mod modGraphic">
          <ac:chgData name="Markatia, Danish" userId="050c7bd4-a7d7-4078-a432-131b434f7446" providerId="ADAL" clId="{C704670E-EB26-59A5-B939-4679B0AC3774}" dt="2026-10-06T13:16:03.717" v="397" actId="13926"/>
          <ac:graphicFrameMkLst>
            <pc:docMk/>
            <pc:sldMk cId="2017050885" sldId="2147483321"/>
            <ac:graphicFrameMk id="7" creationId="{2EE76BE3-14A0-C8F7-650D-6897DCB26B22}"/>
          </ac:graphicFrameMkLst>
        </pc:graphicFrameChg>
      </pc:sldChg>
      <pc:sldChg chg="addSp delSp modSp mod">
        <pc:chgData name="Markatia, Danish" userId="050c7bd4-a7d7-4078-a432-131b434f7446" providerId="ADAL" clId="{C704670E-EB26-59A5-B939-4679B0AC3774}" dt="2026-10-01T18:56:13.233" v="393" actId="478"/>
        <pc:sldMkLst>
          <pc:docMk/>
          <pc:sldMk cId="2445919042" sldId="2147483322"/>
        </pc:sldMkLst>
        <pc:spChg chg="add mod">
          <ac:chgData name="Markatia, Danish" userId="050c7bd4-a7d7-4078-a432-131b434f7446" providerId="ADAL" clId="{C704670E-EB26-59A5-B939-4679B0AC3774}" dt="2026-10-01T18:27:48.521" v="321" actId="27636"/>
          <ac:spMkLst>
            <pc:docMk/>
            <pc:sldMk cId="2445919042" sldId="2147483322"/>
            <ac:spMk id="5" creationId="{3876990E-B69C-1457-1B79-941714625F0B}"/>
          </ac:spMkLst>
        </pc:spChg>
        <pc:spChg chg="mod">
          <ac:chgData name="Markatia, Danish" userId="050c7bd4-a7d7-4078-a432-131b434f7446" providerId="ADAL" clId="{C704670E-EB26-59A5-B939-4679B0AC3774}" dt="2026-10-01T18:27:06.242" v="309" actId="1076"/>
          <ac:spMkLst>
            <pc:docMk/>
            <pc:sldMk cId="2445919042" sldId="2147483322"/>
            <ac:spMk id="6" creationId="{D06ED13A-ABE4-488D-AF75-9C5821587793}"/>
          </ac:spMkLst>
        </pc:spChg>
        <pc:graphicFrameChg chg="add mod modGraphic">
          <ac:chgData name="Markatia, Danish" userId="050c7bd4-a7d7-4078-a432-131b434f7446" providerId="ADAL" clId="{C704670E-EB26-59A5-B939-4679B0AC3774}" dt="2026-10-01T18:56:09.348" v="392" actId="20577"/>
          <ac:graphicFrameMkLst>
            <pc:docMk/>
            <pc:sldMk cId="2445919042" sldId="2147483322"/>
            <ac:graphicFrameMk id="7" creationId="{777CBEAC-812C-2BA0-B6DE-002AF1739FB2}"/>
          </ac:graphicFrameMkLst>
        </pc:graphicFrameChg>
      </pc:sldChg>
      <pc:sldChg chg="addSp delSp modSp mod">
        <pc:chgData name="Markatia, Danish" userId="050c7bd4-a7d7-4078-a432-131b434f7446" providerId="ADAL" clId="{C704670E-EB26-59A5-B939-4679B0AC3774}" dt="2026-10-01T18:11:41.978" v="192" actId="1076"/>
        <pc:sldMkLst>
          <pc:docMk/>
          <pc:sldMk cId="537933474" sldId="2147483323"/>
        </pc:sldMkLst>
        <pc:spChg chg="add mod">
          <ac:chgData name="Markatia, Danish" userId="050c7bd4-a7d7-4078-a432-131b434f7446" providerId="ADAL" clId="{C704670E-EB26-59A5-B939-4679B0AC3774}" dt="2026-10-01T18:03:12.484" v="43" actId="27636"/>
          <ac:spMkLst>
            <pc:docMk/>
            <pc:sldMk cId="537933474" sldId="2147483323"/>
            <ac:spMk id="5" creationId="{F211FB9B-E0A1-A9A8-5E8A-9FCF5B644E64}"/>
          </ac:spMkLst>
        </pc:spChg>
        <pc:spChg chg="mod">
          <ac:chgData name="Markatia, Danish" userId="050c7bd4-a7d7-4078-a432-131b434f7446" providerId="ADAL" clId="{C704670E-EB26-59A5-B939-4679B0AC3774}" dt="2026-10-01T18:11:41.978" v="192" actId="1076"/>
          <ac:spMkLst>
            <pc:docMk/>
            <pc:sldMk cId="537933474" sldId="2147483323"/>
            <ac:spMk id="6" creationId="{1061E0E9-6909-C14A-98B4-3B395ED48CFA}"/>
          </ac:spMkLst>
        </pc:spChg>
        <pc:spChg chg="add mod">
          <ac:chgData name="Markatia, Danish" userId="050c7bd4-a7d7-4078-a432-131b434f7446" providerId="ADAL" clId="{C704670E-EB26-59A5-B939-4679B0AC3774}" dt="2026-10-01T18:04:43.935" v="97" actId="20577"/>
          <ac:spMkLst>
            <pc:docMk/>
            <pc:sldMk cId="537933474" sldId="2147483323"/>
            <ac:spMk id="7" creationId="{64AC410C-E92C-A6F2-8C46-2A753A19BFF4}"/>
          </ac:spMkLst>
        </pc:spChg>
        <pc:spChg chg="add mod">
          <ac:chgData name="Markatia, Danish" userId="050c7bd4-a7d7-4078-a432-131b434f7446" providerId="ADAL" clId="{C704670E-EB26-59A5-B939-4679B0AC3774}" dt="2026-10-01T18:08:53.029" v="170" actId="2711"/>
          <ac:spMkLst>
            <pc:docMk/>
            <pc:sldMk cId="537933474" sldId="2147483323"/>
            <ac:spMk id="8" creationId="{E41BA813-34C9-4710-DF58-0AD2A075EE29}"/>
          </ac:spMkLst>
        </pc:spChg>
        <pc:spChg chg="add mod">
          <ac:chgData name="Markatia, Danish" userId="050c7bd4-a7d7-4078-a432-131b434f7446" providerId="ADAL" clId="{C704670E-EB26-59A5-B939-4679B0AC3774}" dt="2026-10-01T18:10:17.205" v="191" actId="20577"/>
          <ac:spMkLst>
            <pc:docMk/>
            <pc:sldMk cId="537933474" sldId="2147483323"/>
            <ac:spMk id="9" creationId="{C596D3D0-9DC5-FC1C-E639-E6DACF93D709}"/>
          </ac:spMkLst>
        </pc:spChg>
        <pc:spChg chg="add mod">
          <ac:chgData name="Markatia, Danish" userId="050c7bd4-a7d7-4078-a432-131b434f7446" providerId="ADAL" clId="{C704670E-EB26-59A5-B939-4679B0AC3774}" dt="2026-10-01T18:02:49.047" v="33"/>
          <ac:spMkLst>
            <pc:docMk/>
            <pc:sldMk cId="537933474" sldId="2147483323"/>
            <ac:spMk id="11" creationId="{24318627-18E0-D02B-C5BB-8E26D4FB401C}"/>
          </ac:spMkLst>
        </pc:spChg>
        <pc:spChg chg="add mod">
          <ac:chgData name="Markatia, Danish" userId="050c7bd4-a7d7-4078-a432-131b434f7446" providerId="ADAL" clId="{C704670E-EB26-59A5-B939-4679B0AC3774}" dt="2026-10-01T18:02:49.047" v="33"/>
          <ac:spMkLst>
            <pc:docMk/>
            <pc:sldMk cId="537933474" sldId="2147483323"/>
            <ac:spMk id="13" creationId="{1F233445-F9D0-6018-546E-13A491D2B78B}"/>
          </ac:spMkLst>
        </pc:spChg>
        <pc:cxnChg chg="add mod">
          <ac:chgData name="Markatia, Danish" userId="050c7bd4-a7d7-4078-a432-131b434f7446" providerId="ADAL" clId="{C704670E-EB26-59A5-B939-4679B0AC3774}" dt="2026-10-01T18:02:49.047" v="33"/>
          <ac:cxnSpMkLst>
            <pc:docMk/>
            <pc:sldMk cId="537933474" sldId="2147483323"/>
            <ac:cxnSpMk id="10" creationId="{674F9B8C-68C8-37FE-B301-548CCA8409DF}"/>
          </ac:cxnSpMkLst>
        </pc:cxnChg>
        <pc:cxnChg chg="add mod">
          <ac:chgData name="Markatia, Danish" userId="050c7bd4-a7d7-4078-a432-131b434f7446" providerId="ADAL" clId="{C704670E-EB26-59A5-B939-4679B0AC3774}" dt="2026-10-01T18:02:49.047" v="33"/>
          <ac:cxnSpMkLst>
            <pc:docMk/>
            <pc:sldMk cId="537933474" sldId="2147483323"/>
            <ac:cxnSpMk id="12" creationId="{8DF87FEE-7855-4D52-60F7-EA75956C4954}"/>
          </ac:cxnSpMkLst>
        </pc:cxnChg>
      </pc:sldChg>
      <pc:sldChg chg="addSp delSp modSp mod">
        <pc:chgData name="Markatia, Danish" userId="050c7bd4-a7d7-4078-a432-131b434f7446" providerId="ADAL" clId="{C704670E-EB26-59A5-B939-4679B0AC3774}" dt="2026-10-06T15:47:49.383" v="2740" actId="20577"/>
        <pc:sldMkLst>
          <pc:docMk/>
          <pc:sldMk cId="3905187311" sldId="2147483345"/>
        </pc:sldMkLst>
        <pc:spChg chg="add mod topLvl">
          <ac:chgData name="Markatia, Danish" userId="050c7bd4-a7d7-4078-a432-131b434f7446" providerId="ADAL" clId="{C704670E-EB26-59A5-B939-4679B0AC3774}" dt="2026-10-06T14:54:39.654" v="1037" actId="403"/>
          <ac:spMkLst>
            <pc:docMk/>
            <pc:sldMk cId="3905187311" sldId="2147483345"/>
            <ac:spMk id="2" creationId="{652E5DF5-82AC-6720-58D7-4AD0327F9C3E}"/>
          </ac:spMkLst>
        </pc:spChg>
        <pc:spChg chg="mod">
          <ac:chgData name="Markatia, Danish" userId="050c7bd4-a7d7-4078-a432-131b434f7446" providerId="ADAL" clId="{C704670E-EB26-59A5-B939-4679B0AC3774}" dt="2026-10-06T15:34:07.265" v="2057"/>
          <ac:spMkLst>
            <pc:docMk/>
            <pc:sldMk cId="3905187311" sldId="2147483345"/>
            <ac:spMk id="3" creationId="{A09EDF06-6F70-0DD1-CF44-90FA2C228A77}"/>
          </ac:spMkLst>
        </pc:spChg>
        <pc:spChg chg="add mod topLvl">
          <ac:chgData name="Markatia, Danish" userId="050c7bd4-a7d7-4078-a432-131b434f7446" providerId="ADAL" clId="{C704670E-EB26-59A5-B939-4679B0AC3774}" dt="2026-10-06T14:54:37.116" v="1032" actId="403"/>
          <ac:spMkLst>
            <pc:docMk/>
            <pc:sldMk cId="3905187311" sldId="2147483345"/>
            <ac:spMk id="4" creationId="{D18D23FB-4C17-8FC5-A1C9-F025D3021861}"/>
          </ac:spMkLst>
        </pc:spChg>
        <pc:spChg chg="add mod topLvl">
          <ac:chgData name="Markatia, Danish" userId="050c7bd4-a7d7-4078-a432-131b434f7446" providerId="ADAL" clId="{C704670E-EB26-59A5-B939-4679B0AC3774}" dt="2026-10-06T14:53:59.025" v="1009" actId="20577"/>
          <ac:spMkLst>
            <pc:docMk/>
            <pc:sldMk cId="3905187311" sldId="2147483345"/>
            <ac:spMk id="5" creationId="{02F9E248-D8C2-93E4-5479-A39E0923DA3A}"/>
          </ac:spMkLst>
        </pc:spChg>
        <pc:spChg chg="add mod topLvl">
          <ac:chgData name="Markatia, Danish" userId="050c7bd4-a7d7-4078-a432-131b434f7446" providerId="ADAL" clId="{C704670E-EB26-59A5-B939-4679B0AC3774}" dt="2026-10-06T14:55:09.077" v="1058" actId="20577"/>
          <ac:spMkLst>
            <pc:docMk/>
            <pc:sldMk cId="3905187311" sldId="2147483345"/>
            <ac:spMk id="6" creationId="{EAE5FD3A-05C5-AC2E-36EE-DBF2762F7ADD}"/>
          </ac:spMkLst>
        </pc:spChg>
        <pc:spChg chg="add mod topLvl">
          <ac:chgData name="Markatia, Danish" userId="050c7bd4-a7d7-4078-a432-131b434f7446" providerId="ADAL" clId="{C704670E-EB26-59A5-B939-4679B0AC3774}" dt="2026-10-06T14:55:32.643" v="1065" actId="20577"/>
          <ac:spMkLst>
            <pc:docMk/>
            <pc:sldMk cId="3905187311" sldId="2147483345"/>
            <ac:spMk id="7" creationId="{4E3A3A55-EE48-0D48-8C0A-8E73D1B5DBE3}"/>
          </ac:spMkLst>
        </pc:spChg>
        <pc:spChg chg="add mod topLvl">
          <ac:chgData name="Markatia, Danish" userId="050c7bd4-a7d7-4078-a432-131b434f7446" providerId="ADAL" clId="{C704670E-EB26-59A5-B939-4679B0AC3774}" dt="2026-10-06T14:55:19.153" v="1062" actId="20577"/>
          <ac:spMkLst>
            <pc:docMk/>
            <pc:sldMk cId="3905187311" sldId="2147483345"/>
            <ac:spMk id="8" creationId="{4A93CD48-3EC4-F630-BE84-823F8EF6A34F}"/>
          </ac:spMkLst>
        </pc:spChg>
        <pc:spChg chg="add mod">
          <ac:chgData name="Markatia, Danish" userId="050c7bd4-a7d7-4078-a432-131b434f7446" providerId="ADAL" clId="{C704670E-EB26-59A5-B939-4679B0AC3774}" dt="2026-10-06T15:04:05.496" v="1288" actId="14100"/>
          <ac:spMkLst>
            <pc:docMk/>
            <pc:sldMk cId="3905187311" sldId="2147483345"/>
            <ac:spMk id="9" creationId="{81548E6A-B5BA-D59A-8781-596A6E8D2B41}"/>
          </ac:spMkLst>
        </pc:spChg>
        <pc:spChg chg="add mod">
          <ac:chgData name="Markatia, Danish" userId="050c7bd4-a7d7-4078-a432-131b434f7446" providerId="ADAL" clId="{C704670E-EB26-59A5-B939-4679B0AC3774}" dt="2026-10-06T15:34:35.946" v="2061" actId="113"/>
          <ac:spMkLst>
            <pc:docMk/>
            <pc:sldMk cId="3905187311" sldId="2147483345"/>
            <ac:spMk id="10" creationId="{394B026B-F6BC-D79D-EB17-1F2509D99C1F}"/>
          </ac:spMkLst>
        </pc:spChg>
        <pc:spChg chg="add mod topLvl">
          <ac:chgData name="Markatia, Danish" userId="050c7bd4-a7d7-4078-a432-131b434f7446" providerId="ADAL" clId="{C704670E-EB26-59A5-B939-4679B0AC3774}" dt="2026-10-06T15:34:39.789" v="2062" actId="113"/>
          <ac:spMkLst>
            <pc:docMk/>
            <pc:sldMk cId="3905187311" sldId="2147483345"/>
            <ac:spMk id="11" creationId="{CC309F28-9907-24B2-D7B6-9F7C7DACD547}"/>
          </ac:spMkLst>
        </pc:spChg>
        <pc:spChg chg="add mod topLvl">
          <ac:chgData name="Markatia, Danish" userId="050c7bd4-a7d7-4078-a432-131b434f7446" providerId="ADAL" clId="{C704670E-EB26-59A5-B939-4679B0AC3774}" dt="2026-10-06T15:40:17.625" v="2235" actId="20577"/>
          <ac:spMkLst>
            <pc:docMk/>
            <pc:sldMk cId="3905187311" sldId="2147483345"/>
            <ac:spMk id="12" creationId="{2429C9B1-E437-82C5-7A08-D299F3E632BE}"/>
          </ac:spMkLst>
        </pc:spChg>
        <pc:spChg chg="add mod topLvl">
          <ac:chgData name="Markatia, Danish" userId="050c7bd4-a7d7-4078-a432-131b434f7446" providerId="ADAL" clId="{C704670E-EB26-59A5-B939-4679B0AC3774}" dt="2026-10-06T15:44:29.881" v="2361" actId="20577"/>
          <ac:spMkLst>
            <pc:docMk/>
            <pc:sldMk cId="3905187311" sldId="2147483345"/>
            <ac:spMk id="13" creationId="{049E2643-868F-9AB5-04DF-2FC1CB14ECAB}"/>
          </ac:spMkLst>
        </pc:spChg>
        <pc:spChg chg="add mod">
          <ac:chgData name="Markatia, Danish" userId="050c7bd4-a7d7-4078-a432-131b434f7446" providerId="ADAL" clId="{C704670E-EB26-59A5-B939-4679B0AC3774}" dt="2026-10-06T15:47:49.383" v="2740" actId="20577"/>
          <ac:spMkLst>
            <pc:docMk/>
            <pc:sldMk cId="3905187311" sldId="2147483345"/>
            <ac:spMk id="14" creationId="{17A9E4E0-BEE7-A12B-77CA-A4644018A91A}"/>
          </ac:spMkLst>
        </pc:spChg>
        <pc:spChg chg="add mod topLvl">
          <ac:chgData name="Markatia, Danish" userId="050c7bd4-a7d7-4078-a432-131b434f7446" providerId="ADAL" clId="{C704670E-EB26-59A5-B939-4679B0AC3774}" dt="2026-10-06T15:46:27.966" v="2537" actId="20577"/>
          <ac:spMkLst>
            <pc:docMk/>
            <pc:sldMk cId="3905187311" sldId="2147483345"/>
            <ac:spMk id="15" creationId="{3EAEBAEA-92E0-0CA3-E801-D6645079022B}"/>
          </ac:spMkLst>
        </pc:spChg>
        <pc:spChg chg="add mod">
          <ac:chgData name="Markatia, Danish" userId="050c7bd4-a7d7-4078-a432-131b434f7446" providerId="ADAL" clId="{C704670E-EB26-59A5-B939-4679B0AC3774}" dt="2026-10-06T14:53:38.302" v="997" actId="408"/>
          <ac:spMkLst>
            <pc:docMk/>
            <pc:sldMk cId="3905187311" sldId="2147483345"/>
            <ac:spMk id="23" creationId="{55F11F89-E5E2-8C60-23BB-E2EFA8DCE1FA}"/>
          </ac:spMkLst>
        </pc:spChg>
        <pc:spChg chg="add mod">
          <ac:chgData name="Markatia, Danish" userId="050c7bd4-a7d7-4078-a432-131b434f7446" providerId="ADAL" clId="{C704670E-EB26-59A5-B939-4679B0AC3774}" dt="2026-10-06T14:53:38.302" v="997" actId="408"/>
          <ac:spMkLst>
            <pc:docMk/>
            <pc:sldMk cId="3905187311" sldId="2147483345"/>
            <ac:spMk id="24" creationId="{54E06CB4-7BC6-1A9D-4E27-FF227FCD2B1E}"/>
          </ac:spMkLst>
        </pc:spChg>
        <pc:spChg chg="add mod">
          <ac:chgData name="Markatia, Danish" userId="050c7bd4-a7d7-4078-a432-131b434f7446" providerId="ADAL" clId="{C704670E-EB26-59A5-B939-4679B0AC3774}" dt="2026-10-06T14:53:38.302" v="997" actId="408"/>
          <ac:spMkLst>
            <pc:docMk/>
            <pc:sldMk cId="3905187311" sldId="2147483345"/>
            <ac:spMk id="25" creationId="{06301962-9321-6E95-F5E0-23690043F0F4}"/>
          </ac:spMkLst>
        </pc:spChg>
        <pc:spChg chg="add mod">
          <ac:chgData name="Markatia, Danish" userId="050c7bd4-a7d7-4078-a432-131b434f7446" providerId="ADAL" clId="{C704670E-EB26-59A5-B939-4679B0AC3774}" dt="2026-10-06T14:53:38.302" v="997" actId="408"/>
          <ac:spMkLst>
            <pc:docMk/>
            <pc:sldMk cId="3905187311" sldId="2147483345"/>
            <ac:spMk id="26" creationId="{24ED4A2B-CEE9-89AB-8676-2BDEA26D4F01}"/>
          </ac:spMkLst>
        </pc:spChg>
        <pc:spChg chg="add mod">
          <ac:chgData name="Markatia, Danish" userId="050c7bd4-a7d7-4078-a432-131b434f7446" providerId="ADAL" clId="{C704670E-EB26-59A5-B939-4679B0AC3774}" dt="2026-10-06T14:53:39.119" v="1000" actId="14100"/>
          <ac:spMkLst>
            <pc:docMk/>
            <pc:sldMk cId="3905187311" sldId="2147483345"/>
            <ac:spMk id="27" creationId="{E172AFCC-ACE8-7B39-400E-A209A4F0A82B}"/>
          </ac:spMkLst>
        </pc:spChg>
        <pc:spChg chg="add del mod">
          <ac:chgData name="Markatia, Danish" userId="050c7bd4-a7d7-4078-a432-131b434f7446" providerId="ADAL" clId="{C704670E-EB26-59A5-B939-4679B0AC3774}" dt="2026-10-06T14:56:12.504" v="1069" actId="22"/>
          <ac:spMkLst>
            <pc:docMk/>
            <pc:sldMk cId="3905187311" sldId="2147483345"/>
            <ac:spMk id="29" creationId="{3E2772DF-1F10-B58F-8C97-DB1C146FC642}"/>
          </ac:spMkLst>
        </pc:spChg>
        <pc:spChg chg="add mod">
          <ac:chgData name="Markatia, Danish" userId="050c7bd4-a7d7-4078-a432-131b434f7446" providerId="ADAL" clId="{C704670E-EB26-59A5-B939-4679B0AC3774}" dt="2026-10-06T14:56:53.284" v="1192" actId="20577"/>
          <ac:spMkLst>
            <pc:docMk/>
            <pc:sldMk cId="3905187311" sldId="2147483345"/>
            <ac:spMk id="31" creationId="{665DB069-7F3D-C3B0-77CA-3446B4553B1D}"/>
          </ac:spMkLst>
        </pc:spChg>
        <pc:spChg chg="add mod">
          <ac:chgData name="Markatia, Danish" userId="050c7bd4-a7d7-4078-a432-131b434f7446" providerId="ADAL" clId="{C704670E-EB26-59A5-B939-4679B0AC3774}" dt="2026-10-06T14:58:33.830" v="1199"/>
          <ac:spMkLst>
            <pc:docMk/>
            <pc:sldMk cId="3905187311" sldId="2147483345"/>
            <ac:spMk id="34" creationId="{B504B105-71BC-8E6C-286A-E307BEAE60E3}"/>
          </ac:spMkLst>
        </pc:spChg>
        <pc:spChg chg="add mod">
          <ac:chgData name="Markatia, Danish" userId="050c7bd4-a7d7-4078-a432-131b434f7446" providerId="ADAL" clId="{C704670E-EB26-59A5-B939-4679B0AC3774}" dt="2026-10-06T14:58:33.830" v="1199"/>
          <ac:spMkLst>
            <pc:docMk/>
            <pc:sldMk cId="3905187311" sldId="2147483345"/>
            <ac:spMk id="36" creationId="{F5D0B647-D2CD-68AB-930B-383D409378F4}"/>
          </ac:spMkLst>
        </pc:spChg>
        <pc:spChg chg="add mod">
          <ac:chgData name="Markatia, Danish" userId="050c7bd4-a7d7-4078-a432-131b434f7446" providerId="ADAL" clId="{C704670E-EB26-59A5-B939-4679B0AC3774}" dt="2026-10-06T14:58:33.830" v="1199"/>
          <ac:spMkLst>
            <pc:docMk/>
            <pc:sldMk cId="3905187311" sldId="2147483345"/>
            <ac:spMk id="40" creationId="{FE1EB147-F922-8C4D-9F19-B9AF9D7FF190}"/>
          </ac:spMkLst>
        </pc:spChg>
        <pc:spChg chg="add mod">
          <ac:chgData name="Markatia, Danish" userId="050c7bd4-a7d7-4078-a432-131b434f7446" providerId="ADAL" clId="{C704670E-EB26-59A5-B939-4679B0AC3774}" dt="2026-10-06T14:58:33.830" v="1199"/>
          <ac:spMkLst>
            <pc:docMk/>
            <pc:sldMk cId="3905187311" sldId="2147483345"/>
            <ac:spMk id="41" creationId="{A2D8966F-7EB5-E46B-C34E-90C295A55A71}"/>
          </ac:spMkLst>
        </pc:spChg>
        <pc:spChg chg="add mod">
          <ac:chgData name="Markatia, Danish" userId="050c7bd4-a7d7-4078-a432-131b434f7446" providerId="ADAL" clId="{C704670E-EB26-59A5-B939-4679B0AC3774}" dt="2026-10-06T14:58:33.830" v="1199"/>
          <ac:spMkLst>
            <pc:docMk/>
            <pc:sldMk cId="3905187311" sldId="2147483345"/>
            <ac:spMk id="42" creationId="{F02AEC7C-61EC-8714-479D-F73A1435A3CB}"/>
          </ac:spMkLst>
        </pc:spChg>
        <pc:spChg chg="add mod">
          <ac:chgData name="Markatia, Danish" userId="050c7bd4-a7d7-4078-a432-131b434f7446" providerId="ADAL" clId="{C704670E-EB26-59A5-B939-4679B0AC3774}" dt="2026-10-06T14:58:33.830" v="1199"/>
          <ac:spMkLst>
            <pc:docMk/>
            <pc:sldMk cId="3905187311" sldId="2147483345"/>
            <ac:spMk id="43" creationId="{5F0876DE-AC7A-E79D-9103-17C04B27331C}"/>
          </ac:spMkLst>
        </pc:spChg>
        <pc:spChg chg="add mod">
          <ac:chgData name="Markatia, Danish" userId="050c7bd4-a7d7-4078-a432-131b434f7446" providerId="ADAL" clId="{C704670E-EB26-59A5-B939-4679B0AC3774}" dt="2026-10-06T14:58:33.830" v="1199"/>
          <ac:spMkLst>
            <pc:docMk/>
            <pc:sldMk cId="3905187311" sldId="2147483345"/>
            <ac:spMk id="44" creationId="{E840E9BF-7465-AC2D-C304-0C514D7D61D3}"/>
          </ac:spMkLst>
        </pc:spChg>
        <pc:spChg chg="add mod">
          <ac:chgData name="Markatia, Danish" userId="050c7bd4-a7d7-4078-a432-131b434f7446" providerId="ADAL" clId="{C704670E-EB26-59A5-B939-4679B0AC3774}" dt="2026-10-06T14:58:33.830" v="1199"/>
          <ac:spMkLst>
            <pc:docMk/>
            <pc:sldMk cId="3905187311" sldId="2147483345"/>
            <ac:spMk id="46" creationId="{79930FFA-81B7-2F4C-4216-E117ABC7154C}"/>
          </ac:spMkLst>
        </pc:spChg>
        <pc:spChg chg="add mod">
          <ac:chgData name="Markatia, Danish" userId="050c7bd4-a7d7-4078-a432-131b434f7446" providerId="ADAL" clId="{C704670E-EB26-59A5-B939-4679B0AC3774}" dt="2026-10-06T14:58:33.830" v="1199"/>
          <ac:spMkLst>
            <pc:docMk/>
            <pc:sldMk cId="3905187311" sldId="2147483345"/>
            <ac:spMk id="47" creationId="{A23612C6-99A9-50EB-E571-D022021C1A0C}"/>
          </ac:spMkLst>
        </pc:spChg>
        <pc:spChg chg="add mod">
          <ac:chgData name="Markatia, Danish" userId="050c7bd4-a7d7-4078-a432-131b434f7446" providerId="ADAL" clId="{C704670E-EB26-59A5-B939-4679B0AC3774}" dt="2026-10-06T14:58:33.830" v="1199"/>
          <ac:spMkLst>
            <pc:docMk/>
            <pc:sldMk cId="3905187311" sldId="2147483345"/>
            <ac:spMk id="48" creationId="{4B935914-177E-0BBA-7153-95A0C3FF4997}"/>
          </ac:spMkLst>
        </pc:spChg>
        <pc:spChg chg="add mod">
          <ac:chgData name="Markatia, Danish" userId="050c7bd4-a7d7-4078-a432-131b434f7446" providerId="ADAL" clId="{C704670E-EB26-59A5-B939-4679B0AC3774}" dt="2026-10-06T14:58:40.573" v="1200"/>
          <ac:spMkLst>
            <pc:docMk/>
            <pc:sldMk cId="3905187311" sldId="2147483345"/>
            <ac:spMk id="52" creationId="{5DBDED78-7DE1-A170-9FE0-4D921597D697}"/>
          </ac:spMkLst>
        </pc:spChg>
        <pc:spChg chg="add mod">
          <ac:chgData name="Markatia, Danish" userId="050c7bd4-a7d7-4078-a432-131b434f7446" providerId="ADAL" clId="{C704670E-EB26-59A5-B939-4679B0AC3774}" dt="2026-10-06T14:58:40.573" v="1200"/>
          <ac:spMkLst>
            <pc:docMk/>
            <pc:sldMk cId="3905187311" sldId="2147483345"/>
            <ac:spMk id="53" creationId="{A918E8E8-1484-9EFD-8E49-6D75335DC897}"/>
          </ac:spMkLst>
        </pc:spChg>
        <pc:spChg chg="add mod">
          <ac:chgData name="Markatia, Danish" userId="050c7bd4-a7d7-4078-a432-131b434f7446" providerId="ADAL" clId="{C704670E-EB26-59A5-B939-4679B0AC3774}" dt="2026-10-06T14:58:40.573" v="1200"/>
          <ac:spMkLst>
            <pc:docMk/>
            <pc:sldMk cId="3905187311" sldId="2147483345"/>
            <ac:spMk id="56" creationId="{4A5A49A5-62E5-1194-BFB4-4B5487CF33FE}"/>
          </ac:spMkLst>
        </pc:spChg>
        <pc:spChg chg="add mod">
          <ac:chgData name="Markatia, Danish" userId="050c7bd4-a7d7-4078-a432-131b434f7446" providerId="ADAL" clId="{C704670E-EB26-59A5-B939-4679B0AC3774}" dt="2026-10-06T14:58:40.573" v="1200"/>
          <ac:spMkLst>
            <pc:docMk/>
            <pc:sldMk cId="3905187311" sldId="2147483345"/>
            <ac:spMk id="57" creationId="{A48855E4-7F84-8BBE-7A2C-AC3DB2958479}"/>
          </ac:spMkLst>
        </pc:spChg>
        <pc:spChg chg="add mod">
          <ac:chgData name="Markatia, Danish" userId="050c7bd4-a7d7-4078-a432-131b434f7446" providerId="ADAL" clId="{C704670E-EB26-59A5-B939-4679B0AC3774}" dt="2026-10-06T14:58:40.573" v="1200"/>
          <ac:spMkLst>
            <pc:docMk/>
            <pc:sldMk cId="3905187311" sldId="2147483345"/>
            <ac:spMk id="59" creationId="{8744C76E-EBD7-4F83-370B-BC9BEA0C6AD6}"/>
          </ac:spMkLst>
        </pc:spChg>
        <pc:spChg chg="add mod">
          <ac:chgData name="Markatia, Danish" userId="050c7bd4-a7d7-4078-a432-131b434f7446" providerId="ADAL" clId="{C704670E-EB26-59A5-B939-4679B0AC3774}" dt="2026-10-06T14:58:40.573" v="1200"/>
          <ac:spMkLst>
            <pc:docMk/>
            <pc:sldMk cId="3905187311" sldId="2147483345"/>
            <ac:spMk id="60" creationId="{CDD7B529-0671-3E15-8297-B592635FC173}"/>
          </ac:spMkLst>
        </pc:spChg>
        <pc:spChg chg="add mod">
          <ac:chgData name="Markatia, Danish" userId="050c7bd4-a7d7-4078-a432-131b434f7446" providerId="ADAL" clId="{C704670E-EB26-59A5-B939-4679B0AC3774}" dt="2026-10-06T14:58:40.573" v="1200"/>
          <ac:spMkLst>
            <pc:docMk/>
            <pc:sldMk cId="3905187311" sldId="2147483345"/>
            <ac:spMk id="63" creationId="{A0A251F3-83FB-69D1-4DA7-900FD32F5FFF}"/>
          </ac:spMkLst>
        </pc:spChg>
        <pc:spChg chg="add mod">
          <ac:chgData name="Markatia, Danish" userId="050c7bd4-a7d7-4078-a432-131b434f7446" providerId="ADAL" clId="{C704670E-EB26-59A5-B939-4679B0AC3774}" dt="2026-10-06T14:58:40.573" v="1200"/>
          <ac:spMkLst>
            <pc:docMk/>
            <pc:sldMk cId="3905187311" sldId="2147483345"/>
            <ac:spMk id="66" creationId="{EE92C87D-E7BE-5597-D174-1CCB414C2FAA}"/>
          </ac:spMkLst>
        </pc:spChg>
        <pc:spChg chg="add mod">
          <ac:chgData name="Markatia, Danish" userId="050c7bd4-a7d7-4078-a432-131b434f7446" providerId="ADAL" clId="{C704670E-EB26-59A5-B939-4679B0AC3774}" dt="2026-10-06T14:58:40.573" v="1200"/>
          <ac:spMkLst>
            <pc:docMk/>
            <pc:sldMk cId="3905187311" sldId="2147483345"/>
            <ac:spMk id="67" creationId="{29A8D87A-A40D-474D-26C6-ED4C2516FFF5}"/>
          </ac:spMkLst>
        </pc:spChg>
        <pc:spChg chg="add mod">
          <ac:chgData name="Markatia, Danish" userId="050c7bd4-a7d7-4078-a432-131b434f7446" providerId="ADAL" clId="{C704670E-EB26-59A5-B939-4679B0AC3774}" dt="2026-10-06T14:58:40.573" v="1200"/>
          <ac:spMkLst>
            <pc:docMk/>
            <pc:sldMk cId="3905187311" sldId="2147483345"/>
            <ac:spMk id="68" creationId="{9A573BCF-BB7B-50D3-EEAF-7C916E958F25}"/>
          </ac:spMkLst>
        </pc:spChg>
        <pc:spChg chg="add del mod">
          <ac:chgData name="Markatia, Danish" userId="050c7bd4-a7d7-4078-a432-131b434f7446" providerId="ADAL" clId="{C704670E-EB26-59A5-B939-4679B0AC3774}" dt="2026-10-06T15:03:11.889" v="1261" actId="478"/>
          <ac:spMkLst>
            <pc:docMk/>
            <pc:sldMk cId="3905187311" sldId="2147483345"/>
            <ac:spMk id="70" creationId="{CC63875A-59E5-43BD-A45A-F0F1F5C5F83C}"/>
          </ac:spMkLst>
        </pc:spChg>
        <pc:spChg chg="mod">
          <ac:chgData name="Markatia, Danish" userId="050c7bd4-a7d7-4078-a432-131b434f7446" providerId="ADAL" clId="{C704670E-EB26-59A5-B939-4679B0AC3774}" dt="2026-10-06T14:59:49.673" v="1209" actId="164"/>
          <ac:spMkLst>
            <pc:docMk/>
            <pc:sldMk cId="3905187311" sldId="2147483345"/>
            <ac:spMk id="71" creationId="{EB2410F9-A3C1-0C5B-2A7C-688F41819A1F}"/>
          </ac:spMkLst>
        </pc:spChg>
        <pc:spChg chg="mod">
          <ac:chgData name="Markatia, Danish" userId="050c7bd4-a7d7-4078-a432-131b434f7446" providerId="ADAL" clId="{C704670E-EB26-59A5-B939-4679B0AC3774}" dt="2026-10-06T14:59:49.673" v="1209" actId="164"/>
          <ac:spMkLst>
            <pc:docMk/>
            <pc:sldMk cId="3905187311" sldId="2147483345"/>
            <ac:spMk id="72" creationId="{47C98512-878C-6525-D83D-01658718D635}"/>
          </ac:spMkLst>
        </pc:spChg>
        <pc:spChg chg="mod">
          <ac:chgData name="Markatia, Danish" userId="050c7bd4-a7d7-4078-a432-131b434f7446" providerId="ADAL" clId="{C704670E-EB26-59A5-B939-4679B0AC3774}" dt="2026-10-06T14:59:49.673" v="1209" actId="164"/>
          <ac:spMkLst>
            <pc:docMk/>
            <pc:sldMk cId="3905187311" sldId="2147483345"/>
            <ac:spMk id="73" creationId="{8A382A4A-18B0-02AB-B8C7-31504F5A4E91}"/>
          </ac:spMkLst>
        </pc:spChg>
        <pc:spChg chg="add mod">
          <ac:chgData name="Markatia, Danish" userId="050c7bd4-a7d7-4078-a432-131b434f7446" providerId="ADAL" clId="{C704670E-EB26-59A5-B939-4679B0AC3774}" dt="2026-10-06T14:59:59.932" v="1210" actId="164"/>
          <ac:spMkLst>
            <pc:docMk/>
            <pc:sldMk cId="3905187311" sldId="2147483345"/>
            <ac:spMk id="74" creationId="{53F9CE04-0053-ECEB-DB41-5D944151C8D3}"/>
          </ac:spMkLst>
        </pc:spChg>
        <pc:spChg chg="add mod">
          <ac:chgData name="Markatia, Danish" userId="050c7bd4-a7d7-4078-a432-131b434f7446" providerId="ADAL" clId="{C704670E-EB26-59A5-B939-4679B0AC3774}" dt="2026-10-06T14:59:59.932" v="1210" actId="164"/>
          <ac:spMkLst>
            <pc:docMk/>
            <pc:sldMk cId="3905187311" sldId="2147483345"/>
            <ac:spMk id="75" creationId="{ED370DA6-879C-53B0-8381-9ACC866CC5FF}"/>
          </ac:spMkLst>
        </pc:spChg>
        <pc:spChg chg="mod">
          <ac:chgData name="Markatia, Danish" userId="050c7bd4-a7d7-4078-a432-131b434f7446" providerId="ADAL" clId="{C704670E-EB26-59A5-B939-4679B0AC3774}" dt="2026-10-06T14:59:59.932" v="1210" actId="164"/>
          <ac:spMkLst>
            <pc:docMk/>
            <pc:sldMk cId="3905187311" sldId="2147483345"/>
            <ac:spMk id="76" creationId="{BDE06411-1E0F-69B2-DEB2-5E2413CA87F3}"/>
          </ac:spMkLst>
        </pc:spChg>
        <pc:spChg chg="add mod">
          <ac:chgData name="Markatia, Danish" userId="050c7bd4-a7d7-4078-a432-131b434f7446" providerId="ADAL" clId="{C704670E-EB26-59A5-B939-4679B0AC3774}" dt="2026-10-06T15:00:02.196" v="1211" actId="164"/>
          <ac:spMkLst>
            <pc:docMk/>
            <pc:sldMk cId="3905187311" sldId="2147483345"/>
            <ac:spMk id="77" creationId="{D2BDBCD0-7B3A-7BC7-0016-4255AB6691BE}"/>
          </ac:spMkLst>
        </pc:spChg>
        <pc:spChg chg="add mod">
          <ac:chgData name="Markatia, Danish" userId="050c7bd4-a7d7-4078-a432-131b434f7446" providerId="ADAL" clId="{C704670E-EB26-59A5-B939-4679B0AC3774}" dt="2026-10-06T15:00:02.196" v="1211" actId="164"/>
          <ac:spMkLst>
            <pc:docMk/>
            <pc:sldMk cId="3905187311" sldId="2147483345"/>
            <ac:spMk id="78" creationId="{4EE36067-A72F-EE7A-234D-58416CC380BB}"/>
          </ac:spMkLst>
        </pc:spChg>
        <pc:spChg chg="add mod">
          <ac:chgData name="Markatia, Danish" userId="050c7bd4-a7d7-4078-a432-131b434f7446" providerId="ADAL" clId="{C704670E-EB26-59A5-B939-4679B0AC3774}" dt="2026-10-06T15:00:02.196" v="1211" actId="164"/>
          <ac:spMkLst>
            <pc:docMk/>
            <pc:sldMk cId="3905187311" sldId="2147483345"/>
            <ac:spMk id="79" creationId="{D1369212-470F-FCEB-E7AA-29607D0BE917}"/>
          </ac:spMkLst>
        </pc:spChg>
        <pc:spChg chg="mod">
          <ac:chgData name="Markatia, Danish" userId="050c7bd4-a7d7-4078-a432-131b434f7446" providerId="ADAL" clId="{C704670E-EB26-59A5-B939-4679B0AC3774}" dt="2026-10-06T15:00:04.524" v="1212" actId="164"/>
          <ac:spMkLst>
            <pc:docMk/>
            <pc:sldMk cId="3905187311" sldId="2147483345"/>
            <ac:spMk id="80" creationId="{03E497E2-CAD2-7240-19A0-FF4DA7903EA3}"/>
          </ac:spMkLst>
        </pc:spChg>
        <pc:spChg chg="add mod">
          <ac:chgData name="Markatia, Danish" userId="050c7bd4-a7d7-4078-a432-131b434f7446" providerId="ADAL" clId="{C704670E-EB26-59A5-B939-4679B0AC3774}" dt="2026-10-06T15:00:04.524" v="1212" actId="164"/>
          <ac:spMkLst>
            <pc:docMk/>
            <pc:sldMk cId="3905187311" sldId="2147483345"/>
            <ac:spMk id="81" creationId="{838C4028-45E6-0AD3-251D-DE5BCF04B850}"/>
          </ac:spMkLst>
        </pc:spChg>
        <pc:spChg chg="mod">
          <ac:chgData name="Markatia, Danish" userId="050c7bd4-a7d7-4078-a432-131b434f7446" providerId="ADAL" clId="{C704670E-EB26-59A5-B939-4679B0AC3774}" dt="2026-10-06T15:00:04.524" v="1212" actId="164"/>
          <ac:spMkLst>
            <pc:docMk/>
            <pc:sldMk cId="3905187311" sldId="2147483345"/>
            <ac:spMk id="82" creationId="{E1DCD687-E301-D4BB-25A5-46A43A70851F}"/>
          </ac:spMkLst>
        </pc:spChg>
        <pc:spChg chg="add mod">
          <ac:chgData name="Markatia, Danish" userId="050c7bd4-a7d7-4078-a432-131b434f7446" providerId="ADAL" clId="{C704670E-EB26-59A5-B939-4679B0AC3774}" dt="2026-10-06T15:00:07.259" v="1213" actId="164"/>
          <ac:spMkLst>
            <pc:docMk/>
            <pc:sldMk cId="3905187311" sldId="2147483345"/>
            <ac:spMk id="83" creationId="{43A07685-02FE-B6D3-7CDD-7B775AF08E8D}"/>
          </ac:spMkLst>
        </pc:spChg>
        <pc:spChg chg="mod">
          <ac:chgData name="Markatia, Danish" userId="050c7bd4-a7d7-4078-a432-131b434f7446" providerId="ADAL" clId="{C704670E-EB26-59A5-B939-4679B0AC3774}" dt="2026-10-06T15:00:07.259" v="1213" actId="164"/>
          <ac:spMkLst>
            <pc:docMk/>
            <pc:sldMk cId="3905187311" sldId="2147483345"/>
            <ac:spMk id="84" creationId="{A3571F37-2804-6A6F-71B2-CF8C176FF564}"/>
          </ac:spMkLst>
        </pc:spChg>
        <pc:spChg chg="mod">
          <ac:chgData name="Markatia, Danish" userId="050c7bd4-a7d7-4078-a432-131b434f7446" providerId="ADAL" clId="{C704670E-EB26-59A5-B939-4679B0AC3774}" dt="2026-10-06T15:00:07.259" v="1213" actId="164"/>
          <ac:spMkLst>
            <pc:docMk/>
            <pc:sldMk cId="3905187311" sldId="2147483345"/>
            <ac:spMk id="85" creationId="{C3ADF5BC-AB1E-9179-80FF-4BDC5BF49C96}"/>
          </ac:spMkLst>
        </pc:spChg>
        <pc:spChg chg="add del mod">
          <ac:chgData name="Markatia, Danish" userId="050c7bd4-a7d7-4078-a432-131b434f7446" providerId="ADAL" clId="{C704670E-EB26-59A5-B939-4679B0AC3774}" dt="2026-10-06T15:00:22.703" v="1218" actId="21"/>
          <ac:spMkLst>
            <pc:docMk/>
            <pc:sldMk cId="3905187311" sldId="2147483345"/>
            <ac:spMk id="86" creationId="{B3CCD3AB-39FD-D2C5-E436-8797E6CB9CCB}"/>
          </ac:spMkLst>
        </pc:spChg>
        <pc:spChg chg="add mod">
          <ac:chgData name="Markatia, Danish" userId="050c7bd4-a7d7-4078-a432-131b434f7446" providerId="ADAL" clId="{C704670E-EB26-59A5-B939-4679B0AC3774}" dt="2026-10-06T15:00:09.319" v="1214" actId="164"/>
          <ac:spMkLst>
            <pc:docMk/>
            <pc:sldMk cId="3905187311" sldId="2147483345"/>
            <ac:spMk id="87" creationId="{BCF9BEAD-BE93-A484-4415-D81A52DB8099}"/>
          </ac:spMkLst>
        </pc:spChg>
        <pc:spChg chg="mod">
          <ac:chgData name="Markatia, Danish" userId="050c7bd4-a7d7-4078-a432-131b434f7446" providerId="ADAL" clId="{C704670E-EB26-59A5-B939-4679B0AC3774}" dt="2026-10-06T15:00:09.319" v="1214" actId="164"/>
          <ac:spMkLst>
            <pc:docMk/>
            <pc:sldMk cId="3905187311" sldId="2147483345"/>
            <ac:spMk id="88" creationId="{2766EE13-FC0E-5D4E-68C7-567C260DAAB5}"/>
          </ac:spMkLst>
        </pc:spChg>
        <pc:spChg chg="add mod">
          <ac:chgData name="Markatia, Danish" userId="050c7bd4-a7d7-4078-a432-131b434f7446" providerId="ADAL" clId="{C704670E-EB26-59A5-B939-4679B0AC3774}" dt="2026-10-06T15:04:54.560" v="1320" actId="14100"/>
          <ac:spMkLst>
            <pc:docMk/>
            <pc:sldMk cId="3905187311" sldId="2147483345"/>
            <ac:spMk id="95" creationId="{D5851A8B-A8FB-A2F9-2DB4-16528A91B313}"/>
          </ac:spMkLst>
        </pc:spChg>
        <pc:spChg chg="add del mod">
          <ac:chgData name="Markatia, Danish" userId="050c7bd4-a7d7-4078-a432-131b434f7446" providerId="ADAL" clId="{C704670E-EB26-59A5-B939-4679B0AC3774}" dt="2026-10-06T15:36:20.935" v="2065"/>
          <ac:spMkLst>
            <pc:docMk/>
            <pc:sldMk cId="3905187311" sldId="2147483345"/>
            <ac:spMk id="96" creationId="{6F4314DF-FC62-9C2B-359B-BE83538B0E88}"/>
          </ac:spMkLst>
        </pc:spChg>
        <pc:grpChg chg="add mod">
          <ac:chgData name="Markatia, Danish" userId="050c7bd4-a7d7-4078-a432-131b434f7446" providerId="ADAL" clId="{C704670E-EB26-59A5-B939-4679B0AC3774}" dt="2026-10-06T13:41:40.887" v="773" actId="14100"/>
          <ac:grpSpMkLst>
            <pc:docMk/>
            <pc:sldMk cId="3905187311" sldId="2147483345"/>
            <ac:grpSpMk id="16" creationId="{5AECFA11-E5C5-F16C-B7CC-69E05265C63C}"/>
          </ac:grpSpMkLst>
        </pc:grpChg>
        <pc:grpChg chg="add mod">
          <ac:chgData name="Markatia, Danish" userId="050c7bd4-a7d7-4078-a432-131b434f7446" providerId="ADAL" clId="{C704670E-EB26-59A5-B939-4679B0AC3774}" dt="2026-10-06T13:41:40.887" v="773" actId="14100"/>
          <ac:grpSpMkLst>
            <pc:docMk/>
            <pc:sldMk cId="3905187311" sldId="2147483345"/>
            <ac:grpSpMk id="17" creationId="{8D871B26-45A5-5078-F0DD-2A9831BDDA4C}"/>
          </ac:grpSpMkLst>
        </pc:grpChg>
        <pc:grpChg chg="add mod">
          <ac:chgData name="Markatia, Danish" userId="050c7bd4-a7d7-4078-a432-131b434f7446" providerId="ADAL" clId="{C704670E-EB26-59A5-B939-4679B0AC3774}" dt="2026-10-06T13:41:40.887" v="773" actId="14100"/>
          <ac:grpSpMkLst>
            <pc:docMk/>
            <pc:sldMk cId="3905187311" sldId="2147483345"/>
            <ac:grpSpMk id="18" creationId="{F636BE93-2F5A-5F15-8CE4-BAA508033383}"/>
          </ac:grpSpMkLst>
        </pc:grpChg>
        <pc:grpChg chg="add mod">
          <ac:chgData name="Markatia, Danish" userId="050c7bd4-a7d7-4078-a432-131b434f7446" providerId="ADAL" clId="{C704670E-EB26-59A5-B939-4679B0AC3774}" dt="2026-10-06T13:41:40.887" v="773" actId="14100"/>
          <ac:grpSpMkLst>
            <pc:docMk/>
            <pc:sldMk cId="3905187311" sldId="2147483345"/>
            <ac:grpSpMk id="19" creationId="{5C09C769-F5E8-6F5C-3CD6-20681CD3EF4D}"/>
          </ac:grpSpMkLst>
        </pc:grpChg>
        <pc:grpChg chg="add mod">
          <ac:chgData name="Markatia, Danish" userId="050c7bd4-a7d7-4078-a432-131b434f7446" providerId="ADAL" clId="{C704670E-EB26-59A5-B939-4679B0AC3774}" dt="2026-10-06T13:41:40.887" v="773" actId="14100"/>
          <ac:grpSpMkLst>
            <pc:docMk/>
            <pc:sldMk cId="3905187311" sldId="2147483345"/>
            <ac:grpSpMk id="20" creationId="{8BD80D89-DF92-9398-E88E-8919FFBF6A1E}"/>
          </ac:grpSpMkLst>
        </pc:grpChg>
        <pc:grpChg chg="add mod">
          <ac:chgData name="Markatia, Danish" userId="050c7bd4-a7d7-4078-a432-131b434f7446" providerId="ADAL" clId="{C704670E-EB26-59A5-B939-4679B0AC3774}" dt="2026-10-06T13:41:40.887" v="773" actId="14100"/>
          <ac:grpSpMkLst>
            <pc:docMk/>
            <pc:sldMk cId="3905187311" sldId="2147483345"/>
            <ac:grpSpMk id="21" creationId="{1547925B-1F47-2080-1D6F-56B994EF8EFC}"/>
          </ac:grpSpMkLst>
        </pc:grpChg>
        <pc:grpChg chg="add mod">
          <ac:chgData name="Markatia, Danish" userId="050c7bd4-a7d7-4078-a432-131b434f7446" providerId="ADAL" clId="{C704670E-EB26-59A5-B939-4679B0AC3774}" dt="2026-10-06T15:04:49.179" v="1319" actId="1035"/>
          <ac:grpSpMkLst>
            <pc:docMk/>
            <pc:sldMk cId="3905187311" sldId="2147483345"/>
            <ac:grpSpMk id="89" creationId="{969E6257-8AE0-7289-D3C8-7D3135CFC2B6}"/>
          </ac:grpSpMkLst>
        </pc:grpChg>
        <pc:grpChg chg="add mod">
          <ac:chgData name="Markatia, Danish" userId="050c7bd4-a7d7-4078-a432-131b434f7446" providerId="ADAL" clId="{C704670E-EB26-59A5-B939-4679B0AC3774}" dt="2026-10-06T15:04:49.179" v="1319" actId="1035"/>
          <ac:grpSpMkLst>
            <pc:docMk/>
            <pc:sldMk cId="3905187311" sldId="2147483345"/>
            <ac:grpSpMk id="90" creationId="{47A85C74-DB96-F438-DBDD-95A7B1308F18}"/>
          </ac:grpSpMkLst>
        </pc:grpChg>
        <pc:grpChg chg="add mod">
          <ac:chgData name="Markatia, Danish" userId="050c7bd4-a7d7-4078-a432-131b434f7446" providerId="ADAL" clId="{C704670E-EB26-59A5-B939-4679B0AC3774}" dt="2026-10-06T15:04:49.179" v="1319" actId="1035"/>
          <ac:grpSpMkLst>
            <pc:docMk/>
            <pc:sldMk cId="3905187311" sldId="2147483345"/>
            <ac:grpSpMk id="91" creationId="{0AEC7F52-1C64-B2BC-B004-0CB43C72B7F6}"/>
          </ac:grpSpMkLst>
        </pc:grpChg>
        <pc:grpChg chg="add mod">
          <ac:chgData name="Markatia, Danish" userId="050c7bd4-a7d7-4078-a432-131b434f7446" providerId="ADAL" clId="{C704670E-EB26-59A5-B939-4679B0AC3774}" dt="2026-10-06T15:04:49.179" v="1319" actId="1035"/>
          <ac:grpSpMkLst>
            <pc:docMk/>
            <pc:sldMk cId="3905187311" sldId="2147483345"/>
            <ac:grpSpMk id="92" creationId="{11DB77D5-C8B9-8FBD-537B-2F9C00546A00}"/>
          </ac:grpSpMkLst>
        </pc:grpChg>
        <pc:grpChg chg="add mod">
          <ac:chgData name="Markatia, Danish" userId="050c7bd4-a7d7-4078-a432-131b434f7446" providerId="ADAL" clId="{C704670E-EB26-59A5-B939-4679B0AC3774}" dt="2026-10-06T15:04:49.179" v="1319" actId="1035"/>
          <ac:grpSpMkLst>
            <pc:docMk/>
            <pc:sldMk cId="3905187311" sldId="2147483345"/>
            <ac:grpSpMk id="93" creationId="{8351FF4D-81E5-555B-6F6D-421B66001045}"/>
          </ac:grpSpMkLst>
        </pc:grpChg>
        <pc:grpChg chg="add mod">
          <ac:chgData name="Markatia, Danish" userId="050c7bd4-a7d7-4078-a432-131b434f7446" providerId="ADAL" clId="{C704670E-EB26-59A5-B939-4679B0AC3774}" dt="2026-10-06T15:04:49.179" v="1319" actId="1035"/>
          <ac:grpSpMkLst>
            <pc:docMk/>
            <pc:sldMk cId="3905187311" sldId="2147483345"/>
            <ac:grpSpMk id="94" creationId="{18044227-DB19-5712-2178-54F05D7F1B5F}"/>
          </ac:grpSpMkLst>
        </pc:grpChg>
      </pc:sldChg>
      <pc:sldChg chg="addSp delSp modSp add mod">
        <pc:chgData name="Markatia, Danish" userId="050c7bd4-a7d7-4078-a432-131b434f7446" providerId="ADAL" clId="{C704670E-EB26-59A5-B939-4679B0AC3774}" dt="2026-10-06T15:34:10.794" v="2058"/>
        <pc:sldMkLst>
          <pc:docMk/>
          <pc:sldMk cId="1532316252" sldId="2147483346"/>
        </pc:sldMkLst>
        <pc:spChg chg="del">
          <ac:chgData name="Markatia, Danish" userId="050c7bd4-a7d7-4078-a432-131b434f7446" providerId="ADAL" clId="{C704670E-EB26-59A5-B939-4679B0AC3774}" dt="2026-10-06T15:05:36.880" v="1325" actId="478"/>
          <ac:spMkLst>
            <pc:docMk/>
            <pc:sldMk cId="1532316252" sldId="2147483346"/>
            <ac:spMk id="2" creationId="{6DD0C2BC-5EB9-2D41-E70E-BD156C0AD697}"/>
          </ac:spMkLst>
        </pc:spChg>
        <pc:spChg chg="mod">
          <ac:chgData name="Markatia, Danish" userId="050c7bd4-a7d7-4078-a432-131b434f7446" providerId="ADAL" clId="{C704670E-EB26-59A5-B939-4679B0AC3774}" dt="2026-10-06T15:34:10.794" v="2058"/>
          <ac:spMkLst>
            <pc:docMk/>
            <pc:sldMk cId="1532316252" sldId="2147483346"/>
            <ac:spMk id="3" creationId="{924F3F19-5CC0-484A-3E88-DD60DF616BE5}"/>
          </ac:spMkLst>
        </pc:spChg>
        <pc:spChg chg="del">
          <ac:chgData name="Markatia, Danish" userId="050c7bd4-a7d7-4078-a432-131b434f7446" providerId="ADAL" clId="{C704670E-EB26-59A5-B939-4679B0AC3774}" dt="2026-10-06T15:05:36.880" v="1325" actId="478"/>
          <ac:spMkLst>
            <pc:docMk/>
            <pc:sldMk cId="1532316252" sldId="2147483346"/>
            <ac:spMk id="4" creationId="{84E8629B-14E3-278C-4E57-1C86C0947703}"/>
          </ac:spMkLst>
        </pc:spChg>
        <pc:spChg chg="del">
          <ac:chgData name="Markatia, Danish" userId="050c7bd4-a7d7-4078-a432-131b434f7446" providerId="ADAL" clId="{C704670E-EB26-59A5-B939-4679B0AC3774}" dt="2026-10-06T15:05:36.880" v="1325" actId="478"/>
          <ac:spMkLst>
            <pc:docMk/>
            <pc:sldMk cId="1532316252" sldId="2147483346"/>
            <ac:spMk id="5" creationId="{5D5DBC1E-42CA-9688-69F2-33238DEDA17C}"/>
          </ac:spMkLst>
        </pc:spChg>
        <pc:spChg chg="del">
          <ac:chgData name="Markatia, Danish" userId="050c7bd4-a7d7-4078-a432-131b434f7446" providerId="ADAL" clId="{C704670E-EB26-59A5-B939-4679B0AC3774}" dt="2026-10-06T15:05:36.880" v="1325" actId="478"/>
          <ac:spMkLst>
            <pc:docMk/>
            <pc:sldMk cId="1532316252" sldId="2147483346"/>
            <ac:spMk id="7" creationId="{15E63972-5EA5-0561-7511-BE6316E0AEE2}"/>
          </ac:spMkLst>
        </pc:spChg>
        <pc:spChg chg="del">
          <ac:chgData name="Markatia, Danish" userId="050c7bd4-a7d7-4078-a432-131b434f7446" providerId="ADAL" clId="{C704670E-EB26-59A5-B939-4679B0AC3774}" dt="2026-10-06T15:05:36.880" v="1325" actId="478"/>
          <ac:spMkLst>
            <pc:docMk/>
            <pc:sldMk cId="1532316252" sldId="2147483346"/>
            <ac:spMk id="8" creationId="{56CE5472-B93E-3FE7-CCDB-84980F15A3EA}"/>
          </ac:spMkLst>
        </pc:spChg>
        <pc:spChg chg="del">
          <ac:chgData name="Markatia, Danish" userId="050c7bd4-a7d7-4078-a432-131b434f7446" providerId="ADAL" clId="{C704670E-EB26-59A5-B939-4679B0AC3774}" dt="2026-10-06T15:05:36.880" v="1325" actId="478"/>
          <ac:spMkLst>
            <pc:docMk/>
            <pc:sldMk cId="1532316252" sldId="2147483346"/>
            <ac:spMk id="11" creationId="{6950364A-3CA1-97EC-D221-6C56759C0B72}"/>
          </ac:spMkLst>
        </pc:spChg>
        <pc:spChg chg="del">
          <ac:chgData name="Markatia, Danish" userId="050c7bd4-a7d7-4078-a432-131b434f7446" providerId="ADAL" clId="{C704670E-EB26-59A5-B939-4679B0AC3774}" dt="2026-10-06T15:05:36.880" v="1325" actId="478"/>
          <ac:spMkLst>
            <pc:docMk/>
            <pc:sldMk cId="1532316252" sldId="2147483346"/>
            <ac:spMk id="12" creationId="{1DB93CD3-DB4F-516A-C7F4-4243E910DDC7}"/>
          </ac:spMkLst>
        </pc:spChg>
        <pc:spChg chg="del">
          <ac:chgData name="Markatia, Danish" userId="050c7bd4-a7d7-4078-a432-131b434f7446" providerId="ADAL" clId="{C704670E-EB26-59A5-B939-4679B0AC3774}" dt="2026-10-06T15:05:36.880" v="1325" actId="478"/>
          <ac:spMkLst>
            <pc:docMk/>
            <pc:sldMk cId="1532316252" sldId="2147483346"/>
            <ac:spMk id="13" creationId="{98FFBFFD-F018-759C-3F1D-2D7DD71955A1}"/>
          </ac:spMkLst>
        </pc:spChg>
        <pc:spChg chg="del">
          <ac:chgData name="Markatia, Danish" userId="050c7bd4-a7d7-4078-a432-131b434f7446" providerId="ADAL" clId="{C704670E-EB26-59A5-B939-4679B0AC3774}" dt="2026-10-06T15:05:36.880" v="1325" actId="478"/>
          <ac:spMkLst>
            <pc:docMk/>
            <pc:sldMk cId="1532316252" sldId="2147483346"/>
            <ac:spMk id="14" creationId="{1206C844-2B8C-10AB-29C4-876CB3A2400C}"/>
          </ac:spMkLst>
        </pc:spChg>
        <pc:spChg chg="add mod">
          <ac:chgData name="Markatia, Danish" userId="050c7bd4-a7d7-4078-a432-131b434f7446" providerId="ADAL" clId="{C704670E-EB26-59A5-B939-4679B0AC3774}" dt="2026-10-06T15:07:29.787" v="1537" actId="1036"/>
          <ac:spMkLst>
            <pc:docMk/>
            <pc:sldMk cId="1532316252" sldId="2147483346"/>
            <ac:spMk id="17" creationId="{AE4C7AC4-D6B3-CDC3-9F07-94DCFBC02FB9}"/>
          </ac:spMkLst>
        </pc:spChg>
        <pc:spChg chg="add mod">
          <ac:chgData name="Markatia, Danish" userId="050c7bd4-a7d7-4078-a432-131b434f7446" providerId="ADAL" clId="{C704670E-EB26-59A5-B939-4679B0AC3774}" dt="2026-10-06T15:07:29.787" v="1537" actId="1036"/>
          <ac:spMkLst>
            <pc:docMk/>
            <pc:sldMk cId="1532316252" sldId="2147483346"/>
            <ac:spMk id="18" creationId="{5F4275BB-E47E-BE4B-DD05-882829B49136}"/>
          </ac:spMkLst>
        </pc:spChg>
        <pc:spChg chg="add mod">
          <ac:chgData name="Markatia, Danish" userId="050c7bd4-a7d7-4078-a432-131b434f7446" providerId="ADAL" clId="{C704670E-EB26-59A5-B939-4679B0AC3774}" dt="2026-10-06T15:07:29.787" v="1537" actId="1036"/>
          <ac:spMkLst>
            <pc:docMk/>
            <pc:sldMk cId="1532316252" sldId="2147483346"/>
            <ac:spMk id="19" creationId="{AFF971AD-AFE7-7688-D7D5-8469205AFF5B}"/>
          </ac:spMkLst>
        </pc:spChg>
        <pc:spChg chg="add mod">
          <ac:chgData name="Markatia, Danish" userId="050c7bd4-a7d7-4078-a432-131b434f7446" providerId="ADAL" clId="{C704670E-EB26-59A5-B939-4679B0AC3774}" dt="2026-10-06T15:07:29.787" v="1537" actId="1036"/>
          <ac:spMkLst>
            <pc:docMk/>
            <pc:sldMk cId="1532316252" sldId="2147483346"/>
            <ac:spMk id="22" creationId="{A2A05F9B-A1C5-729A-162A-1EA40F3F63B9}"/>
          </ac:spMkLst>
        </pc:spChg>
        <pc:spChg chg="add mod">
          <ac:chgData name="Markatia, Danish" userId="050c7bd4-a7d7-4078-a432-131b434f7446" providerId="ADAL" clId="{C704670E-EB26-59A5-B939-4679B0AC3774}" dt="2026-10-06T15:07:29.787" v="1537" actId="1036"/>
          <ac:spMkLst>
            <pc:docMk/>
            <pc:sldMk cId="1532316252" sldId="2147483346"/>
            <ac:spMk id="28" creationId="{9298D544-C659-8116-C623-ACC2B5FF122E}"/>
          </ac:spMkLst>
        </pc:spChg>
        <pc:spChg chg="add mod">
          <ac:chgData name="Markatia, Danish" userId="050c7bd4-a7d7-4078-a432-131b434f7446" providerId="ADAL" clId="{C704670E-EB26-59A5-B939-4679B0AC3774}" dt="2026-10-06T15:07:29.787" v="1537" actId="1036"/>
          <ac:spMkLst>
            <pc:docMk/>
            <pc:sldMk cId="1532316252" sldId="2147483346"/>
            <ac:spMk id="29" creationId="{D1684705-1E83-FCE9-DC7C-E6DB6B2899D7}"/>
          </ac:spMkLst>
        </pc:spChg>
        <pc:spChg chg="mod">
          <ac:chgData name="Markatia, Danish" userId="050c7bd4-a7d7-4078-a432-131b434f7446" providerId="ADAL" clId="{C704670E-EB26-59A5-B939-4679B0AC3774}" dt="2026-10-06T15:06:33.311" v="1510" actId="20577"/>
          <ac:spMkLst>
            <pc:docMk/>
            <pc:sldMk cId="1532316252" sldId="2147483346"/>
            <ac:spMk id="31" creationId="{906F06FF-1D51-8E35-8F84-09E44351E7D9}"/>
          </ac:spMkLst>
        </pc:spChg>
        <pc:spChg chg="mod">
          <ac:chgData name="Markatia, Danish" userId="050c7bd4-a7d7-4078-a432-131b434f7446" providerId="ADAL" clId="{C704670E-EB26-59A5-B939-4679B0AC3774}" dt="2026-10-06T15:07:29.787" v="1537" actId="1036"/>
          <ac:spMkLst>
            <pc:docMk/>
            <pc:sldMk cId="1532316252" sldId="2147483346"/>
            <ac:spMk id="32" creationId="{CC0D0F0F-9CFF-B020-1A77-0992A5E95CD7}"/>
          </ac:spMkLst>
        </pc:spChg>
        <pc:spChg chg="add mod">
          <ac:chgData name="Markatia, Danish" userId="050c7bd4-a7d7-4078-a432-131b434f7446" providerId="ADAL" clId="{C704670E-EB26-59A5-B939-4679B0AC3774}" dt="2026-10-06T15:07:29.787" v="1537" actId="1036"/>
          <ac:spMkLst>
            <pc:docMk/>
            <pc:sldMk cId="1532316252" sldId="2147483346"/>
            <ac:spMk id="35" creationId="{EE5DFBA7-FBFD-34D8-4DC4-6D6728B2147E}"/>
          </ac:spMkLst>
        </pc:spChg>
        <pc:spChg chg="add mod">
          <ac:chgData name="Markatia, Danish" userId="050c7bd4-a7d7-4078-a432-131b434f7446" providerId="ADAL" clId="{C704670E-EB26-59A5-B939-4679B0AC3774}" dt="2026-10-06T15:07:29.787" v="1537" actId="1036"/>
          <ac:spMkLst>
            <pc:docMk/>
            <pc:sldMk cId="1532316252" sldId="2147483346"/>
            <ac:spMk id="36" creationId="{986ABD7A-5AEF-12BA-82AA-388D48263F86}"/>
          </ac:spMkLst>
        </pc:spChg>
        <pc:spChg chg="add mod">
          <ac:chgData name="Markatia, Danish" userId="050c7bd4-a7d7-4078-a432-131b434f7446" providerId="ADAL" clId="{C704670E-EB26-59A5-B939-4679B0AC3774}" dt="2026-10-06T15:07:29.787" v="1537" actId="1036"/>
          <ac:spMkLst>
            <pc:docMk/>
            <pc:sldMk cId="1532316252" sldId="2147483346"/>
            <ac:spMk id="37" creationId="{352AC077-2930-38A1-1239-7E637E77E7C7}"/>
          </ac:spMkLst>
        </pc:spChg>
        <pc:spChg chg="mod">
          <ac:chgData name="Markatia, Danish" userId="050c7bd4-a7d7-4078-a432-131b434f7446" providerId="ADAL" clId="{C704670E-EB26-59A5-B939-4679B0AC3774}" dt="2026-10-06T15:30:38.172" v="2030" actId="14100"/>
          <ac:spMkLst>
            <pc:docMk/>
            <pc:sldMk cId="1532316252" sldId="2147483346"/>
            <ac:spMk id="38" creationId="{6CCA3B23-DC8A-08EF-F0B3-C97829414514}"/>
          </ac:spMkLst>
        </pc:spChg>
        <pc:spChg chg="add mod">
          <ac:chgData name="Markatia, Danish" userId="050c7bd4-a7d7-4078-a432-131b434f7446" providerId="ADAL" clId="{C704670E-EB26-59A5-B939-4679B0AC3774}" dt="2026-10-06T15:07:39.795" v="1561" actId="1035"/>
          <ac:spMkLst>
            <pc:docMk/>
            <pc:sldMk cId="1532316252" sldId="2147483346"/>
            <ac:spMk id="39" creationId="{69699895-41AE-B6B2-C8E8-FCFCC4DC2D19}"/>
          </ac:spMkLst>
        </pc:spChg>
        <pc:spChg chg="del">
          <ac:chgData name="Markatia, Danish" userId="050c7bd4-a7d7-4078-a432-131b434f7446" providerId="ADAL" clId="{C704670E-EB26-59A5-B939-4679B0AC3774}" dt="2026-10-06T15:05:36.880" v="1325" actId="478"/>
          <ac:spMkLst>
            <pc:docMk/>
            <pc:sldMk cId="1532316252" sldId="2147483346"/>
            <ac:spMk id="95" creationId="{EEFB3265-283F-E38A-8AAE-B8B5A47C776C}"/>
          </ac:spMkLst>
        </pc:spChg>
      </pc:sldChg>
      <pc:sldChg chg="addSp delSp modSp add mod">
        <pc:chgData name="Markatia, Danish" userId="050c7bd4-a7d7-4078-a432-131b434f7446" providerId="ADAL" clId="{C704670E-EB26-59A5-B939-4679B0AC3774}" dt="2026-10-06T15:34:14.435" v="2059"/>
        <pc:sldMkLst>
          <pc:docMk/>
          <pc:sldMk cId="3470299647" sldId="2147483347"/>
        </pc:sldMkLst>
        <pc:spChg chg="mod">
          <ac:chgData name="Markatia, Danish" userId="050c7bd4-a7d7-4078-a432-131b434f7446" providerId="ADAL" clId="{C704670E-EB26-59A5-B939-4679B0AC3774}" dt="2026-10-06T15:34:14.435" v="2059"/>
          <ac:spMkLst>
            <pc:docMk/>
            <pc:sldMk cId="3470299647" sldId="2147483347"/>
            <ac:spMk id="3" creationId="{20CE9E38-8AC4-DEC8-6827-B738995DAEA0}"/>
          </ac:spMkLst>
        </pc:spChg>
        <pc:spChg chg="add mod">
          <ac:chgData name="Markatia, Danish" userId="050c7bd4-a7d7-4078-a432-131b434f7446" providerId="ADAL" clId="{C704670E-EB26-59A5-B939-4679B0AC3774}" dt="2026-10-06T15:09:34.979" v="1757" actId="1036"/>
          <ac:spMkLst>
            <pc:docMk/>
            <pc:sldMk cId="3470299647" sldId="2147483347"/>
            <ac:spMk id="5" creationId="{C875D398-0708-32B8-1F34-714F0A1D522D}"/>
          </ac:spMkLst>
        </pc:spChg>
        <pc:spChg chg="add del">
          <ac:chgData name="Markatia, Danish" userId="050c7bd4-a7d7-4078-a432-131b434f7446" providerId="ADAL" clId="{C704670E-EB26-59A5-B939-4679B0AC3774}" dt="2026-10-06T15:08:24.969" v="1565" actId="478"/>
          <ac:spMkLst>
            <pc:docMk/>
            <pc:sldMk cId="3470299647" sldId="2147483347"/>
            <ac:spMk id="18" creationId="{0D61CB2D-FB82-8BCF-53CC-B44AAA39F6FC}"/>
          </ac:spMkLst>
        </pc:spChg>
        <pc:spChg chg="add del">
          <ac:chgData name="Markatia, Danish" userId="050c7bd4-a7d7-4078-a432-131b434f7446" providerId="ADAL" clId="{C704670E-EB26-59A5-B939-4679B0AC3774}" dt="2026-10-06T15:08:24.969" v="1565" actId="478"/>
          <ac:spMkLst>
            <pc:docMk/>
            <pc:sldMk cId="3470299647" sldId="2147483347"/>
            <ac:spMk id="20" creationId="{D73B9278-3501-E302-3645-3CF7248AA259}"/>
          </ac:spMkLst>
        </pc:spChg>
        <pc:spChg chg="add mod">
          <ac:chgData name="Markatia, Danish" userId="050c7bd4-a7d7-4078-a432-131b434f7446" providerId="ADAL" clId="{C704670E-EB26-59A5-B939-4679B0AC3774}" dt="2026-10-06T15:09:34.979" v="1757" actId="1036"/>
          <ac:spMkLst>
            <pc:docMk/>
            <pc:sldMk cId="3470299647" sldId="2147483347"/>
            <ac:spMk id="23" creationId="{933C5692-1DCF-5408-39B1-4EB3663EDB8C}"/>
          </ac:spMkLst>
        </pc:spChg>
        <pc:spChg chg="add mod">
          <ac:chgData name="Markatia, Danish" userId="050c7bd4-a7d7-4078-a432-131b434f7446" providerId="ADAL" clId="{C704670E-EB26-59A5-B939-4679B0AC3774}" dt="2026-10-06T15:09:34.979" v="1757" actId="1036"/>
          <ac:spMkLst>
            <pc:docMk/>
            <pc:sldMk cId="3470299647" sldId="2147483347"/>
            <ac:spMk id="24" creationId="{C534E69E-8584-7DC2-5722-3D59A85FA6B2}"/>
          </ac:spMkLst>
        </pc:spChg>
        <pc:spChg chg="add mod">
          <ac:chgData name="Markatia, Danish" userId="050c7bd4-a7d7-4078-a432-131b434f7446" providerId="ADAL" clId="{C704670E-EB26-59A5-B939-4679B0AC3774}" dt="2026-10-06T15:09:34.979" v="1757" actId="1036"/>
          <ac:spMkLst>
            <pc:docMk/>
            <pc:sldMk cId="3470299647" sldId="2147483347"/>
            <ac:spMk id="27" creationId="{F2DC360B-310C-AF51-E3F9-1A7913C91453}"/>
          </ac:spMkLst>
        </pc:spChg>
        <pc:spChg chg="add del">
          <ac:chgData name="Markatia, Danish" userId="050c7bd4-a7d7-4078-a432-131b434f7446" providerId="ADAL" clId="{C704670E-EB26-59A5-B939-4679B0AC3774}" dt="2026-10-06T15:08:24.969" v="1565" actId="478"/>
          <ac:spMkLst>
            <pc:docMk/>
            <pc:sldMk cId="3470299647" sldId="2147483347"/>
            <ac:spMk id="28" creationId="{09CEF175-6747-665A-4CB0-8B3789213B18}"/>
          </ac:spMkLst>
        </pc:spChg>
        <pc:spChg chg="add del">
          <ac:chgData name="Markatia, Danish" userId="050c7bd4-a7d7-4078-a432-131b434f7446" providerId="ADAL" clId="{C704670E-EB26-59A5-B939-4679B0AC3774}" dt="2026-10-06T15:08:24.969" v="1565" actId="478"/>
          <ac:spMkLst>
            <pc:docMk/>
            <pc:sldMk cId="3470299647" sldId="2147483347"/>
            <ac:spMk id="30" creationId="{1E97726B-370F-28B7-262D-1D9E54B1E6A5}"/>
          </ac:spMkLst>
        </pc:spChg>
        <pc:spChg chg="mod">
          <ac:chgData name="Markatia, Danish" userId="050c7bd4-a7d7-4078-a432-131b434f7446" providerId="ADAL" clId="{C704670E-EB26-59A5-B939-4679B0AC3774}" dt="2026-10-06T15:08:48.870" v="1665" actId="20577"/>
          <ac:spMkLst>
            <pc:docMk/>
            <pc:sldMk cId="3470299647" sldId="2147483347"/>
            <ac:spMk id="31" creationId="{A2A9A8E5-31C5-4BFD-5FB2-3A9E345B1CE2}"/>
          </ac:spMkLst>
        </pc:spChg>
        <pc:spChg chg="add del">
          <ac:chgData name="Markatia, Danish" userId="050c7bd4-a7d7-4078-a432-131b434f7446" providerId="ADAL" clId="{C704670E-EB26-59A5-B939-4679B0AC3774}" dt="2026-10-06T15:08:24.969" v="1565" actId="478"/>
          <ac:spMkLst>
            <pc:docMk/>
            <pc:sldMk cId="3470299647" sldId="2147483347"/>
            <ac:spMk id="32" creationId="{8CD3FD77-8213-14E9-B2BF-5D27BC018A3A}"/>
          </ac:spMkLst>
        </pc:spChg>
        <pc:spChg chg="add del">
          <ac:chgData name="Markatia, Danish" userId="050c7bd4-a7d7-4078-a432-131b434f7446" providerId="ADAL" clId="{C704670E-EB26-59A5-B939-4679B0AC3774}" dt="2026-10-06T15:08:24.969" v="1565" actId="478"/>
          <ac:spMkLst>
            <pc:docMk/>
            <pc:sldMk cId="3470299647" sldId="2147483347"/>
            <ac:spMk id="33" creationId="{BE912B72-7E2D-40F3-B601-2DE66B421452}"/>
          </ac:spMkLst>
        </pc:spChg>
        <pc:spChg chg="add del">
          <ac:chgData name="Markatia, Danish" userId="050c7bd4-a7d7-4078-a432-131b434f7446" providerId="ADAL" clId="{C704670E-EB26-59A5-B939-4679B0AC3774}" dt="2026-10-06T15:08:24.969" v="1565" actId="478"/>
          <ac:spMkLst>
            <pc:docMk/>
            <pc:sldMk cId="3470299647" sldId="2147483347"/>
            <ac:spMk id="34" creationId="{6A2FD6B7-3CD7-2EA0-5107-9E1A125A83A9}"/>
          </ac:spMkLst>
        </pc:spChg>
        <pc:spChg chg="add del">
          <ac:chgData name="Markatia, Danish" userId="050c7bd4-a7d7-4078-a432-131b434f7446" providerId="ADAL" clId="{C704670E-EB26-59A5-B939-4679B0AC3774}" dt="2026-10-06T15:08:24.969" v="1565" actId="478"/>
          <ac:spMkLst>
            <pc:docMk/>
            <pc:sldMk cId="3470299647" sldId="2147483347"/>
            <ac:spMk id="35" creationId="{BEB8EB50-48FC-2569-168A-D3CA673FFFD3}"/>
          </ac:spMkLst>
        </pc:spChg>
        <pc:spChg chg="add del">
          <ac:chgData name="Markatia, Danish" userId="050c7bd4-a7d7-4078-a432-131b434f7446" providerId="ADAL" clId="{C704670E-EB26-59A5-B939-4679B0AC3774}" dt="2026-10-06T15:08:24.969" v="1565" actId="478"/>
          <ac:spMkLst>
            <pc:docMk/>
            <pc:sldMk cId="3470299647" sldId="2147483347"/>
            <ac:spMk id="36" creationId="{8079C086-166A-F9B9-BC9B-BEA3A5A529C9}"/>
          </ac:spMkLst>
        </pc:spChg>
        <pc:spChg chg="add del">
          <ac:chgData name="Markatia, Danish" userId="050c7bd4-a7d7-4078-a432-131b434f7446" providerId="ADAL" clId="{C704670E-EB26-59A5-B939-4679B0AC3774}" dt="2026-10-06T15:08:24.969" v="1565" actId="478"/>
          <ac:spMkLst>
            <pc:docMk/>
            <pc:sldMk cId="3470299647" sldId="2147483347"/>
            <ac:spMk id="38" creationId="{2D0B5647-F999-3E2C-58DA-F261FE695A8A}"/>
          </ac:spMkLst>
        </pc:spChg>
        <pc:spChg chg="mod">
          <ac:chgData name="Markatia, Danish" userId="050c7bd4-a7d7-4078-a432-131b434f7446" providerId="ADAL" clId="{C704670E-EB26-59A5-B939-4679B0AC3774}" dt="2026-10-06T15:10:37.508" v="1801" actId="207"/>
          <ac:spMkLst>
            <pc:docMk/>
            <pc:sldMk cId="3470299647" sldId="2147483347"/>
            <ac:spMk id="42" creationId="{B232724B-329A-5947-2C5D-066ADBF00608}"/>
          </ac:spMkLst>
        </pc:spChg>
        <pc:spChg chg="add mod">
          <ac:chgData name="Markatia, Danish" userId="050c7bd4-a7d7-4078-a432-131b434f7446" providerId="ADAL" clId="{C704670E-EB26-59A5-B939-4679B0AC3774}" dt="2026-10-06T15:09:34.979" v="1757" actId="1036"/>
          <ac:spMkLst>
            <pc:docMk/>
            <pc:sldMk cId="3470299647" sldId="2147483347"/>
            <ac:spMk id="48" creationId="{FF65EEB2-1C56-2056-75BF-39BB032D4754}"/>
          </ac:spMkLst>
        </pc:spChg>
        <pc:spChg chg="add mod">
          <ac:chgData name="Markatia, Danish" userId="050c7bd4-a7d7-4078-a432-131b434f7446" providerId="ADAL" clId="{C704670E-EB26-59A5-B939-4679B0AC3774}" dt="2026-10-06T15:09:34.979" v="1757" actId="1036"/>
          <ac:spMkLst>
            <pc:docMk/>
            <pc:sldMk cId="3470299647" sldId="2147483347"/>
            <ac:spMk id="55" creationId="{8E05B9C6-F0DD-312F-DF9C-6A278004B4B0}"/>
          </ac:spMkLst>
        </pc:spChg>
        <pc:spChg chg="add mod">
          <ac:chgData name="Markatia, Danish" userId="050c7bd4-a7d7-4078-a432-131b434f7446" providerId="ADAL" clId="{C704670E-EB26-59A5-B939-4679B0AC3774}" dt="2026-10-06T15:09:34.979" v="1757" actId="1036"/>
          <ac:spMkLst>
            <pc:docMk/>
            <pc:sldMk cId="3470299647" sldId="2147483347"/>
            <ac:spMk id="56" creationId="{647FBDB0-12AC-6FE8-3385-BAD2B78BEF89}"/>
          </ac:spMkLst>
        </pc:spChg>
        <pc:spChg chg="mod">
          <ac:chgData name="Markatia, Danish" userId="050c7bd4-a7d7-4078-a432-131b434f7446" providerId="ADAL" clId="{C704670E-EB26-59A5-B939-4679B0AC3774}" dt="2026-10-06T15:09:13.246" v="1709" actId="1035"/>
          <ac:spMkLst>
            <pc:docMk/>
            <pc:sldMk cId="3470299647" sldId="2147483347"/>
            <ac:spMk id="59" creationId="{C60CC478-B6A7-F00B-6215-FF3376A96A09}"/>
          </ac:spMkLst>
        </pc:spChg>
        <pc:spChg chg="add mod">
          <ac:chgData name="Markatia, Danish" userId="050c7bd4-a7d7-4078-a432-131b434f7446" providerId="ADAL" clId="{C704670E-EB26-59A5-B939-4679B0AC3774}" dt="2026-10-06T15:09:34.979" v="1757" actId="1036"/>
          <ac:spMkLst>
            <pc:docMk/>
            <pc:sldMk cId="3470299647" sldId="2147483347"/>
            <ac:spMk id="60" creationId="{BF168BBF-2F04-2DF5-9BE7-61E00D7EC6C1}"/>
          </ac:spMkLst>
        </pc:spChg>
        <pc:spChg chg="mod">
          <ac:chgData name="Markatia, Danish" userId="050c7bd4-a7d7-4078-a432-131b434f7446" providerId="ADAL" clId="{C704670E-EB26-59A5-B939-4679B0AC3774}" dt="2026-10-06T15:09:13.246" v="1709" actId="1035"/>
          <ac:spMkLst>
            <pc:docMk/>
            <pc:sldMk cId="3470299647" sldId="2147483347"/>
            <ac:spMk id="61" creationId="{4ACEE0D7-8743-7890-A56F-685F4ED36191}"/>
          </ac:spMkLst>
        </pc:spChg>
        <pc:spChg chg="mod">
          <ac:chgData name="Markatia, Danish" userId="050c7bd4-a7d7-4078-a432-131b434f7446" providerId="ADAL" clId="{C704670E-EB26-59A5-B939-4679B0AC3774}" dt="2026-10-06T15:09:13.246" v="1709" actId="1035"/>
          <ac:spMkLst>
            <pc:docMk/>
            <pc:sldMk cId="3470299647" sldId="2147483347"/>
            <ac:spMk id="63" creationId="{315729B8-9412-F022-DA98-F298CEE57F5C}"/>
          </ac:spMkLst>
        </pc:spChg>
        <pc:spChg chg="mod">
          <ac:chgData name="Markatia, Danish" userId="050c7bd4-a7d7-4078-a432-131b434f7446" providerId="ADAL" clId="{C704670E-EB26-59A5-B939-4679B0AC3774}" dt="2026-10-06T15:09:13.246" v="1709" actId="1035"/>
          <ac:spMkLst>
            <pc:docMk/>
            <pc:sldMk cId="3470299647" sldId="2147483347"/>
            <ac:spMk id="64" creationId="{F7A188B7-20F6-E318-A257-09029E25F84C}"/>
          </ac:spMkLst>
        </pc:spChg>
        <pc:spChg chg="mod">
          <ac:chgData name="Markatia, Danish" userId="050c7bd4-a7d7-4078-a432-131b434f7446" providerId="ADAL" clId="{C704670E-EB26-59A5-B939-4679B0AC3774}" dt="2026-10-06T15:11:00.616" v="1803" actId="208"/>
          <ac:spMkLst>
            <pc:docMk/>
            <pc:sldMk cId="3470299647" sldId="2147483347"/>
            <ac:spMk id="66" creationId="{12028917-A6B5-2C24-6095-F42EDA9117B9}"/>
          </ac:spMkLst>
        </pc:spChg>
        <pc:spChg chg="mod">
          <ac:chgData name="Markatia, Danish" userId="050c7bd4-a7d7-4078-a432-131b434f7446" providerId="ADAL" clId="{C704670E-EB26-59A5-B939-4679B0AC3774}" dt="2026-10-06T15:10:32.710" v="1800" actId="207"/>
          <ac:spMkLst>
            <pc:docMk/>
            <pc:sldMk cId="3470299647" sldId="2147483347"/>
            <ac:spMk id="67" creationId="{9DE6AE61-FA86-6E5B-8A44-22A18240BF7C}"/>
          </ac:spMkLst>
        </pc:spChg>
        <pc:spChg chg="add mod">
          <ac:chgData name="Markatia, Danish" userId="050c7bd4-a7d7-4078-a432-131b434f7446" providerId="ADAL" clId="{C704670E-EB26-59A5-B939-4679B0AC3774}" dt="2026-10-06T15:09:34.979" v="1757" actId="1036"/>
          <ac:spMkLst>
            <pc:docMk/>
            <pc:sldMk cId="3470299647" sldId="2147483347"/>
            <ac:spMk id="68" creationId="{87869C43-3476-9BCD-5F6C-FCC59B6187EF}"/>
          </ac:spMkLst>
        </pc:spChg>
        <pc:spChg chg="mod">
          <ac:chgData name="Markatia, Danish" userId="050c7bd4-a7d7-4078-a432-131b434f7446" providerId="ADAL" clId="{C704670E-EB26-59A5-B939-4679B0AC3774}" dt="2026-10-06T15:09:13.246" v="1709" actId="1035"/>
          <ac:spMkLst>
            <pc:docMk/>
            <pc:sldMk cId="3470299647" sldId="2147483347"/>
            <ac:spMk id="69" creationId="{D4A85734-CB8A-7AF1-0522-E80B29D2992A}"/>
          </ac:spMkLst>
        </pc:spChg>
        <pc:spChg chg="mod">
          <ac:chgData name="Markatia, Danish" userId="050c7bd4-a7d7-4078-a432-131b434f7446" providerId="ADAL" clId="{C704670E-EB26-59A5-B939-4679B0AC3774}" dt="2026-10-06T15:11:05.703" v="1804" actId="208"/>
          <ac:spMkLst>
            <pc:docMk/>
            <pc:sldMk cId="3470299647" sldId="2147483347"/>
            <ac:spMk id="71" creationId="{E7FEC998-D384-1087-0C77-C95BC8158323}"/>
          </ac:spMkLst>
        </pc:spChg>
        <pc:spChg chg="mod">
          <ac:chgData name="Markatia, Danish" userId="050c7bd4-a7d7-4078-a432-131b434f7446" providerId="ADAL" clId="{C704670E-EB26-59A5-B939-4679B0AC3774}" dt="2026-10-06T15:10:49.868" v="1802" actId="207"/>
          <ac:spMkLst>
            <pc:docMk/>
            <pc:sldMk cId="3470299647" sldId="2147483347"/>
            <ac:spMk id="72" creationId="{52C27F2B-0FE7-06EF-FF79-496F7AB64E7B}"/>
          </ac:spMkLst>
        </pc:spChg>
        <pc:spChg chg="mod">
          <ac:chgData name="Markatia, Danish" userId="050c7bd4-a7d7-4078-a432-131b434f7446" providerId="ADAL" clId="{C704670E-EB26-59A5-B939-4679B0AC3774}" dt="2026-10-06T15:09:13.246" v="1709" actId="1035"/>
          <ac:spMkLst>
            <pc:docMk/>
            <pc:sldMk cId="3470299647" sldId="2147483347"/>
            <ac:spMk id="74" creationId="{72145CF0-61D9-5261-8E3E-581CF2754B05}"/>
          </ac:spMkLst>
        </pc:spChg>
        <pc:spChg chg="add mod">
          <ac:chgData name="Markatia, Danish" userId="050c7bd4-a7d7-4078-a432-131b434f7446" providerId="ADAL" clId="{C704670E-EB26-59A5-B939-4679B0AC3774}" dt="2026-10-06T15:09:34.979" v="1757" actId="1036"/>
          <ac:spMkLst>
            <pc:docMk/>
            <pc:sldMk cId="3470299647" sldId="2147483347"/>
            <ac:spMk id="75" creationId="{8F92252E-D22C-3025-754D-9589D7B22B13}"/>
          </ac:spMkLst>
        </pc:spChg>
        <pc:spChg chg="mod">
          <ac:chgData name="Markatia, Danish" userId="050c7bd4-a7d7-4078-a432-131b434f7446" providerId="ADAL" clId="{C704670E-EB26-59A5-B939-4679B0AC3774}" dt="2026-10-06T15:33:29.282" v="2056" actId="14100"/>
          <ac:spMkLst>
            <pc:docMk/>
            <pc:sldMk cId="3470299647" sldId="2147483347"/>
            <ac:spMk id="76" creationId="{0D030247-DED4-776F-343D-BF7454244C00}"/>
          </ac:spMkLst>
        </pc:spChg>
        <pc:spChg chg="mod">
          <ac:chgData name="Markatia, Danish" userId="050c7bd4-a7d7-4078-a432-131b434f7446" providerId="ADAL" clId="{C704670E-EB26-59A5-B939-4679B0AC3774}" dt="2026-10-06T15:33:24.966" v="2055" actId="1035"/>
          <ac:spMkLst>
            <pc:docMk/>
            <pc:sldMk cId="3470299647" sldId="2147483347"/>
            <ac:spMk id="77" creationId="{69205644-5A92-B44E-7ECA-35F5D3E7C1FA}"/>
          </ac:spMkLst>
        </pc:spChg>
        <pc:spChg chg="mod">
          <ac:chgData name="Markatia, Danish" userId="050c7bd4-a7d7-4078-a432-131b434f7446" providerId="ADAL" clId="{C704670E-EB26-59A5-B939-4679B0AC3774}" dt="2026-10-06T15:33:24.966" v="2055" actId="1035"/>
          <ac:spMkLst>
            <pc:docMk/>
            <pc:sldMk cId="3470299647" sldId="2147483347"/>
            <ac:spMk id="78" creationId="{C0972967-EB3B-159F-7B20-7899546ECE3B}"/>
          </ac:spMkLst>
        </pc:spChg>
      </pc:sldChg>
      <pc:sldChg chg="addSp delSp modSp add mod">
        <pc:chgData name="Markatia, Danish" userId="050c7bd4-a7d7-4078-a432-131b434f7446" providerId="ADAL" clId="{C704670E-EB26-59A5-B939-4679B0AC3774}" dt="2026-10-06T15:57:43.241" v="2749" actId="1037"/>
        <pc:sldMkLst>
          <pc:docMk/>
          <pc:sldMk cId="2243418821" sldId="2147483348"/>
        </pc:sldMkLst>
        <pc:spChg chg="mod">
          <ac:chgData name="Markatia, Danish" userId="050c7bd4-a7d7-4078-a432-131b434f7446" providerId="ADAL" clId="{C704670E-EB26-59A5-B939-4679B0AC3774}" dt="2026-10-06T15:34:18.114" v="2060"/>
          <ac:spMkLst>
            <pc:docMk/>
            <pc:sldMk cId="2243418821" sldId="2147483348"/>
            <ac:spMk id="3" creationId="{8A3B2C9F-661A-BD6E-B850-F6E19D72CA0F}"/>
          </ac:spMkLst>
        </pc:spChg>
        <pc:spChg chg="del">
          <ac:chgData name="Markatia, Danish" userId="050c7bd4-a7d7-4078-a432-131b434f7446" providerId="ADAL" clId="{C704670E-EB26-59A5-B939-4679B0AC3774}" dt="2026-10-06T15:18:36.941" v="1806" actId="478"/>
          <ac:spMkLst>
            <pc:docMk/>
            <pc:sldMk cId="2243418821" sldId="2147483348"/>
            <ac:spMk id="6" creationId="{9B3AFF5A-5FA2-D583-09FF-84844930C877}"/>
          </ac:spMkLst>
        </pc:spChg>
        <pc:spChg chg="del">
          <ac:chgData name="Markatia, Danish" userId="050c7bd4-a7d7-4078-a432-131b434f7446" providerId="ADAL" clId="{C704670E-EB26-59A5-B939-4679B0AC3774}" dt="2026-10-06T15:18:36.941" v="1806" actId="478"/>
          <ac:spMkLst>
            <pc:docMk/>
            <pc:sldMk cId="2243418821" sldId="2147483348"/>
            <ac:spMk id="8" creationId="{059D8454-43F5-4C28-137F-B8A1977893D3}"/>
          </ac:spMkLst>
        </pc:spChg>
        <pc:spChg chg="del">
          <ac:chgData name="Markatia, Danish" userId="050c7bd4-a7d7-4078-a432-131b434f7446" providerId="ADAL" clId="{C704670E-EB26-59A5-B939-4679B0AC3774}" dt="2026-10-06T15:18:36.941" v="1806" actId="478"/>
          <ac:spMkLst>
            <pc:docMk/>
            <pc:sldMk cId="2243418821" sldId="2147483348"/>
            <ac:spMk id="11" creationId="{79FB1DFD-E523-0F83-4A8B-7790F1B0BB5D}"/>
          </ac:spMkLst>
        </pc:spChg>
        <pc:spChg chg="add del mod">
          <ac:chgData name="Markatia, Danish" userId="050c7bd4-a7d7-4078-a432-131b434f7446" providerId="ADAL" clId="{C704670E-EB26-59A5-B939-4679B0AC3774}" dt="2026-10-06T15:26:41.040" v="1977"/>
          <ac:spMkLst>
            <pc:docMk/>
            <pc:sldMk cId="2243418821" sldId="2147483348"/>
            <ac:spMk id="16" creationId="{3C3B0DE5-3F8E-5433-2D37-48C7E59D4BF1}"/>
          </ac:spMkLst>
        </pc:spChg>
        <pc:spChg chg="add mod">
          <ac:chgData name="Markatia, Danish" userId="050c7bd4-a7d7-4078-a432-131b434f7446" providerId="ADAL" clId="{C704670E-EB26-59A5-B939-4679B0AC3774}" dt="2026-10-06T15:30:21.179" v="2028" actId="1036"/>
          <ac:spMkLst>
            <pc:docMk/>
            <pc:sldMk cId="2243418821" sldId="2147483348"/>
            <ac:spMk id="17" creationId="{1DDB4C7C-ADB3-CD23-0458-8DBD6A8584C3}"/>
          </ac:spMkLst>
        </pc:spChg>
        <pc:spChg chg="mod">
          <ac:chgData name="Markatia, Danish" userId="050c7bd4-a7d7-4078-a432-131b434f7446" providerId="ADAL" clId="{C704670E-EB26-59A5-B939-4679B0AC3774}" dt="2026-10-06T15:28:15.990" v="2008" actId="14100"/>
          <ac:spMkLst>
            <pc:docMk/>
            <pc:sldMk cId="2243418821" sldId="2147483348"/>
            <ac:spMk id="18" creationId="{34F27FF2-D721-CF1D-7687-2C1858E4A2DC}"/>
          </ac:spMkLst>
        </pc:spChg>
        <pc:spChg chg="add mod">
          <ac:chgData name="Markatia, Danish" userId="050c7bd4-a7d7-4078-a432-131b434f7446" providerId="ADAL" clId="{C704670E-EB26-59A5-B939-4679B0AC3774}" dt="2026-10-06T15:30:21.179" v="2028" actId="1036"/>
          <ac:spMkLst>
            <pc:docMk/>
            <pc:sldMk cId="2243418821" sldId="2147483348"/>
            <ac:spMk id="19" creationId="{26658954-DDF8-BCDD-6100-89D9B352BA23}"/>
          </ac:spMkLst>
        </pc:spChg>
        <pc:spChg chg="mod">
          <ac:chgData name="Markatia, Danish" userId="050c7bd4-a7d7-4078-a432-131b434f7446" providerId="ADAL" clId="{C704670E-EB26-59A5-B939-4679B0AC3774}" dt="2026-10-06T15:29:12.042" v="2018" actId="14100"/>
          <ac:spMkLst>
            <pc:docMk/>
            <pc:sldMk cId="2243418821" sldId="2147483348"/>
            <ac:spMk id="20" creationId="{F0021A8C-FDF7-947A-9EC3-ED224543352C}"/>
          </ac:spMkLst>
        </pc:spChg>
        <pc:spChg chg="add mod">
          <ac:chgData name="Markatia, Danish" userId="050c7bd4-a7d7-4078-a432-131b434f7446" providerId="ADAL" clId="{C704670E-EB26-59A5-B939-4679B0AC3774}" dt="2026-10-06T15:57:37.292" v="2748" actId="1038"/>
          <ac:spMkLst>
            <pc:docMk/>
            <pc:sldMk cId="2243418821" sldId="2147483348"/>
            <ac:spMk id="21" creationId="{432EB446-10EE-F1AB-94D6-0000901FC830}"/>
          </ac:spMkLst>
        </pc:spChg>
        <pc:spChg chg="add mod">
          <ac:chgData name="Markatia, Danish" userId="050c7bd4-a7d7-4078-a432-131b434f7446" providerId="ADAL" clId="{C704670E-EB26-59A5-B939-4679B0AC3774}" dt="2026-10-06T15:30:21.179" v="2028" actId="1036"/>
          <ac:spMkLst>
            <pc:docMk/>
            <pc:sldMk cId="2243418821" sldId="2147483348"/>
            <ac:spMk id="22" creationId="{7A89E32E-2597-1491-9851-D96F688ABE86}"/>
          </ac:spMkLst>
        </pc:spChg>
        <pc:spChg chg="add mod">
          <ac:chgData name="Markatia, Danish" userId="050c7bd4-a7d7-4078-a432-131b434f7446" providerId="ADAL" clId="{C704670E-EB26-59A5-B939-4679B0AC3774}" dt="2026-10-06T15:30:21.179" v="2028" actId="1036"/>
          <ac:spMkLst>
            <pc:docMk/>
            <pc:sldMk cId="2243418821" sldId="2147483348"/>
            <ac:spMk id="28" creationId="{F4C14912-73D1-8A14-77A8-1825CF9D1458}"/>
          </ac:spMkLst>
        </pc:spChg>
        <pc:spChg chg="add mod">
          <ac:chgData name="Markatia, Danish" userId="050c7bd4-a7d7-4078-a432-131b434f7446" providerId="ADAL" clId="{C704670E-EB26-59A5-B939-4679B0AC3774}" dt="2026-10-06T15:30:21.179" v="2028" actId="1036"/>
          <ac:spMkLst>
            <pc:docMk/>
            <pc:sldMk cId="2243418821" sldId="2147483348"/>
            <ac:spMk id="29" creationId="{D421E00B-EE9F-E37F-F0B9-733117A392FE}"/>
          </ac:spMkLst>
        </pc:spChg>
        <pc:spChg chg="add mod">
          <ac:chgData name="Markatia, Danish" userId="050c7bd4-a7d7-4078-a432-131b434f7446" providerId="ADAL" clId="{C704670E-EB26-59A5-B939-4679B0AC3774}" dt="2026-10-06T15:30:21.179" v="2028" actId="1036"/>
          <ac:spMkLst>
            <pc:docMk/>
            <pc:sldMk cId="2243418821" sldId="2147483348"/>
            <ac:spMk id="30" creationId="{F8F07BFD-87E7-8FED-96BF-9B90C5650456}"/>
          </ac:spMkLst>
        </pc:spChg>
        <pc:spChg chg="mod">
          <ac:chgData name="Markatia, Danish" userId="050c7bd4-a7d7-4078-a432-131b434f7446" providerId="ADAL" clId="{C704670E-EB26-59A5-B939-4679B0AC3774}" dt="2026-10-06T15:26:28.805" v="1974" actId="20577"/>
          <ac:spMkLst>
            <pc:docMk/>
            <pc:sldMk cId="2243418821" sldId="2147483348"/>
            <ac:spMk id="31" creationId="{767C5328-CEFD-301B-1277-6B6724DF88E7}"/>
          </ac:spMkLst>
        </pc:spChg>
        <pc:spChg chg="add mod">
          <ac:chgData name="Markatia, Danish" userId="050c7bd4-a7d7-4078-a432-131b434f7446" providerId="ADAL" clId="{C704670E-EB26-59A5-B939-4679B0AC3774}" dt="2026-10-06T15:57:43.241" v="2749" actId="1037"/>
          <ac:spMkLst>
            <pc:docMk/>
            <pc:sldMk cId="2243418821" sldId="2147483348"/>
            <ac:spMk id="32" creationId="{CE8796B4-4238-296B-8BCC-23D9CC446B1C}"/>
          </ac:spMkLst>
        </pc:spChg>
        <pc:spChg chg="mod">
          <ac:chgData name="Markatia, Danish" userId="050c7bd4-a7d7-4078-a432-131b434f7446" providerId="ADAL" clId="{C704670E-EB26-59A5-B939-4679B0AC3774}" dt="2026-10-06T15:28:23.420" v="2009" actId="14100"/>
          <ac:spMkLst>
            <pc:docMk/>
            <pc:sldMk cId="2243418821" sldId="2147483348"/>
            <ac:spMk id="33" creationId="{3341AA38-2E07-6E8A-DDE0-F47C41714502}"/>
          </ac:spMkLst>
        </pc:spChg>
        <pc:spChg chg="mod">
          <ac:chgData name="Markatia, Danish" userId="050c7bd4-a7d7-4078-a432-131b434f7446" providerId="ADAL" clId="{C704670E-EB26-59A5-B939-4679B0AC3774}" dt="2026-10-06T15:28:23.420" v="2009" actId="14100"/>
          <ac:spMkLst>
            <pc:docMk/>
            <pc:sldMk cId="2243418821" sldId="2147483348"/>
            <ac:spMk id="34" creationId="{1F386393-7217-1260-1D55-19975EC2499A}"/>
          </ac:spMkLst>
        </pc:spChg>
        <pc:spChg chg="add mod">
          <ac:chgData name="Markatia, Danish" userId="050c7bd4-a7d7-4078-a432-131b434f7446" providerId="ADAL" clId="{C704670E-EB26-59A5-B939-4679B0AC3774}" dt="2026-10-06T15:30:21.179" v="2028" actId="1036"/>
          <ac:spMkLst>
            <pc:docMk/>
            <pc:sldMk cId="2243418821" sldId="2147483348"/>
            <ac:spMk id="35" creationId="{16A0C0D7-2780-CF09-065D-EDDC8FFAD52E}"/>
          </ac:spMkLst>
        </pc:spChg>
        <pc:spChg chg="add mod">
          <ac:chgData name="Markatia, Danish" userId="050c7bd4-a7d7-4078-a432-131b434f7446" providerId="ADAL" clId="{C704670E-EB26-59A5-B939-4679B0AC3774}" dt="2026-10-06T15:30:21.179" v="2028" actId="1036"/>
          <ac:spMkLst>
            <pc:docMk/>
            <pc:sldMk cId="2243418821" sldId="2147483348"/>
            <ac:spMk id="36" creationId="{ABCD8C47-0EDE-472E-A992-443D74105790}"/>
          </ac:spMkLst>
        </pc:spChg>
        <pc:spChg chg="mod">
          <ac:chgData name="Markatia, Danish" userId="050c7bd4-a7d7-4078-a432-131b434f7446" providerId="ADAL" clId="{C704670E-EB26-59A5-B939-4679B0AC3774}" dt="2026-10-06T15:28:33.707" v="2013" actId="14100"/>
          <ac:spMkLst>
            <pc:docMk/>
            <pc:sldMk cId="2243418821" sldId="2147483348"/>
            <ac:spMk id="37" creationId="{483AEDD2-6C62-D9CC-EEC5-DA6C911F8016}"/>
          </ac:spMkLst>
        </pc:spChg>
        <pc:spChg chg="mod">
          <ac:chgData name="Markatia, Danish" userId="050c7bd4-a7d7-4078-a432-131b434f7446" providerId="ADAL" clId="{C704670E-EB26-59A5-B939-4679B0AC3774}" dt="2026-10-06T15:28:42.425" v="2014" actId="113"/>
          <ac:spMkLst>
            <pc:docMk/>
            <pc:sldMk cId="2243418821" sldId="2147483348"/>
            <ac:spMk id="38" creationId="{4263F90B-D58C-85D2-551E-14198D4CC487}"/>
          </ac:spMkLst>
        </pc:spChg>
        <pc:spChg chg="del">
          <ac:chgData name="Markatia, Danish" userId="050c7bd4-a7d7-4078-a432-131b434f7446" providerId="ADAL" clId="{C704670E-EB26-59A5-B939-4679B0AC3774}" dt="2026-10-06T15:18:36.941" v="1806" actId="478"/>
          <ac:spMkLst>
            <pc:docMk/>
            <pc:sldMk cId="2243418821" sldId="2147483348"/>
            <ac:spMk id="41" creationId="{41D53DDD-FFBA-3C4B-0A12-6A2477D52B12}"/>
          </ac:spMkLst>
        </pc:spChg>
        <pc:spChg chg="del">
          <ac:chgData name="Markatia, Danish" userId="050c7bd4-a7d7-4078-a432-131b434f7446" providerId="ADAL" clId="{C704670E-EB26-59A5-B939-4679B0AC3774}" dt="2026-10-06T15:18:36.941" v="1806" actId="478"/>
          <ac:spMkLst>
            <pc:docMk/>
            <pc:sldMk cId="2243418821" sldId="2147483348"/>
            <ac:spMk id="43" creationId="{8CF66E20-7BC9-C7CB-B671-F1F3BCADF967}"/>
          </ac:spMkLst>
        </pc:spChg>
        <pc:spChg chg="del">
          <ac:chgData name="Markatia, Danish" userId="050c7bd4-a7d7-4078-a432-131b434f7446" providerId="ADAL" clId="{C704670E-EB26-59A5-B939-4679B0AC3774}" dt="2026-10-06T15:18:36.941" v="1806" actId="478"/>
          <ac:spMkLst>
            <pc:docMk/>
            <pc:sldMk cId="2243418821" sldId="2147483348"/>
            <ac:spMk id="56" creationId="{93C36323-D711-5836-5B89-23C1DCF51391}"/>
          </ac:spMkLst>
        </pc:spChg>
        <pc:spChg chg="del">
          <ac:chgData name="Markatia, Danish" userId="050c7bd4-a7d7-4078-a432-131b434f7446" providerId="ADAL" clId="{C704670E-EB26-59A5-B939-4679B0AC3774}" dt="2026-10-06T15:18:36.941" v="1806" actId="478"/>
          <ac:spMkLst>
            <pc:docMk/>
            <pc:sldMk cId="2243418821" sldId="2147483348"/>
            <ac:spMk id="61" creationId="{7A43BEB1-23C1-CE58-75C6-83D244471A1A}"/>
          </ac:spMkLst>
        </pc:spChg>
        <pc:spChg chg="del">
          <ac:chgData name="Markatia, Danish" userId="050c7bd4-a7d7-4078-a432-131b434f7446" providerId="ADAL" clId="{C704670E-EB26-59A5-B939-4679B0AC3774}" dt="2026-10-06T15:18:36.941" v="1806" actId="478"/>
          <ac:spMkLst>
            <pc:docMk/>
            <pc:sldMk cId="2243418821" sldId="2147483348"/>
            <ac:spMk id="68" creationId="{3B5B7D1C-28AC-2D7D-CD15-FE870AF71FF9}"/>
          </ac:spMkLst>
        </pc:spChg>
        <pc:spChg chg="del">
          <ac:chgData name="Markatia, Danish" userId="050c7bd4-a7d7-4078-a432-131b434f7446" providerId="ADAL" clId="{C704670E-EB26-59A5-B939-4679B0AC3774}" dt="2026-10-06T15:18:36.941" v="1806" actId="478"/>
          <ac:spMkLst>
            <pc:docMk/>
            <pc:sldMk cId="2243418821" sldId="2147483348"/>
            <ac:spMk id="75" creationId="{3E5D71D2-EE58-2223-C531-DDB7FCA25D25}"/>
          </ac:spMkLst>
        </pc:spChg>
        <pc:spChg chg="del">
          <ac:chgData name="Markatia, Danish" userId="050c7bd4-a7d7-4078-a432-131b434f7446" providerId="ADAL" clId="{C704670E-EB26-59A5-B939-4679B0AC3774}" dt="2026-10-06T15:18:36.941" v="1806" actId="478"/>
          <ac:spMkLst>
            <pc:docMk/>
            <pc:sldMk cId="2243418821" sldId="2147483348"/>
            <ac:spMk id="76" creationId="{18D2D31E-3804-6A6B-B19E-352B80CF0E73}"/>
          </ac:spMkLst>
        </pc:spChg>
      </pc:sldChg>
      <pc:sldChg chg="addSp delSp modSp add mod">
        <pc:chgData name="Markatia, Danish" userId="050c7bd4-a7d7-4078-a432-131b434f7446" providerId="ADAL" clId="{C704670E-EB26-59A5-B939-4679B0AC3774}" dt="2026-10-07T17:32:46.660" v="2955" actId="20577"/>
        <pc:sldMkLst>
          <pc:docMk/>
          <pc:sldMk cId="3638318155" sldId="2147483351"/>
        </pc:sldMkLst>
        <pc:spChg chg="mod">
          <ac:chgData name="Markatia, Danish" userId="050c7bd4-a7d7-4078-a432-131b434f7446" providerId="ADAL" clId="{C704670E-EB26-59A5-B939-4679B0AC3774}" dt="2026-10-07T17:32:03.094" v="2782" actId="20577"/>
          <ac:spMkLst>
            <pc:docMk/>
            <pc:sldMk cId="3638318155" sldId="2147483351"/>
            <ac:spMk id="3" creationId="{7435196C-548B-0D1A-F66C-5DA94AB4B1B9}"/>
          </ac:spMkLst>
        </pc:spChg>
        <pc:spChg chg="del">
          <ac:chgData name="Markatia, Danish" userId="050c7bd4-a7d7-4078-a432-131b434f7446" providerId="ADAL" clId="{C704670E-EB26-59A5-B939-4679B0AC3774}" dt="2026-10-07T17:31:42.190" v="2751" actId="478"/>
          <ac:spMkLst>
            <pc:docMk/>
            <pc:sldMk cId="3638318155" sldId="2147483351"/>
            <ac:spMk id="5" creationId="{B5A73D2B-0E78-12A6-2F42-65D67B2188E2}"/>
          </ac:spMkLst>
        </pc:spChg>
        <pc:spChg chg="del">
          <ac:chgData name="Markatia, Danish" userId="050c7bd4-a7d7-4078-a432-131b434f7446" providerId="ADAL" clId="{C704670E-EB26-59A5-B939-4679B0AC3774}" dt="2026-10-07T17:31:42.190" v="2751" actId="478"/>
          <ac:spMkLst>
            <pc:docMk/>
            <pc:sldMk cId="3638318155" sldId="2147483351"/>
            <ac:spMk id="7" creationId="{B35BAF1E-91F3-7C22-B315-00881A848A71}"/>
          </ac:spMkLst>
        </pc:spChg>
        <pc:spChg chg="del">
          <ac:chgData name="Markatia, Danish" userId="050c7bd4-a7d7-4078-a432-131b434f7446" providerId="ADAL" clId="{C704670E-EB26-59A5-B939-4679B0AC3774}" dt="2026-10-07T17:31:42.190" v="2751" actId="478"/>
          <ac:spMkLst>
            <pc:docMk/>
            <pc:sldMk cId="3638318155" sldId="2147483351"/>
            <ac:spMk id="8" creationId="{FFE565DF-A834-E721-AC88-490B8507CD18}"/>
          </ac:spMkLst>
        </pc:spChg>
        <pc:spChg chg="del">
          <ac:chgData name="Markatia, Danish" userId="050c7bd4-a7d7-4078-a432-131b434f7446" providerId="ADAL" clId="{C704670E-EB26-59A5-B939-4679B0AC3774}" dt="2026-10-07T17:31:42.190" v="2751" actId="478"/>
          <ac:spMkLst>
            <pc:docMk/>
            <pc:sldMk cId="3638318155" sldId="2147483351"/>
            <ac:spMk id="9" creationId="{1909E5CE-E9EE-0FE3-3065-EBC5F61135A6}"/>
          </ac:spMkLst>
        </pc:spChg>
        <pc:spChg chg="del">
          <ac:chgData name="Markatia, Danish" userId="050c7bd4-a7d7-4078-a432-131b434f7446" providerId="ADAL" clId="{C704670E-EB26-59A5-B939-4679B0AC3774}" dt="2026-10-07T17:31:42.190" v="2751" actId="478"/>
          <ac:spMkLst>
            <pc:docMk/>
            <pc:sldMk cId="3638318155" sldId="2147483351"/>
            <ac:spMk id="11" creationId="{447BF53A-4F5C-21A8-154B-2BDB4E3D4C4E}"/>
          </ac:spMkLst>
        </pc:spChg>
        <pc:spChg chg="del">
          <ac:chgData name="Markatia, Danish" userId="050c7bd4-a7d7-4078-a432-131b434f7446" providerId="ADAL" clId="{C704670E-EB26-59A5-B939-4679B0AC3774}" dt="2026-10-07T17:31:42.190" v="2751" actId="478"/>
          <ac:spMkLst>
            <pc:docMk/>
            <pc:sldMk cId="3638318155" sldId="2147483351"/>
            <ac:spMk id="13" creationId="{51525EC6-49DD-F6A2-5A21-85F782234B36}"/>
          </ac:spMkLst>
        </pc:spChg>
        <pc:spChg chg="add mod">
          <ac:chgData name="Markatia, Danish" userId="050c7bd4-a7d7-4078-a432-131b434f7446" providerId="ADAL" clId="{C704670E-EB26-59A5-B939-4679B0AC3774}" dt="2026-10-07T17:32:46.660" v="2955" actId="20577"/>
          <ac:spMkLst>
            <pc:docMk/>
            <pc:sldMk cId="3638318155" sldId="2147483351"/>
            <ac:spMk id="14" creationId="{7D254884-1BC2-5A5D-0A6D-DDC8DC9BB8B1}"/>
          </ac:spMkLst>
        </pc:spChg>
        <pc:cxnChg chg="del">
          <ac:chgData name="Markatia, Danish" userId="050c7bd4-a7d7-4078-a432-131b434f7446" providerId="ADAL" clId="{C704670E-EB26-59A5-B939-4679B0AC3774}" dt="2026-10-07T17:31:42.190" v="2751" actId="478"/>
          <ac:cxnSpMkLst>
            <pc:docMk/>
            <pc:sldMk cId="3638318155" sldId="2147483351"/>
            <ac:cxnSpMk id="10" creationId="{AEB16B09-E977-AB28-DB31-150313E342AA}"/>
          </ac:cxnSpMkLst>
        </pc:cxnChg>
        <pc:cxnChg chg="del">
          <ac:chgData name="Markatia, Danish" userId="050c7bd4-a7d7-4078-a432-131b434f7446" providerId="ADAL" clId="{C704670E-EB26-59A5-B939-4679B0AC3774}" dt="2026-10-07T17:31:42.190" v="2751" actId="478"/>
          <ac:cxnSpMkLst>
            <pc:docMk/>
            <pc:sldMk cId="3638318155" sldId="2147483351"/>
            <ac:cxnSpMk id="12" creationId="{33C0A433-2A72-A4A9-424D-91D0B80E8221}"/>
          </ac:cxnSpMkLst>
        </pc:cxnChg>
      </pc:sldChg>
    </pc:docChg>
  </pc:docChgLst>
  <pc:docChgLst>
    <pc:chgData name="Kalidindi, Naga Mahendra V" userId="498c76e8-dbe5-45f5-932b-5ad14c9040e2" providerId="ADAL" clId="{96EE79D7-9BF9-4966-A943-03EEB87D6812}"/>
    <pc:docChg chg="custSel addSld modSld modSection">
      <pc:chgData name="Kalidindi, Naga Mahendra V" userId="498c76e8-dbe5-45f5-932b-5ad14c9040e2" providerId="ADAL" clId="{96EE79D7-9BF9-4966-A943-03EEB87D6812}" dt="2026-10-02T13:43:01.383" v="64" actId="478"/>
      <pc:docMkLst>
        <pc:docMk/>
      </pc:docMkLst>
      <pc:sldChg chg="delSp modSp new mod">
        <pc:chgData name="Kalidindi, Naga Mahendra V" userId="498c76e8-dbe5-45f5-932b-5ad14c9040e2" providerId="ADAL" clId="{96EE79D7-9BF9-4966-A943-03EEB87D6812}" dt="2026-10-02T13:43:01.383" v="64" actId="478"/>
        <pc:sldMkLst>
          <pc:docMk/>
          <pc:sldMk cId="3905187311" sldId="2147483345"/>
        </pc:sldMkLst>
        <pc:spChg chg="del">
          <ac:chgData name="Kalidindi, Naga Mahendra V" userId="498c76e8-dbe5-45f5-932b-5ad14c9040e2" providerId="ADAL" clId="{96EE79D7-9BF9-4966-A943-03EEB87D6812}" dt="2026-10-02T13:43:01.383" v="64" actId="478"/>
          <ac:spMkLst>
            <pc:docMk/>
            <pc:sldMk cId="3905187311" sldId="2147483345"/>
            <ac:spMk id="2" creationId="{3B915F4F-9383-2E96-55BE-173EE681345B}"/>
          </ac:spMkLst>
        </pc:spChg>
        <pc:spChg chg="mod">
          <ac:chgData name="Kalidindi, Naga Mahendra V" userId="498c76e8-dbe5-45f5-932b-5ad14c9040e2" providerId="ADAL" clId="{96EE79D7-9BF9-4966-A943-03EEB87D6812}" dt="2026-10-02T13:42:58.824" v="63" actId="20577"/>
          <ac:spMkLst>
            <pc:docMk/>
            <pc:sldMk cId="3905187311" sldId="2147483345"/>
            <ac:spMk id="3" creationId="{A09EDF06-6F70-0DD1-CF44-90FA2C228A77}"/>
          </ac:spMkLst>
        </pc:spChg>
      </pc:sldChg>
    </pc:docChg>
  </pc:docChgLst>
  <pc:docChgLst>
    <pc:chgData name="Walsh, William" userId="21366335-7b20-481e-9e5e-f413db4dabe6" providerId="ADAL" clId="{C87244E7-8C98-4A47-A311-39D6022DD3CD}"/>
    <pc:docChg chg="undo custSel addSld delSld modSld sldOrd addSection delSection modSection">
      <pc:chgData name="Walsh, William" userId="21366335-7b20-481e-9e5e-f413db4dabe6" providerId="ADAL" clId="{C87244E7-8C98-4A47-A311-39D6022DD3CD}" dt="2026-10-06T19:40:44.174" v="1606" actId="1076"/>
      <pc:docMkLst>
        <pc:docMk/>
      </pc:docMkLst>
      <pc:sldChg chg="ord">
        <pc:chgData name="Walsh, William" userId="21366335-7b20-481e-9e5e-f413db4dabe6" providerId="ADAL" clId="{C87244E7-8C98-4A47-A311-39D6022DD3CD}" dt="2026-09-25T14:00:05.224" v="122"/>
        <pc:sldMkLst>
          <pc:docMk/>
          <pc:sldMk cId="3267068862" sldId="563"/>
        </pc:sldMkLst>
      </pc:sldChg>
      <pc:sldChg chg="addSp modSp mod ord">
        <pc:chgData name="Walsh, William" userId="21366335-7b20-481e-9e5e-f413db4dabe6" providerId="ADAL" clId="{C87244E7-8C98-4A47-A311-39D6022DD3CD}" dt="2026-10-02T17:57:56.828" v="1192" actId="20577"/>
        <pc:sldMkLst>
          <pc:docMk/>
          <pc:sldMk cId="3652795259" sldId="564"/>
        </pc:sldMkLst>
        <pc:spChg chg="add mod">
          <ac:chgData name="Walsh, William" userId="21366335-7b20-481e-9e5e-f413db4dabe6" providerId="ADAL" clId="{C87244E7-8C98-4A47-A311-39D6022DD3CD}" dt="2026-10-02T17:57:56.828" v="1192" actId="20577"/>
          <ac:spMkLst>
            <pc:docMk/>
            <pc:sldMk cId="3652795259" sldId="564"/>
            <ac:spMk id="6" creationId="{BC4E9553-5930-5C7C-6778-9878D957F12A}"/>
          </ac:spMkLst>
        </pc:spChg>
        <pc:spChg chg="add mod">
          <ac:chgData name="Walsh, William" userId="21366335-7b20-481e-9e5e-f413db4dabe6" providerId="ADAL" clId="{C87244E7-8C98-4A47-A311-39D6022DD3CD}" dt="2026-09-25T16:25:37.907" v="492" actId="20577"/>
          <ac:spMkLst>
            <pc:docMk/>
            <pc:sldMk cId="3652795259" sldId="564"/>
            <ac:spMk id="8" creationId="{021F93E1-0245-A1B8-3D87-D01070204DFE}"/>
          </ac:spMkLst>
        </pc:spChg>
        <pc:graphicFrameChg chg="mod modGraphic">
          <ac:chgData name="Walsh, William" userId="21366335-7b20-481e-9e5e-f413db4dabe6" providerId="ADAL" clId="{C87244E7-8C98-4A47-A311-39D6022DD3CD}" dt="2026-09-25T16:25:10.231" v="430"/>
          <ac:graphicFrameMkLst>
            <pc:docMk/>
            <pc:sldMk cId="3652795259" sldId="564"/>
            <ac:graphicFrameMk id="5" creationId="{29D7B417-F2A9-E41F-D90A-F3E4D3C46BAC}"/>
          </ac:graphicFrameMkLst>
        </pc:graphicFrameChg>
      </pc:sldChg>
      <pc:sldChg chg="mod ord modShow">
        <pc:chgData name="Walsh, William" userId="21366335-7b20-481e-9e5e-f413db4dabe6" providerId="ADAL" clId="{C87244E7-8C98-4A47-A311-39D6022DD3CD}" dt="2026-10-01T19:38:52.484" v="1113"/>
        <pc:sldMkLst>
          <pc:docMk/>
          <pc:sldMk cId="3856245014" sldId="566"/>
        </pc:sldMkLst>
      </pc:sldChg>
      <pc:sldChg chg="mod ord modShow">
        <pc:chgData name="Walsh, William" userId="21366335-7b20-481e-9e5e-f413db4dabe6" providerId="ADAL" clId="{C87244E7-8C98-4A47-A311-39D6022DD3CD}" dt="2026-10-01T19:38:52.484" v="1113"/>
        <pc:sldMkLst>
          <pc:docMk/>
          <pc:sldMk cId="1334462469" sldId="568"/>
        </pc:sldMkLst>
      </pc:sldChg>
      <pc:sldChg chg="mod ord modShow">
        <pc:chgData name="Walsh, William" userId="21366335-7b20-481e-9e5e-f413db4dabe6" providerId="ADAL" clId="{C87244E7-8C98-4A47-A311-39D6022DD3CD}" dt="2026-10-01T19:38:52.484" v="1113"/>
        <pc:sldMkLst>
          <pc:docMk/>
          <pc:sldMk cId="2739048353" sldId="569"/>
        </pc:sldMkLst>
      </pc:sldChg>
      <pc:sldChg chg="mod modShow">
        <pc:chgData name="Walsh, William" userId="21366335-7b20-481e-9e5e-f413db4dabe6" providerId="ADAL" clId="{C87244E7-8C98-4A47-A311-39D6022DD3CD}" dt="2026-09-25T16:20:11.251" v="173" actId="729"/>
        <pc:sldMkLst>
          <pc:docMk/>
          <pc:sldMk cId="2457102759" sldId="2147483281"/>
        </pc:sldMkLst>
      </pc:sldChg>
      <pc:sldChg chg="modSp mod modShow">
        <pc:chgData name="Walsh, William" userId="21366335-7b20-481e-9e5e-f413db4dabe6" providerId="ADAL" clId="{C87244E7-8C98-4A47-A311-39D6022DD3CD}" dt="2026-09-30T17:15:48.867" v="494" actId="20577"/>
        <pc:sldMkLst>
          <pc:docMk/>
          <pc:sldMk cId="136054181" sldId="2147483293"/>
        </pc:sldMkLst>
        <pc:graphicFrameChg chg="modGraphic">
          <ac:chgData name="Walsh, William" userId="21366335-7b20-481e-9e5e-f413db4dabe6" providerId="ADAL" clId="{C87244E7-8C98-4A47-A311-39D6022DD3CD}" dt="2026-09-30T17:15:48.867" v="494" actId="20577"/>
          <ac:graphicFrameMkLst>
            <pc:docMk/>
            <pc:sldMk cId="136054181" sldId="2147483293"/>
            <ac:graphicFrameMk id="22" creationId="{489284EA-00F0-EA39-5149-1AB646A5BC36}"/>
          </ac:graphicFrameMkLst>
        </pc:graphicFrameChg>
      </pc:sldChg>
      <pc:sldChg chg="mod modShow">
        <pc:chgData name="Walsh, William" userId="21366335-7b20-481e-9e5e-f413db4dabe6" providerId="ADAL" clId="{C87244E7-8C98-4A47-A311-39D6022DD3CD}" dt="2026-09-25T16:20:11.251" v="173" actId="729"/>
        <pc:sldMkLst>
          <pc:docMk/>
          <pc:sldMk cId="3884867139" sldId="2147483294"/>
        </pc:sldMkLst>
      </pc:sldChg>
      <pc:sldChg chg="mod modShow">
        <pc:chgData name="Walsh, William" userId="21366335-7b20-481e-9e5e-f413db4dabe6" providerId="ADAL" clId="{C87244E7-8C98-4A47-A311-39D6022DD3CD}" dt="2026-09-25T16:20:11.251" v="173" actId="729"/>
        <pc:sldMkLst>
          <pc:docMk/>
          <pc:sldMk cId="611187388" sldId="2147483296"/>
        </pc:sldMkLst>
      </pc:sldChg>
      <pc:sldChg chg="modSp mod ord modShow">
        <pc:chgData name="Walsh, William" userId="21366335-7b20-481e-9e5e-f413db4dabe6" providerId="ADAL" clId="{C87244E7-8C98-4A47-A311-39D6022DD3CD}" dt="2026-10-01T19:40:52.528" v="1159" actId="299"/>
        <pc:sldMkLst>
          <pc:docMk/>
          <pc:sldMk cId="3332604580" sldId="2147483297"/>
        </pc:sldMkLst>
        <pc:spChg chg="mod">
          <ac:chgData name="Walsh, William" userId="21366335-7b20-481e-9e5e-f413db4dabe6" providerId="ADAL" clId="{C87244E7-8C98-4A47-A311-39D6022DD3CD}" dt="2026-10-01T19:40:52.528" v="1159" actId="299"/>
          <ac:spMkLst>
            <pc:docMk/>
            <pc:sldMk cId="3332604580" sldId="2147483297"/>
            <ac:spMk id="4" creationId="{B3CC48F1-11FD-B16A-4752-5479925572DE}"/>
          </ac:spMkLst>
        </pc:spChg>
      </pc:sldChg>
      <pc:sldChg chg="mod modShow">
        <pc:chgData name="Walsh, William" userId="21366335-7b20-481e-9e5e-f413db4dabe6" providerId="ADAL" clId="{C87244E7-8C98-4A47-A311-39D6022DD3CD}" dt="2026-09-25T16:20:11.251" v="173" actId="729"/>
        <pc:sldMkLst>
          <pc:docMk/>
          <pc:sldMk cId="3252489332" sldId="2147483299"/>
        </pc:sldMkLst>
      </pc:sldChg>
      <pc:sldChg chg="mod modShow">
        <pc:chgData name="Walsh, William" userId="21366335-7b20-481e-9e5e-f413db4dabe6" providerId="ADAL" clId="{C87244E7-8C98-4A47-A311-39D6022DD3CD}" dt="2026-09-25T16:20:11.251" v="173" actId="729"/>
        <pc:sldMkLst>
          <pc:docMk/>
          <pc:sldMk cId="4233286924" sldId="2147483300"/>
        </pc:sldMkLst>
      </pc:sldChg>
      <pc:sldChg chg="mod ord modShow">
        <pc:chgData name="Walsh, William" userId="21366335-7b20-481e-9e5e-f413db4dabe6" providerId="ADAL" clId="{C87244E7-8C98-4A47-A311-39D6022DD3CD}" dt="2026-10-01T19:40:06.777" v="1133"/>
        <pc:sldMkLst>
          <pc:docMk/>
          <pc:sldMk cId="2626116431" sldId="2147483301"/>
        </pc:sldMkLst>
      </pc:sldChg>
      <pc:sldChg chg="mod ord modShow">
        <pc:chgData name="Walsh, William" userId="21366335-7b20-481e-9e5e-f413db4dabe6" providerId="ADAL" clId="{C87244E7-8C98-4A47-A311-39D6022DD3CD}" dt="2026-10-01T19:40:14.960" v="1135"/>
        <pc:sldMkLst>
          <pc:docMk/>
          <pc:sldMk cId="486721167" sldId="2147483302"/>
        </pc:sldMkLst>
      </pc:sldChg>
      <pc:sldChg chg="mod ord modShow">
        <pc:chgData name="Walsh, William" userId="21366335-7b20-481e-9e5e-f413db4dabe6" providerId="ADAL" clId="{C87244E7-8C98-4A47-A311-39D6022DD3CD}" dt="2026-10-01T19:40:14.960" v="1135"/>
        <pc:sldMkLst>
          <pc:docMk/>
          <pc:sldMk cId="3931383773" sldId="2147483303"/>
        </pc:sldMkLst>
      </pc:sldChg>
      <pc:sldChg chg="mod ord modShow">
        <pc:chgData name="Walsh, William" userId="21366335-7b20-481e-9e5e-f413db4dabe6" providerId="ADAL" clId="{C87244E7-8C98-4A47-A311-39D6022DD3CD}" dt="2026-10-01T19:40:23.340" v="1139"/>
        <pc:sldMkLst>
          <pc:docMk/>
          <pc:sldMk cId="3786956283" sldId="2147483304"/>
        </pc:sldMkLst>
      </pc:sldChg>
      <pc:sldChg chg="mod ord modShow">
        <pc:chgData name="Walsh, William" userId="21366335-7b20-481e-9e5e-f413db4dabe6" providerId="ADAL" clId="{C87244E7-8C98-4A47-A311-39D6022DD3CD}" dt="2026-10-01T19:40:23.340" v="1139"/>
        <pc:sldMkLst>
          <pc:docMk/>
          <pc:sldMk cId="2212850449" sldId="2147483305"/>
        </pc:sldMkLst>
      </pc:sldChg>
      <pc:sldChg chg="mod ord modShow">
        <pc:chgData name="Walsh, William" userId="21366335-7b20-481e-9e5e-f413db4dabe6" providerId="ADAL" clId="{C87244E7-8C98-4A47-A311-39D6022DD3CD}" dt="2026-10-01T19:38:45.180" v="1111"/>
        <pc:sldMkLst>
          <pc:docMk/>
          <pc:sldMk cId="1985389302" sldId="2147483306"/>
        </pc:sldMkLst>
      </pc:sldChg>
      <pc:sldChg chg="mod ord modShow">
        <pc:chgData name="Walsh, William" userId="21366335-7b20-481e-9e5e-f413db4dabe6" providerId="ADAL" clId="{C87244E7-8C98-4A47-A311-39D6022DD3CD}" dt="2026-10-01T19:38:45.180" v="1111"/>
        <pc:sldMkLst>
          <pc:docMk/>
          <pc:sldMk cId="1154151098" sldId="2147483307"/>
        </pc:sldMkLst>
      </pc:sldChg>
      <pc:sldChg chg="mod ord modShow">
        <pc:chgData name="Walsh, William" userId="21366335-7b20-481e-9e5e-f413db4dabe6" providerId="ADAL" clId="{C87244E7-8C98-4A47-A311-39D6022DD3CD}" dt="2026-10-01T19:40:04.528" v="1131"/>
        <pc:sldMkLst>
          <pc:docMk/>
          <pc:sldMk cId="1025703201" sldId="2147483308"/>
        </pc:sldMkLst>
      </pc:sldChg>
      <pc:sldChg chg="mod ord modShow">
        <pc:chgData name="Walsh, William" userId="21366335-7b20-481e-9e5e-f413db4dabe6" providerId="ADAL" clId="{C87244E7-8C98-4A47-A311-39D6022DD3CD}" dt="2026-10-01T19:40:04.528" v="1131"/>
        <pc:sldMkLst>
          <pc:docMk/>
          <pc:sldMk cId="3569946288" sldId="2147483309"/>
        </pc:sldMkLst>
      </pc:sldChg>
      <pc:sldChg chg="mod ord modShow">
        <pc:chgData name="Walsh, William" userId="21366335-7b20-481e-9e5e-f413db4dabe6" providerId="ADAL" clId="{C87244E7-8C98-4A47-A311-39D6022DD3CD}" dt="2026-10-01T19:38:41.393" v="1107"/>
        <pc:sldMkLst>
          <pc:docMk/>
          <pc:sldMk cId="538469364" sldId="2147483312"/>
        </pc:sldMkLst>
      </pc:sldChg>
      <pc:sldChg chg="mod ord modShow">
        <pc:chgData name="Walsh, William" userId="21366335-7b20-481e-9e5e-f413db4dabe6" providerId="ADAL" clId="{C87244E7-8C98-4A47-A311-39D6022DD3CD}" dt="2026-10-01T19:38:43.229" v="1109"/>
        <pc:sldMkLst>
          <pc:docMk/>
          <pc:sldMk cId="1447657405" sldId="2147483313"/>
        </pc:sldMkLst>
      </pc:sldChg>
      <pc:sldChg chg="mod ord modShow">
        <pc:chgData name="Walsh, William" userId="21366335-7b20-481e-9e5e-f413db4dabe6" providerId="ADAL" clId="{C87244E7-8C98-4A47-A311-39D6022DD3CD}" dt="2026-10-01T19:39:09.067" v="1119"/>
        <pc:sldMkLst>
          <pc:docMk/>
          <pc:sldMk cId="2045327328" sldId="2147483314"/>
        </pc:sldMkLst>
      </pc:sldChg>
      <pc:sldChg chg="mod ord modShow">
        <pc:chgData name="Walsh, William" userId="21366335-7b20-481e-9e5e-f413db4dabe6" providerId="ADAL" clId="{C87244E7-8C98-4A47-A311-39D6022DD3CD}" dt="2026-10-01T19:39:09.067" v="1119"/>
        <pc:sldMkLst>
          <pc:docMk/>
          <pc:sldMk cId="1718874611" sldId="2147483315"/>
        </pc:sldMkLst>
      </pc:sldChg>
      <pc:sldChg chg="mod ord modShow">
        <pc:chgData name="Walsh, William" userId="21366335-7b20-481e-9e5e-f413db4dabe6" providerId="ADAL" clId="{C87244E7-8C98-4A47-A311-39D6022DD3CD}" dt="2026-10-01T19:40:06.777" v="1133"/>
        <pc:sldMkLst>
          <pc:docMk/>
          <pc:sldMk cId="37098819" sldId="2147483316"/>
        </pc:sldMkLst>
      </pc:sldChg>
      <pc:sldChg chg="addSp modSp add mod">
        <pc:chgData name="Walsh, William" userId="21366335-7b20-481e-9e5e-f413db4dabe6" providerId="ADAL" clId="{C87244E7-8C98-4A47-A311-39D6022DD3CD}" dt="2026-10-06T19:20:39.962" v="1589" actId="20577"/>
        <pc:sldMkLst>
          <pc:docMk/>
          <pc:sldMk cId="70911775" sldId="2147483319"/>
        </pc:sldMkLst>
        <pc:spChg chg="add mod">
          <ac:chgData name="Walsh, William" userId="21366335-7b20-481e-9e5e-f413db4dabe6" providerId="ADAL" clId="{C87244E7-8C98-4A47-A311-39D6022DD3CD}" dt="2026-10-06T19:20:39.962" v="1589" actId="20577"/>
          <ac:spMkLst>
            <pc:docMk/>
            <pc:sldMk cId="70911775" sldId="2147483319"/>
            <ac:spMk id="16" creationId="{80FEE0E8-34D9-D41C-3919-0BE6F417A493}"/>
          </ac:spMkLst>
        </pc:spChg>
      </pc:sldChg>
      <pc:sldChg chg="addSp modSp new mod ord">
        <pc:chgData name="Walsh, William" userId="21366335-7b20-481e-9e5e-f413db4dabe6" providerId="ADAL" clId="{C87244E7-8C98-4A47-A311-39D6022DD3CD}" dt="2026-10-01T19:39:01.014" v="1115"/>
        <pc:sldMkLst>
          <pc:docMk/>
          <pc:sldMk cId="2017050885" sldId="2147483321"/>
        </pc:sldMkLst>
        <pc:spChg chg="mod">
          <ac:chgData name="Walsh, William" userId="21366335-7b20-481e-9e5e-f413db4dabe6" providerId="ADAL" clId="{C87244E7-8C98-4A47-A311-39D6022DD3CD}" dt="2026-09-30T18:30:03.315" v="646" actId="299"/>
          <ac:spMkLst>
            <pc:docMk/>
            <pc:sldMk cId="2017050885" sldId="2147483321"/>
            <ac:spMk id="3" creationId="{5DE7414A-0A2A-1737-5865-58295A87DFFD}"/>
          </ac:spMkLst>
        </pc:spChg>
        <pc:spChg chg="add mod">
          <ac:chgData name="Walsh, William" userId="21366335-7b20-481e-9e5e-f413db4dabe6" providerId="ADAL" clId="{C87244E7-8C98-4A47-A311-39D6022DD3CD}" dt="2026-09-30T18:33:49.940" v="1007" actId="20577"/>
          <ac:spMkLst>
            <pc:docMk/>
            <pc:sldMk cId="2017050885" sldId="2147483321"/>
            <ac:spMk id="6" creationId="{8A4F06CF-65F6-D5EE-97FE-BEC66DD048A2}"/>
          </ac:spMkLst>
        </pc:spChg>
        <pc:graphicFrameChg chg="add mod ord modVis">
          <ac:chgData name="Walsh, William" userId="21366335-7b20-481e-9e5e-f413db4dabe6" providerId="ADAL" clId="{C87244E7-8C98-4A47-A311-39D6022DD3CD}" dt="2026-09-30T18:29:55.835" v="603"/>
          <ac:graphicFrameMkLst>
            <pc:docMk/>
            <pc:sldMk cId="2017050885" sldId="2147483321"/>
            <ac:graphicFrameMk id="4" creationId="{F0D144DC-C940-52CA-6041-3A27F4DFC937}"/>
          </ac:graphicFrameMkLst>
        </pc:graphicFrameChg>
      </pc:sldChg>
      <pc:sldChg chg="addSp modSp new mod ord">
        <pc:chgData name="Walsh, William" userId="21366335-7b20-481e-9e5e-f413db4dabe6" providerId="ADAL" clId="{C87244E7-8C98-4A47-A311-39D6022DD3CD}" dt="2026-10-01T19:39:03.952" v="1117"/>
        <pc:sldMkLst>
          <pc:docMk/>
          <pc:sldMk cId="2445919042" sldId="2147483322"/>
        </pc:sldMkLst>
        <pc:spChg chg="mod">
          <ac:chgData name="Walsh, William" userId="21366335-7b20-481e-9e5e-f413db4dabe6" providerId="ADAL" clId="{C87244E7-8C98-4A47-A311-39D6022DD3CD}" dt="2026-09-30T18:34:24.613" v="1027" actId="299"/>
          <ac:spMkLst>
            <pc:docMk/>
            <pc:sldMk cId="2445919042" sldId="2147483322"/>
            <ac:spMk id="3" creationId="{D65CE26D-73CF-AC23-968E-D9C5FB342EB0}"/>
          </ac:spMkLst>
        </pc:spChg>
        <pc:spChg chg="add mod">
          <ac:chgData name="Walsh, William" userId="21366335-7b20-481e-9e5e-f413db4dabe6" providerId="ADAL" clId="{C87244E7-8C98-4A47-A311-39D6022DD3CD}" dt="2026-09-30T18:34:38.654" v="1071" actId="20577"/>
          <ac:spMkLst>
            <pc:docMk/>
            <pc:sldMk cId="2445919042" sldId="2147483322"/>
            <ac:spMk id="6" creationId="{D06ED13A-ABE4-488D-AF75-9C5821587793}"/>
          </ac:spMkLst>
        </pc:spChg>
        <pc:graphicFrameChg chg="add mod ord modVis">
          <ac:chgData name="Walsh, William" userId="21366335-7b20-481e-9e5e-f413db4dabe6" providerId="ADAL" clId="{C87244E7-8C98-4A47-A311-39D6022DD3CD}" dt="2026-09-30T18:30:20.785" v="665"/>
          <ac:graphicFrameMkLst>
            <pc:docMk/>
            <pc:sldMk cId="2445919042" sldId="2147483322"/>
            <ac:graphicFrameMk id="4" creationId="{F891CE11-7B69-0261-DD22-073487961E23}"/>
          </ac:graphicFrameMkLst>
        </pc:graphicFrameChg>
      </pc:sldChg>
      <pc:sldChg chg="addSp modSp new mod ord">
        <pc:chgData name="Walsh, William" userId="21366335-7b20-481e-9e5e-f413db4dabe6" providerId="ADAL" clId="{C87244E7-8C98-4A47-A311-39D6022DD3CD}" dt="2026-10-01T19:39:01.014" v="1115"/>
        <pc:sldMkLst>
          <pc:docMk/>
          <pc:sldMk cId="537933474" sldId="2147483323"/>
        </pc:sldMkLst>
        <pc:spChg chg="mod">
          <ac:chgData name="Walsh, William" userId="21366335-7b20-481e-9e5e-f413db4dabe6" providerId="ADAL" clId="{C87244E7-8C98-4A47-A311-39D6022DD3CD}" dt="2026-09-30T18:31:09.588" v="794" actId="299"/>
          <ac:spMkLst>
            <pc:docMk/>
            <pc:sldMk cId="537933474" sldId="2147483323"/>
            <ac:spMk id="3" creationId="{330D2707-DDD7-5765-9398-58EC0CA95A08}"/>
          </ac:spMkLst>
        </pc:spChg>
        <pc:spChg chg="add mod">
          <ac:chgData name="Walsh, William" userId="21366335-7b20-481e-9e5e-f413db4dabe6" providerId="ADAL" clId="{C87244E7-8C98-4A47-A311-39D6022DD3CD}" dt="2026-09-30T18:32:41.357" v="984" actId="20577"/>
          <ac:spMkLst>
            <pc:docMk/>
            <pc:sldMk cId="537933474" sldId="2147483323"/>
            <ac:spMk id="6" creationId="{1061E0E9-6909-C14A-98B4-3B395ED48CFA}"/>
          </ac:spMkLst>
        </pc:spChg>
        <pc:graphicFrameChg chg="add mod ord modVis">
          <ac:chgData name="Walsh, William" userId="21366335-7b20-481e-9e5e-f413db4dabe6" providerId="ADAL" clId="{C87244E7-8C98-4A47-A311-39D6022DD3CD}" dt="2026-09-30T18:31:09.612" v="808"/>
          <ac:graphicFrameMkLst>
            <pc:docMk/>
            <pc:sldMk cId="537933474" sldId="2147483323"/>
            <ac:graphicFrameMk id="4" creationId="{6A3CFE8E-7D46-D4B2-11B9-6EB2A9A0887A}"/>
          </ac:graphicFrameMkLst>
        </pc:graphicFrameChg>
      </pc:sldChg>
      <pc:sldChg chg="ord">
        <pc:chgData name="Walsh, William" userId="21366335-7b20-481e-9e5e-f413db4dabe6" providerId="ADAL" clId="{C87244E7-8C98-4A47-A311-39D6022DD3CD}" dt="2026-10-01T19:39:09.067" v="1119"/>
        <pc:sldMkLst>
          <pc:docMk/>
          <pc:sldMk cId="0" sldId="2147483335"/>
        </pc:sldMkLst>
      </pc:sldChg>
      <pc:sldChg chg="ord">
        <pc:chgData name="Walsh, William" userId="21366335-7b20-481e-9e5e-f413db4dabe6" providerId="ADAL" clId="{C87244E7-8C98-4A47-A311-39D6022DD3CD}" dt="2026-10-01T19:41:25.654" v="1176"/>
        <pc:sldMkLst>
          <pc:docMk/>
          <pc:sldMk cId="0" sldId="2147483336"/>
        </pc:sldMkLst>
      </pc:sldChg>
      <pc:sldChg chg="ord">
        <pc:chgData name="Walsh, William" userId="21366335-7b20-481e-9e5e-f413db4dabe6" providerId="ADAL" clId="{C87244E7-8C98-4A47-A311-39D6022DD3CD}" dt="2026-10-01T19:39:12.630" v="1121"/>
        <pc:sldMkLst>
          <pc:docMk/>
          <pc:sldMk cId="0" sldId="2147483337"/>
        </pc:sldMkLst>
      </pc:sldChg>
      <pc:sldChg chg="ord">
        <pc:chgData name="Walsh, William" userId="21366335-7b20-481e-9e5e-f413db4dabe6" providerId="ADAL" clId="{C87244E7-8C98-4A47-A311-39D6022DD3CD}" dt="2026-10-01T19:39:49.865" v="1129"/>
        <pc:sldMkLst>
          <pc:docMk/>
          <pc:sldMk cId="0" sldId="2147483338"/>
        </pc:sldMkLst>
      </pc:sldChg>
      <pc:sldChg chg="ord">
        <pc:chgData name="Walsh, William" userId="21366335-7b20-481e-9e5e-f413db4dabe6" providerId="ADAL" clId="{C87244E7-8C98-4A47-A311-39D6022DD3CD}" dt="2026-10-01T19:39:49.865" v="1129"/>
        <pc:sldMkLst>
          <pc:docMk/>
          <pc:sldMk cId="0" sldId="2147483339"/>
        </pc:sldMkLst>
      </pc:sldChg>
      <pc:sldChg chg="ord">
        <pc:chgData name="Walsh, William" userId="21366335-7b20-481e-9e5e-f413db4dabe6" providerId="ADAL" clId="{C87244E7-8C98-4A47-A311-39D6022DD3CD}" dt="2026-10-01T19:39:49.865" v="1129"/>
        <pc:sldMkLst>
          <pc:docMk/>
          <pc:sldMk cId="0" sldId="2147483340"/>
        </pc:sldMkLst>
      </pc:sldChg>
      <pc:sldChg chg="modSp add mod">
        <pc:chgData name="Walsh, William" userId="21366335-7b20-481e-9e5e-f413db4dabe6" providerId="ADAL" clId="{C87244E7-8C98-4A47-A311-39D6022DD3CD}" dt="2026-10-01T19:40:59.513" v="1164" actId="299"/>
        <pc:sldMkLst>
          <pc:docMk/>
          <pc:sldMk cId="380904973" sldId="2147483341"/>
        </pc:sldMkLst>
        <pc:spChg chg="mod">
          <ac:chgData name="Walsh, William" userId="21366335-7b20-481e-9e5e-f413db4dabe6" providerId="ADAL" clId="{C87244E7-8C98-4A47-A311-39D6022DD3CD}" dt="2026-10-01T19:40:59.513" v="1164" actId="299"/>
          <ac:spMkLst>
            <pc:docMk/>
            <pc:sldMk cId="380904973" sldId="2147483341"/>
            <ac:spMk id="4" creationId="{1A0711BA-29EE-5514-1EF4-06F46F388005}"/>
          </ac:spMkLst>
        </pc:spChg>
      </pc:sldChg>
      <pc:sldChg chg="modSp add mod">
        <pc:chgData name="Walsh, William" userId="21366335-7b20-481e-9e5e-f413db4dabe6" providerId="ADAL" clId="{C87244E7-8C98-4A47-A311-39D6022DD3CD}" dt="2026-10-01T19:41:03.742" v="1169" actId="299"/>
        <pc:sldMkLst>
          <pc:docMk/>
          <pc:sldMk cId="620367202" sldId="2147483342"/>
        </pc:sldMkLst>
        <pc:spChg chg="mod">
          <ac:chgData name="Walsh, William" userId="21366335-7b20-481e-9e5e-f413db4dabe6" providerId="ADAL" clId="{C87244E7-8C98-4A47-A311-39D6022DD3CD}" dt="2026-10-01T19:41:03.742" v="1169" actId="299"/>
          <ac:spMkLst>
            <pc:docMk/>
            <pc:sldMk cId="620367202" sldId="2147483342"/>
            <ac:spMk id="4" creationId="{09835F8D-99E5-658D-2B1B-C530B4C6CF91}"/>
          </ac:spMkLst>
        </pc:spChg>
      </pc:sldChg>
      <pc:sldChg chg="modSp add mod">
        <pc:chgData name="Walsh, William" userId="21366335-7b20-481e-9e5e-f413db4dabe6" providerId="ADAL" clId="{C87244E7-8C98-4A47-A311-39D6022DD3CD}" dt="2026-10-01T19:41:10.894" v="1174" actId="299"/>
        <pc:sldMkLst>
          <pc:docMk/>
          <pc:sldMk cId="1092876364" sldId="2147483343"/>
        </pc:sldMkLst>
        <pc:spChg chg="mod">
          <ac:chgData name="Walsh, William" userId="21366335-7b20-481e-9e5e-f413db4dabe6" providerId="ADAL" clId="{C87244E7-8C98-4A47-A311-39D6022DD3CD}" dt="2026-10-01T19:41:10.894" v="1174" actId="299"/>
          <ac:spMkLst>
            <pc:docMk/>
            <pc:sldMk cId="1092876364" sldId="2147483343"/>
            <ac:spMk id="4" creationId="{726D3C2A-38CA-2289-7EBF-64073627CD96}"/>
          </ac:spMkLst>
        </pc:spChg>
      </pc:sldChg>
      <pc:sldChg chg="modSp add mod">
        <pc:chgData name="Walsh, William" userId="21366335-7b20-481e-9e5e-f413db4dabe6" providerId="ADAL" clId="{C87244E7-8C98-4A47-A311-39D6022DD3CD}" dt="2026-10-01T19:41:35.361" v="1181" actId="299"/>
        <pc:sldMkLst>
          <pc:docMk/>
          <pc:sldMk cId="1423915636" sldId="2147483344"/>
        </pc:sldMkLst>
        <pc:spChg chg="mod">
          <ac:chgData name="Walsh, William" userId="21366335-7b20-481e-9e5e-f413db4dabe6" providerId="ADAL" clId="{C87244E7-8C98-4A47-A311-39D6022DD3CD}" dt="2026-10-01T19:41:35.361" v="1181" actId="299"/>
          <ac:spMkLst>
            <pc:docMk/>
            <pc:sldMk cId="1423915636" sldId="2147483344"/>
            <ac:spMk id="4" creationId="{D9BF86E1-F2E8-28A3-F56C-4F4B58371F46}"/>
          </ac:spMkLst>
        </pc:spChg>
      </pc:sldChg>
      <pc:sldChg chg="addSp delSp modSp new mod modClrScheme modShow chgLayout">
        <pc:chgData name="Walsh, William" userId="21366335-7b20-481e-9e5e-f413db4dabe6" providerId="ADAL" clId="{C87244E7-8C98-4A47-A311-39D6022DD3CD}" dt="2026-10-06T19:40:44.174" v="1606" actId="1076"/>
        <pc:sldMkLst>
          <pc:docMk/>
          <pc:sldMk cId="724695398" sldId="2147483349"/>
        </pc:sldMkLst>
        <pc:spChg chg="del mod ord">
          <ac:chgData name="Walsh, William" userId="21366335-7b20-481e-9e5e-f413db4dabe6" providerId="ADAL" clId="{C87244E7-8C98-4A47-A311-39D6022DD3CD}" dt="2026-10-06T16:15:33.306" v="1195" actId="700"/>
          <ac:spMkLst>
            <pc:docMk/>
            <pc:sldMk cId="724695398" sldId="2147483349"/>
            <ac:spMk id="2" creationId="{2C9C07F5-ED8B-332A-56CC-D0967E94813E}"/>
          </ac:spMkLst>
        </pc:spChg>
        <pc:spChg chg="add mod ord">
          <ac:chgData name="Walsh, William" userId="21366335-7b20-481e-9e5e-f413db4dabe6" providerId="ADAL" clId="{C87244E7-8C98-4A47-A311-39D6022DD3CD}" dt="2026-10-06T16:17:41.662" v="1333" actId="20577"/>
          <ac:spMkLst>
            <pc:docMk/>
            <pc:sldMk cId="724695398" sldId="2147483349"/>
            <ac:spMk id="3" creationId="{A19D174F-3501-58D4-5D22-3F6F82D88102}"/>
          </ac:spMkLst>
        </pc:spChg>
        <pc:spChg chg="add del mod ord">
          <ac:chgData name="Walsh, William" userId="21366335-7b20-481e-9e5e-f413db4dabe6" providerId="ADAL" clId="{C87244E7-8C98-4A47-A311-39D6022DD3CD}" dt="2026-10-06T16:16:16.699" v="1214"/>
          <ac:spMkLst>
            <pc:docMk/>
            <pc:sldMk cId="724695398" sldId="2147483349"/>
            <ac:spMk id="4" creationId="{C554BAED-B819-9394-5BBF-8443707BEEA2}"/>
          </ac:spMkLst>
        </pc:spChg>
        <pc:spChg chg="add del mod">
          <ac:chgData name="Walsh, William" userId="21366335-7b20-481e-9e5e-f413db4dabe6" providerId="ADAL" clId="{C87244E7-8C98-4A47-A311-39D6022DD3CD}" dt="2026-10-06T16:16:14.872" v="1213" actId="478"/>
          <ac:spMkLst>
            <pc:docMk/>
            <pc:sldMk cId="724695398" sldId="2147483349"/>
            <ac:spMk id="7" creationId="{798DC691-5261-0939-B035-FD38F177A2A7}"/>
          </ac:spMkLst>
        </pc:spChg>
        <pc:spChg chg="add mod">
          <ac:chgData name="Walsh, William" userId="21366335-7b20-481e-9e5e-f413db4dabe6" providerId="ADAL" clId="{C87244E7-8C98-4A47-A311-39D6022DD3CD}" dt="2026-10-06T19:40:44.174" v="1606" actId="1076"/>
          <ac:spMkLst>
            <pc:docMk/>
            <pc:sldMk cId="724695398" sldId="2147483349"/>
            <ac:spMk id="10" creationId="{13390C2C-9673-C067-51EF-6E30CD3F1EAD}"/>
          </ac:spMkLst>
        </pc:spChg>
        <pc:spChg chg="add del">
          <ac:chgData name="Walsh, William" userId="21366335-7b20-481e-9e5e-f413db4dabe6" providerId="ADAL" clId="{C87244E7-8C98-4A47-A311-39D6022DD3CD}" dt="2026-10-06T16:19:06.736" v="1390" actId="22"/>
          <ac:spMkLst>
            <pc:docMk/>
            <pc:sldMk cId="724695398" sldId="2147483349"/>
            <ac:spMk id="12" creationId="{8BEB0541-700F-A132-A98A-AAF366D532E1}"/>
          </ac:spMkLst>
        </pc:spChg>
        <pc:graphicFrameChg chg="add mod ord modVis">
          <ac:chgData name="Walsh, William" userId="21366335-7b20-481e-9e5e-f413db4dabe6" providerId="ADAL" clId="{C87244E7-8C98-4A47-A311-39D6022DD3CD}" dt="2026-10-06T16:15:33.932" v="1209"/>
          <ac:graphicFrameMkLst>
            <pc:docMk/>
            <pc:sldMk cId="724695398" sldId="2147483349"/>
            <ac:graphicFrameMk id="5" creationId="{81D66760-83A5-A83F-5426-8E19705F2987}"/>
          </ac:graphicFrameMkLst>
        </pc:graphicFrameChg>
        <pc:graphicFrameChg chg="add mod modGraphic">
          <ac:chgData name="Walsh, William" userId="21366335-7b20-481e-9e5e-f413db4dabe6" providerId="ADAL" clId="{C87244E7-8C98-4A47-A311-39D6022DD3CD}" dt="2026-10-06T19:40:40.912" v="1605" actId="14100"/>
          <ac:graphicFrameMkLst>
            <pc:docMk/>
            <pc:sldMk cId="724695398" sldId="2147483349"/>
            <ac:graphicFrameMk id="8" creationId="{2F16388F-E6CD-78AE-3531-DD83488B910A}"/>
          </ac:graphicFrameMkLst>
        </pc:graphicFrameChg>
      </pc:sldChg>
      <pc:sldChg chg="addSp delSp modSp new mod modClrScheme chgLayout">
        <pc:chgData name="Walsh, William" userId="21366335-7b20-481e-9e5e-f413db4dabe6" providerId="ADAL" clId="{C87244E7-8C98-4A47-A311-39D6022DD3CD}" dt="2026-10-06T16:31:01.774" v="1560" actId="1076"/>
        <pc:sldMkLst>
          <pc:docMk/>
          <pc:sldMk cId="2348150937" sldId="2147483350"/>
        </pc:sldMkLst>
        <pc:spChg chg="del mod ord">
          <ac:chgData name="Walsh, William" userId="21366335-7b20-481e-9e5e-f413db4dabe6" providerId="ADAL" clId="{C87244E7-8C98-4A47-A311-39D6022DD3CD}" dt="2026-10-06T16:30:41.732" v="1544" actId="700"/>
          <ac:spMkLst>
            <pc:docMk/>
            <pc:sldMk cId="2348150937" sldId="2147483350"/>
            <ac:spMk id="2" creationId="{39BD473E-E120-A861-A45B-91C4D4D53C63}"/>
          </ac:spMkLst>
        </pc:spChg>
        <pc:spChg chg="mod ord">
          <ac:chgData name="Walsh, William" userId="21366335-7b20-481e-9e5e-f413db4dabe6" providerId="ADAL" clId="{C87244E7-8C98-4A47-A311-39D6022DD3CD}" dt="2026-10-06T16:30:46.382" v="1554" actId="299"/>
          <ac:spMkLst>
            <pc:docMk/>
            <pc:sldMk cId="2348150937" sldId="2147483350"/>
            <ac:spMk id="3" creationId="{59119C2D-0303-E3FF-CB6A-94BCDA9134F1}"/>
          </ac:spMkLst>
        </pc:spChg>
        <pc:spChg chg="add mod">
          <ac:chgData name="Walsh, William" userId="21366335-7b20-481e-9e5e-f413db4dabe6" providerId="ADAL" clId="{C87244E7-8C98-4A47-A311-39D6022DD3CD}" dt="2026-10-06T16:29:44.411" v="1471"/>
          <ac:spMkLst>
            <pc:docMk/>
            <pc:sldMk cId="2348150937" sldId="2147483350"/>
            <ac:spMk id="10" creationId="{39CDC91F-9B0D-9E77-6707-34F188AD6CB4}"/>
          </ac:spMkLst>
        </pc:spChg>
        <pc:spChg chg="add mod">
          <ac:chgData name="Walsh, William" userId="21366335-7b20-481e-9e5e-f413db4dabe6" providerId="ADAL" clId="{C87244E7-8C98-4A47-A311-39D6022DD3CD}" dt="2026-10-06T16:29:44.411" v="1471"/>
          <ac:spMkLst>
            <pc:docMk/>
            <pc:sldMk cId="2348150937" sldId="2147483350"/>
            <ac:spMk id="12" creationId="{401FA08D-8146-EF4C-2CDE-4241EA1422EE}"/>
          </ac:spMkLst>
        </pc:spChg>
        <pc:spChg chg="add mod">
          <ac:chgData name="Walsh, William" userId="21366335-7b20-481e-9e5e-f413db4dabe6" providerId="ADAL" clId="{C87244E7-8C98-4A47-A311-39D6022DD3CD}" dt="2026-10-06T16:29:44.411" v="1471"/>
          <ac:spMkLst>
            <pc:docMk/>
            <pc:sldMk cId="2348150937" sldId="2147483350"/>
            <ac:spMk id="13" creationId="{3AF469F1-1232-405B-F5A5-3A6C0E418506}"/>
          </ac:spMkLst>
        </pc:spChg>
        <pc:spChg chg="add mod">
          <ac:chgData name="Walsh, William" userId="21366335-7b20-481e-9e5e-f413db4dabe6" providerId="ADAL" clId="{C87244E7-8C98-4A47-A311-39D6022DD3CD}" dt="2026-10-06T16:29:44.411" v="1471"/>
          <ac:spMkLst>
            <pc:docMk/>
            <pc:sldMk cId="2348150937" sldId="2147483350"/>
            <ac:spMk id="14" creationId="{CE96EF3D-8BC4-71AF-C1B9-2E0928A29E01}"/>
          </ac:spMkLst>
        </pc:spChg>
        <pc:spChg chg="add mod">
          <ac:chgData name="Walsh, William" userId="21366335-7b20-481e-9e5e-f413db4dabe6" providerId="ADAL" clId="{C87244E7-8C98-4A47-A311-39D6022DD3CD}" dt="2026-10-06T16:29:44.411" v="1471"/>
          <ac:spMkLst>
            <pc:docMk/>
            <pc:sldMk cId="2348150937" sldId="2147483350"/>
            <ac:spMk id="15" creationId="{99535DB6-E3C5-80C7-0081-7FEB83A815F7}"/>
          </ac:spMkLst>
        </pc:spChg>
        <pc:spChg chg="add mod">
          <ac:chgData name="Walsh, William" userId="21366335-7b20-481e-9e5e-f413db4dabe6" providerId="ADAL" clId="{C87244E7-8C98-4A47-A311-39D6022DD3CD}" dt="2026-10-06T16:29:44.411" v="1471"/>
          <ac:spMkLst>
            <pc:docMk/>
            <pc:sldMk cId="2348150937" sldId="2147483350"/>
            <ac:spMk id="17" creationId="{776160D7-7D24-7F3B-D745-6C3DAE461372}"/>
          </ac:spMkLst>
        </pc:spChg>
        <pc:spChg chg="add mod">
          <ac:chgData name="Walsh, William" userId="21366335-7b20-481e-9e5e-f413db4dabe6" providerId="ADAL" clId="{C87244E7-8C98-4A47-A311-39D6022DD3CD}" dt="2026-10-06T16:29:44.411" v="1471"/>
          <ac:spMkLst>
            <pc:docMk/>
            <pc:sldMk cId="2348150937" sldId="2147483350"/>
            <ac:spMk id="19" creationId="{CC03B469-ED5F-1F36-DE83-78665FF21E2A}"/>
          </ac:spMkLst>
        </pc:spChg>
        <pc:spChg chg="add mod">
          <ac:chgData name="Walsh, William" userId="21366335-7b20-481e-9e5e-f413db4dabe6" providerId="ADAL" clId="{C87244E7-8C98-4A47-A311-39D6022DD3CD}" dt="2026-10-06T16:29:44.411" v="1471"/>
          <ac:spMkLst>
            <pc:docMk/>
            <pc:sldMk cId="2348150937" sldId="2147483350"/>
            <ac:spMk id="20" creationId="{30FF60F4-0233-90F3-C7FF-27F7B64C968D}"/>
          </ac:spMkLst>
        </pc:spChg>
        <pc:spChg chg="add mod">
          <ac:chgData name="Walsh, William" userId="21366335-7b20-481e-9e5e-f413db4dabe6" providerId="ADAL" clId="{C87244E7-8C98-4A47-A311-39D6022DD3CD}" dt="2026-10-06T16:29:44.411" v="1471"/>
          <ac:spMkLst>
            <pc:docMk/>
            <pc:sldMk cId="2348150937" sldId="2147483350"/>
            <ac:spMk id="22" creationId="{58FD0BBC-A41C-2480-76AE-91846FB8E572}"/>
          </ac:spMkLst>
        </pc:spChg>
        <pc:spChg chg="add mod">
          <ac:chgData name="Walsh, William" userId="21366335-7b20-481e-9e5e-f413db4dabe6" providerId="ADAL" clId="{C87244E7-8C98-4A47-A311-39D6022DD3CD}" dt="2026-10-06T16:29:44.411" v="1471"/>
          <ac:spMkLst>
            <pc:docMk/>
            <pc:sldMk cId="2348150937" sldId="2147483350"/>
            <ac:spMk id="31" creationId="{1F6D8615-7B14-D244-799D-CBECA2CA410A}"/>
          </ac:spMkLst>
        </pc:spChg>
        <pc:spChg chg="add del mod ord">
          <ac:chgData name="Walsh, William" userId="21366335-7b20-481e-9e5e-f413db4dabe6" providerId="ADAL" clId="{C87244E7-8C98-4A47-A311-39D6022DD3CD}" dt="2026-10-06T16:30:45.868" v="1551" actId="700"/>
          <ac:spMkLst>
            <pc:docMk/>
            <pc:sldMk cId="2348150937" sldId="2147483350"/>
            <ac:spMk id="34" creationId="{EBBC23BF-1D61-7025-E2EA-B7DA63E3B2E3}"/>
          </ac:spMkLst>
        </pc:spChg>
        <pc:spChg chg="add del mod ord">
          <ac:chgData name="Walsh, William" userId="21366335-7b20-481e-9e5e-f413db4dabe6" providerId="ADAL" clId="{C87244E7-8C98-4A47-A311-39D6022DD3CD}" dt="2026-10-06T16:30:57.053" v="1558" actId="478"/>
          <ac:spMkLst>
            <pc:docMk/>
            <pc:sldMk cId="2348150937" sldId="2147483350"/>
            <ac:spMk id="35" creationId="{7FFCE383-C5BE-8A0A-CB6C-15FD539D5EC8}"/>
          </ac:spMkLst>
        </pc:spChg>
        <pc:spChg chg="add del mod">
          <ac:chgData name="Walsh, William" userId="21366335-7b20-481e-9e5e-f413db4dabe6" providerId="ADAL" clId="{C87244E7-8C98-4A47-A311-39D6022DD3CD}" dt="2026-10-06T16:30:50.692" v="1556" actId="478"/>
          <ac:spMkLst>
            <pc:docMk/>
            <pc:sldMk cId="2348150937" sldId="2147483350"/>
            <ac:spMk id="36" creationId="{FF42CF06-5BF1-F18D-A347-F0816DB2C21C}"/>
          </ac:spMkLst>
        </pc:spChg>
        <pc:spChg chg="add mod">
          <ac:chgData name="Walsh, William" userId="21366335-7b20-481e-9e5e-f413db4dabe6" providerId="ADAL" clId="{C87244E7-8C98-4A47-A311-39D6022DD3CD}" dt="2026-10-06T16:30:47.954" v="1555"/>
          <ac:spMkLst>
            <pc:docMk/>
            <pc:sldMk cId="2348150937" sldId="2147483350"/>
            <ac:spMk id="39" creationId="{71416471-DD08-0674-F8C0-2439C862EDE4}"/>
          </ac:spMkLst>
        </pc:spChg>
        <pc:spChg chg="add mod">
          <ac:chgData name="Walsh, William" userId="21366335-7b20-481e-9e5e-f413db4dabe6" providerId="ADAL" clId="{C87244E7-8C98-4A47-A311-39D6022DD3CD}" dt="2026-10-06T16:31:01.774" v="1560" actId="1076"/>
          <ac:spMkLst>
            <pc:docMk/>
            <pc:sldMk cId="2348150937" sldId="2147483350"/>
            <ac:spMk id="40" creationId="{646ADA7E-B1A0-B385-0D15-AD73B510ABC8}"/>
          </ac:spMkLst>
        </pc:spChg>
        <pc:spChg chg="add mod">
          <ac:chgData name="Walsh, William" userId="21366335-7b20-481e-9e5e-f413db4dabe6" providerId="ADAL" clId="{C87244E7-8C98-4A47-A311-39D6022DD3CD}" dt="2026-10-06T16:30:47.954" v="1555"/>
          <ac:spMkLst>
            <pc:docMk/>
            <pc:sldMk cId="2348150937" sldId="2147483350"/>
            <ac:spMk id="43" creationId="{401FA08D-8146-EF4C-2CDE-4241EA1422EE}"/>
          </ac:spMkLst>
        </pc:spChg>
        <pc:spChg chg="add mod">
          <ac:chgData name="Walsh, William" userId="21366335-7b20-481e-9e5e-f413db4dabe6" providerId="ADAL" clId="{C87244E7-8C98-4A47-A311-39D6022DD3CD}" dt="2026-10-06T16:30:47.954" v="1555"/>
          <ac:spMkLst>
            <pc:docMk/>
            <pc:sldMk cId="2348150937" sldId="2147483350"/>
            <ac:spMk id="44" creationId="{3AF469F1-1232-405B-F5A5-3A6C0E418506}"/>
          </ac:spMkLst>
        </pc:spChg>
        <pc:spChg chg="add mod">
          <ac:chgData name="Walsh, William" userId="21366335-7b20-481e-9e5e-f413db4dabe6" providerId="ADAL" clId="{C87244E7-8C98-4A47-A311-39D6022DD3CD}" dt="2026-10-06T16:30:47.954" v="1555"/>
          <ac:spMkLst>
            <pc:docMk/>
            <pc:sldMk cId="2348150937" sldId="2147483350"/>
            <ac:spMk id="47" creationId="{7DC1FF82-B8E5-8AC1-FA80-5F9853533E04}"/>
          </ac:spMkLst>
        </pc:spChg>
        <pc:spChg chg="add mod">
          <ac:chgData name="Walsh, William" userId="21366335-7b20-481e-9e5e-f413db4dabe6" providerId="ADAL" clId="{C87244E7-8C98-4A47-A311-39D6022DD3CD}" dt="2026-10-06T16:30:47.954" v="1555"/>
          <ac:spMkLst>
            <pc:docMk/>
            <pc:sldMk cId="2348150937" sldId="2147483350"/>
            <ac:spMk id="49" creationId="{7724CECB-7063-DC74-9107-71F061A285DE}"/>
          </ac:spMkLst>
        </pc:spChg>
        <pc:spChg chg="add mod">
          <ac:chgData name="Walsh, William" userId="21366335-7b20-481e-9e5e-f413db4dabe6" providerId="ADAL" clId="{C87244E7-8C98-4A47-A311-39D6022DD3CD}" dt="2026-10-06T16:30:47.954" v="1555"/>
          <ac:spMkLst>
            <pc:docMk/>
            <pc:sldMk cId="2348150937" sldId="2147483350"/>
            <ac:spMk id="53" creationId="{58FD0BBC-A41C-2480-76AE-91846FB8E572}"/>
          </ac:spMkLst>
        </pc:spChg>
        <pc:spChg chg="add mod">
          <ac:chgData name="Walsh, William" userId="21366335-7b20-481e-9e5e-f413db4dabe6" providerId="ADAL" clId="{C87244E7-8C98-4A47-A311-39D6022DD3CD}" dt="2026-10-06T16:30:47.954" v="1555"/>
          <ac:spMkLst>
            <pc:docMk/>
            <pc:sldMk cId="2348150937" sldId="2147483350"/>
            <ac:spMk id="59" creationId="{9897EC6A-9850-D3E9-184F-ADDB2DCE1525}"/>
          </ac:spMkLst>
        </pc:spChg>
        <pc:spChg chg="add mod">
          <ac:chgData name="Walsh, William" userId="21366335-7b20-481e-9e5e-f413db4dabe6" providerId="ADAL" clId="{C87244E7-8C98-4A47-A311-39D6022DD3CD}" dt="2026-10-06T16:30:47.954" v="1555"/>
          <ac:spMkLst>
            <pc:docMk/>
            <pc:sldMk cId="2348150937" sldId="2147483350"/>
            <ac:spMk id="62" creationId="{1F6D8615-7B14-D244-799D-CBECA2CA410A}"/>
          </ac:spMkLst>
        </pc:spChg>
        <pc:graphicFrameChg chg="add mod ord modVis">
          <ac:chgData name="Walsh, William" userId="21366335-7b20-481e-9e5e-f413db4dabe6" providerId="ADAL" clId="{C87244E7-8C98-4A47-A311-39D6022DD3CD}" dt="2026-10-06T16:22:50.657" v="1442"/>
          <ac:graphicFrameMkLst>
            <pc:docMk/>
            <pc:sldMk cId="2348150937" sldId="2147483350"/>
            <ac:graphicFrameMk id="4" creationId="{C2D19134-5464-6593-F864-5F7ACCDDD228}"/>
          </ac:graphicFrameMkLst>
        </pc:graphicFrameChg>
      </pc:sldChg>
    </pc:docChg>
  </pc:docChgLst>
  <pc:docChgLst>
    <pc:chgData name="Veingrad, Joseph" userId="d8b68cd1-7862-48a0-9c72-8fbfd5f2a4a5" providerId="ADAL" clId="{D0CC7B09-119E-4A16-A7AE-B46817E80CC4}"/>
    <pc:docChg chg="addSld delSld modSld modSection">
      <pc:chgData name="Veingrad, Joseph" userId="d8b68cd1-7862-48a0-9c72-8fbfd5f2a4a5" providerId="ADAL" clId="{D0CC7B09-119E-4A16-A7AE-B46817E80CC4}" dt="2026-10-01T19:16:46.468" v="20" actId="47"/>
      <pc:docMkLst>
        <pc:docMk/>
      </pc:docMkLst>
      <pc:sldChg chg="del">
        <pc:chgData name="Veingrad, Joseph" userId="d8b68cd1-7862-48a0-9c72-8fbfd5f2a4a5" providerId="ADAL" clId="{D0CC7B09-119E-4A16-A7AE-B46817E80CC4}" dt="2026-10-01T17:49:34.740" v="16" actId="47"/>
        <pc:sldMkLst>
          <pc:docMk/>
          <pc:sldMk cId="365003514" sldId="2147483292"/>
        </pc:sldMkLst>
      </pc:sldChg>
      <pc:sldChg chg="del">
        <pc:chgData name="Veingrad, Joseph" userId="d8b68cd1-7862-48a0-9c72-8fbfd5f2a4a5" providerId="ADAL" clId="{D0CC7B09-119E-4A16-A7AE-B46817E80CC4}" dt="2026-10-01T17:49:32.764" v="15" actId="47"/>
        <pc:sldMkLst>
          <pc:docMk/>
          <pc:sldMk cId="2341158944" sldId="2147483320"/>
        </pc:sldMkLst>
      </pc:sldChg>
      <pc:sldChg chg="modSp add del mod">
        <pc:chgData name="Veingrad, Joseph" userId="d8b68cd1-7862-48a0-9c72-8fbfd5f2a4a5" providerId="ADAL" clId="{D0CC7B09-119E-4A16-A7AE-B46817E80CC4}" dt="2026-10-01T17:41:39.178" v="4" actId="20577"/>
        <pc:sldMkLst>
          <pc:docMk/>
          <pc:sldMk cId="2017050885" sldId="2147483321"/>
        </pc:sldMkLst>
        <pc:spChg chg="mod">
          <ac:chgData name="Veingrad, Joseph" userId="d8b68cd1-7862-48a0-9c72-8fbfd5f2a4a5" providerId="ADAL" clId="{D0CC7B09-119E-4A16-A7AE-B46817E80CC4}" dt="2026-10-01T17:41:39.178" v="4" actId="20577"/>
          <ac:spMkLst>
            <pc:docMk/>
            <pc:sldMk cId="2017050885" sldId="2147483321"/>
            <ac:spMk id="3" creationId="{5DE7414A-0A2A-1737-5865-58295A87DFFD}"/>
          </ac:spMkLst>
        </pc:spChg>
      </pc:sldChg>
      <pc:sldChg chg="modSp add del mod">
        <pc:chgData name="Veingrad, Joseph" userId="d8b68cd1-7862-48a0-9c72-8fbfd5f2a4a5" providerId="ADAL" clId="{D0CC7B09-119E-4A16-A7AE-B46817E80CC4}" dt="2026-10-01T17:41:41.635" v="5" actId="20577"/>
        <pc:sldMkLst>
          <pc:docMk/>
          <pc:sldMk cId="2445919042" sldId="2147483322"/>
        </pc:sldMkLst>
        <pc:spChg chg="mod">
          <ac:chgData name="Veingrad, Joseph" userId="d8b68cd1-7862-48a0-9c72-8fbfd5f2a4a5" providerId="ADAL" clId="{D0CC7B09-119E-4A16-A7AE-B46817E80CC4}" dt="2026-10-01T17:41:41.635" v="5" actId="20577"/>
          <ac:spMkLst>
            <pc:docMk/>
            <pc:sldMk cId="2445919042" sldId="2147483322"/>
            <ac:spMk id="3" creationId="{D65CE26D-73CF-AC23-968E-D9C5FB342EB0}"/>
          </ac:spMkLst>
        </pc:spChg>
      </pc:sldChg>
      <pc:sldChg chg="modSp add del mod">
        <pc:chgData name="Veingrad, Joseph" userId="d8b68cd1-7862-48a0-9c72-8fbfd5f2a4a5" providerId="ADAL" clId="{D0CC7B09-119E-4A16-A7AE-B46817E80CC4}" dt="2026-10-01T17:41:36.863" v="3" actId="20577"/>
        <pc:sldMkLst>
          <pc:docMk/>
          <pc:sldMk cId="537933474" sldId="2147483323"/>
        </pc:sldMkLst>
        <pc:spChg chg="mod">
          <ac:chgData name="Veingrad, Joseph" userId="d8b68cd1-7862-48a0-9c72-8fbfd5f2a4a5" providerId="ADAL" clId="{D0CC7B09-119E-4A16-A7AE-B46817E80CC4}" dt="2026-10-01T17:41:36.863" v="3" actId="20577"/>
          <ac:spMkLst>
            <pc:docMk/>
            <pc:sldMk cId="537933474" sldId="2147483323"/>
            <ac:spMk id="3" creationId="{330D2707-DDD7-5765-9398-58EC0CA95A08}"/>
          </ac:spMkLst>
        </pc:spChg>
      </pc:sldChg>
      <pc:sldChg chg="add">
        <pc:chgData name="Veingrad, Joseph" userId="d8b68cd1-7862-48a0-9c72-8fbfd5f2a4a5" providerId="ADAL" clId="{D0CC7B09-119E-4A16-A7AE-B46817E80CC4}" dt="2026-10-01T17:35:44.410" v="0"/>
        <pc:sldMkLst>
          <pc:docMk/>
          <pc:sldMk cId="2401556910" sldId="2147483324"/>
        </pc:sldMkLst>
      </pc:sldChg>
      <pc:sldChg chg="add">
        <pc:chgData name="Veingrad, Joseph" userId="d8b68cd1-7862-48a0-9c72-8fbfd5f2a4a5" providerId="ADAL" clId="{D0CC7B09-119E-4A16-A7AE-B46817E80CC4}" dt="2026-10-01T17:35:44.410" v="0"/>
        <pc:sldMkLst>
          <pc:docMk/>
          <pc:sldMk cId="1298540881" sldId="2147483325"/>
        </pc:sldMkLst>
      </pc:sldChg>
      <pc:sldChg chg="add">
        <pc:chgData name="Veingrad, Joseph" userId="d8b68cd1-7862-48a0-9c72-8fbfd5f2a4a5" providerId="ADAL" clId="{D0CC7B09-119E-4A16-A7AE-B46817E80CC4}" dt="2026-10-01T17:35:44.410" v="0"/>
        <pc:sldMkLst>
          <pc:docMk/>
          <pc:sldMk cId="3669826188" sldId="2147483326"/>
        </pc:sldMkLst>
      </pc:sldChg>
      <pc:sldChg chg="modSp add del mod">
        <pc:chgData name="Veingrad, Joseph" userId="d8b68cd1-7862-48a0-9c72-8fbfd5f2a4a5" providerId="ADAL" clId="{D0CC7B09-119E-4A16-A7AE-B46817E80CC4}" dt="2026-10-01T19:16:33.510" v="18" actId="47"/>
        <pc:sldMkLst>
          <pc:docMk/>
          <pc:sldMk cId="2364283886" sldId="2147483327"/>
        </pc:sldMkLst>
        <pc:spChg chg="mod">
          <ac:chgData name="Veingrad, Joseph" userId="d8b68cd1-7862-48a0-9c72-8fbfd5f2a4a5" providerId="ADAL" clId="{D0CC7B09-119E-4A16-A7AE-B46817E80CC4}" dt="2026-10-01T17:41:52.972" v="7" actId="20577"/>
          <ac:spMkLst>
            <pc:docMk/>
            <pc:sldMk cId="2364283886" sldId="2147483327"/>
            <ac:spMk id="3" creationId="{D800CAD3-9F06-E3AA-595F-645FC31E06AA}"/>
          </ac:spMkLst>
        </pc:spChg>
      </pc:sldChg>
      <pc:sldChg chg="modSp add del mod">
        <pc:chgData name="Veingrad, Joseph" userId="d8b68cd1-7862-48a0-9c72-8fbfd5f2a4a5" providerId="ADAL" clId="{D0CC7B09-119E-4A16-A7AE-B46817E80CC4}" dt="2026-10-01T19:16:33.510" v="18" actId="47"/>
        <pc:sldMkLst>
          <pc:docMk/>
          <pc:sldMk cId="937889802" sldId="2147483328"/>
        </pc:sldMkLst>
        <pc:spChg chg="mod">
          <ac:chgData name="Veingrad, Joseph" userId="d8b68cd1-7862-48a0-9c72-8fbfd5f2a4a5" providerId="ADAL" clId="{D0CC7B09-119E-4A16-A7AE-B46817E80CC4}" dt="2026-10-01T17:41:55.086" v="8" actId="20577"/>
          <ac:spMkLst>
            <pc:docMk/>
            <pc:sldMk cId="937889802" sldId="2147483328"/>
            <ac:spMk id="3" creationId="{DB2269EE-C9A4-4C39-F2C4-5011CC8A5BB6}"/>
          </ac:spMkLst>
        </pc:spChg>
      </pc:sldChg>
      <pc:sldChg chg="modSp add del mod">
        <pc:chgData name="Veingrad, Joseph" userId="d8b68cd1-7862-48a0-9c72-8fbfd5f2a4a5" providerId="ADAL" clId="{D0CC7B09-119E-4A16-A7AE-B46817E80CC4}" dt="2026-10-01T19:16:33.510" v="18" actId="47"/>
        <pc:sldMkLst>
          <pc:docMk/>
          <pc:sldMk cId="834740142" sldId="2147483329"/>
        </pc:sldMkLst>
        <pc:spChg chg="mod">
          <ac:chgData name="Veingrad, Joseph" userId="d8b68cd1-7862-48a0-9c72-8fbfd5f2a4a5" providerId="ADAL" clId="{D0CC7B09-119E-4A16-A7AE-B46817E80CC4}" dt="2026-10-01T17:41:57.450" v="9" actId="20577"/>
          <ac:spMkLst>
            <pc:docMk/>
            <pc:sldMk cId="834740142" sldId="2147483329"/>
            <ac:spMk id="3" creationId="{9FEB90B4-167D-1E45-F301-287A84249946}"/>
          </ac:spMkLst>
        </pc:spChg>
      </pc:sldChg>
      <pc:sldChg chg="modSp add del mod">
        <pc:chgData name="Veingrad, Joseph" userId="d8b68cd1-7862-48a0-9c72-8fbfd5f2a4a5" providerId="ADAL" clId="{D0CC7B09-119E-4A16-A7AE-B46817E80CC4}" dt="2026-10-01T19:16:46.468" v="20" actId="47"/>
        <pc:sldMkLst>
          <pc:docMk/>
          <pc:sldMk cId="790865670" sldId="2147483330"/>
        </pc:sldMkLst>
        <pc:spChg chg="mod">
          <ac:chgData name="Veingrad, Joseph" userId="d8b68cd1-7862-48a0-9c72-8fbfd5f2a4a5" providerId="ADAL" clId="{D0CC7B09-119E-4A16-A7AE-B46817E80CC4}" dt="2026-10-01T17:42:20.446" v="11" actId="20577"/>
          <ac:spMkLst>
            <pc:docMk/>
            <pc:sldMk cId="790865670" sldId="2147483330"/>
            <ac:spMk id="3" creationId="{66034AC3-8BCF-88EC-397F-2AC3412BC516}"/>
          </ac:spMkLst>
        </pc:spChg>
      </pc:sldChg>
      <pc:sldChg chg="modSp add del mod">
        <pc:chgData name="Veingrad, Joseph" userId="d8b68cd1-7862-48a0-9c72-8fbfd5f2a4a5" providerId="ADAL" clId="{D0CC7B09-119E-4A16-A7AE-B46817E80CC4}" dt="2026-10-01T19:16:46.468" v="20" actId="47"/>
        <pc:sldMkLst>
          <pc:docMk/>
          <pc:sldMk cId="3564279153" sldId="2147483331"/>
        </pc:sldMkLst>
        <pc:spChg chg="mod">
          <ac:chgData name="Veingrad, Joseph" userId="d8b68cd1-7862-48a0-9c72-8fbfd5f2a4a5" providerId="ADAL" clId="{D0CC7B09-119E-4A16-A7AE-B46817E80CC4}" dt="2026-10-01T17:42:22.471" v="12" actId="20577"/>
          <ac:spMkLst>
            <pc:docMk/>
            <pc:sldMk cId="3564279153" sldId="2147483331"/>
            <ac:spMk id="3" creationId="{0FC6B173-A8BE-3DE9-317D-E1F4F26A43F8}"/>
          </ac:spMkLst>
        </pc:spChg>
      </pc:sldChg>
      <pc:sldChg chg="modSp add del mod">
        <pc:chgData name="Veingrad, Joseph" userId="d8b68cd1-7862-48a0-9c72-8fbfd5f2a4a5" providerId="ADAL" clId="{D0CC7B09-119E-4A16-A7AE-B46817E80CC4}" dt="2026-10-01T19:16:46.468" v="20" actId="47"/>
        <pc:sldMkLst>
          <pc:docMk/>
          <pc:sldMk cId="420888617" sldId="2147483332"/>
        </pc:sldMkLst>
        <pc:spChg chg="mod">
          <ac:chgData name="Veingrad, Joseph" userId="d8b68cd1-7862-48a0-9c72-8fbfd5f2a4a5" providerId="ADAL" clId="{D0CC7B09-119E-4A16-A7AE-B46817E80CC4}" dt="2026-10-01T17:42:24.653" v="13" actId="20577"/>
          <ac:spMkLst>
            <pc:docMk/>
            <pc:sldMk cId="420888617" sldId="2147483332"/>
            <ac:spMk id="3" creationId="{2FC2B56F-A841-629A-AEE3-A77EED789C36}"/>
          </ac:spMkLst>
        </pc:spChg>
      </pc:sldChg>
      <pc:sldChg chg="add">
        <pc:chgData name="Veingrad, Joseph" userId="d8b68cd1-7862-48a0-9c72-8fbfd5f2a4a5" providerId="ADAL" clId="{D0CC7B09-119E-4A16-A7AE-B46817E80CC4}" dt="2026-10-01T17:49:30.643" v="14"/>
        <pc:sldMkLst>
          <pc:docMk/>
          <pc:sldMk cId="1723457011" sldId="2147483333"/>
        </pc:sldMkLst>
      </pc:sldChg>
      <pc:sldChg chg="add">
        <pc:chgData name="Veingrad, Joseph" userId="d8b68cd1-7862-48a0-9c72-8fbfd5f2a4a5" providerId="ADAL" clId="{D0CC7B09-119E-4A16-A7AE-B46817E80CC4}" dt="2026-10-01T17:49:30.643" v="14"/>
        <pc:sldMkLst>
          <pc:docMk/>
          <pc:sldMk cId="601759922" sldId="2147483334"/>
        </pc:sldMkLst>
      </pc:sldChg>
      <pc:sldChg chg="add">
        <pc:chgData name="Veingrad, Joseph" userId="d8b68cd1-7862-48a0-9c72-8fbfd5f2a4a5" providerId="ADAL" clId="{D0CC7B09-119E-4A16-A7AE-B46817E80CC4}" dt="2026-10-01T19:16:30.858" v="17"/>
        <pc:sldMkLst>
          <pc:docMk/>
          <pc:sldMk cId="0" sldId="2147483335"/>
        </pc:sldMkLst>
      </pc:sldChg>
      <pc:sldChg chg="add">
        <pc:chgData name="Veingrad, Joseph" userId="d8b68cd1-7862-48a0-9c72-8fbfd5f2a4a5" providerId="ADAL" clId="{D0CC7B09-119E-4A16-A7AE-B46817E80CC4}" dt="2026-10-01T19:16:30.858" v="17"/>
        <pc:sldMkLst>
          <pc:docMk/>
          <pc:sldMk cId="0" sldId="2147483336"/>
        </pc:sldMkLst>
      </pc:sldChg>
      <pc:sldChg chg="add">
        <pc:chgData name="Veingrad, Joseph" userId="d8b68cd1-7862-48a0-9c72-8fbfd5f2a4a5" providerId="ADAL" clId="{D0CC7B09-119E-4A16-A7AE-B46817E80CC4}" dt="2026-10-01T19:16:30.858" v="17"/>
        <pc:sldMkLst>
          <pc:docMk/>
          <pc:sldMk cId="0" sldId="2147483337"/>
        </pc:sldMkLst>
      </pc:sldChg>
      <pc:sldChg chg="add">
        <pc:chgData name="Veingrad, Joseph" userId="d8b68cd1-7862-48a0-9c72-8fbfd5f2a4a5" providerId="ADAL" clId="{D0CC7B09-119E-4A16-A7AE-B46817E80CC4}" dt="2026-10-01T19:16:42.806" v="19"/>
        <pc:sldMkLst>
          <pc:docMk/>
          <pc:sldMk cId="0" sldId="2147483338"/>
        </pc:sldMkLst>
      </pc:sldChg>
      <pc:sldChg chg="add">
        <pc:chgData name="Veingrad, Joseph" userId="d8b68cd1-7862-48a0-9c72-8fbfd5f2a4a5" providerId="ADAL" clId="{D0CC7B09-119E-4A16-A7AE-B46817E80CC4}" dt="2026-10-01T19:16:42.806" v="19"/>
        <pc:sldMkLst>
          <pc:docMk/>
          <pc:sldMk cId="0" sldId="2147483339"/>
        </pc:sldMkLst>
      </pc:sldChg>
      <pc:sldChg chg="add">
        <pc:chgData name="Veingrad, Joseph" userId="d8b68cd1-7862-48a0-9c72-8fbfd5f2a4a5" providerId="ADAL" clId="{D0CC7B09-119E-4A16-A7AE-B46817E80CC4}" dt="2026-10-01T19:16:42.806" v="19"/>
        <pc:sldMkLst>
          <pc:docMk/>
          <pc:sldMk cId="0" sldId="214748334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778B60-8965-4B89-955F-C10B25225CE2}"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663B33-C500-49BD-B04E-474E1B577D32}" type="slidenum">
              <a:rPr lang="en-US" smtClean="0"/>
              <a:t>‹#›</a:t>
            </a:fld>
            <a:endParaRPr lang="en-US"/>
          </a:p>
        </p:txBody>
      </p:sp>
    </p:spTree>
    <p:extLst>
      <p:ext uri="{BB962C8B-B14F-4D97-AF65-F5344CB8AC3E}">
        <p14:creationId xmlns:p14="http://schemas.microsoft.com/office/powerpoint/2010/main" val="543881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we start from how the data will be used and work backwards to how it should be landed and shaped. Counts are proposals from the B1, B2, C and D methodology documents and need CVS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B1 section 2 (12,910 sourcetypes to ~250-300 families), B2 section 4 (925 indexes to ~25-50 Bronze tables), C sections 1 and 3 (18-22 templates, 240-320 instantiations, 68-150 physical Silver tables, 12 Gold products). Granularity moves from table names into columns and Silver; it is not lost.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B1 2.2/2.3.2 (K8s family collapse), B2 2.2, 4.2, 5.4 (Cribl functions, Bronze patterns, tiering), C 3.4 (hot/warm/cold shares). Open item: B2-012 asks how raw payload unmodified squares with Cribl enrichment, timestamp normalization, filtering and masking.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 2.2 (tiered canonical approach), 2.4 (15 conformed dimensions, SCD Type 2), 3.1 (templates), 4.3 and 5.1 (quality, masking). Masking location (Cribl Guard vs Silver) is an open conflict between B1 and 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walkthrough section 9 (personas; most queries 0-30 days), B1 2.4 (15,159 active searches, 12,667 disabled), D 7.3 (16 accelerated data models), C 6 and 7 (data product promotion; no Bronze access from Gold). Persona-to-layer mapping is our proposal.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to register items A-009/B2-021/C-030 (masking), A-005/C-034 (catalog), C-001 (OCSF), C-027 (ES pre-aggregates) and B2 section 5.4 (tiering).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5.svg"/><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5.svg"/><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5.sv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5.svg"/><Relationship Id="rId4"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 Id="rId3" Type="http://schemas.openxmlformats.org/officeDocument/2006/relationships/image" Target="../media/image8.jpe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1.emf"/><Relationship Id="rId5" Type="http://schemas.openxmlformats.org/officeDocument/2006/relationships/image" Target="../media/image8.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0.svg"/><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10E6DA-AE9B-72A4-31E5-389A7363F7D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flipH="1">
            <a:off x="1804" y="0"/>
            <a:ext cx="12188388" cy="6858000"/>
          </a:xfrm>
          <a:prstGeom prst="rect">
            <a:avLst/>
          </a:prstGeom>
        </p:spPr>
      </p:pic>
      <p:sp>
        <p:nvSpPr>
          <p:cNvPr id="8" name="Rectangle 7">
            <a:extLst>
              <a:ext uri="{FF2B5EF4-FFF2-40B4-BE49-F238E27FC236}">
                <a16:creationId xmlns:a16="http://schemas.microsoft.com/office/drawing/2014/main" id="{73FB0C00-E9D5-34BA-1C5D-577B9C282E48}"/>
              </a:ext>
            </a:extLst>
          </p:cNvPr>
          <p:cNvSpPr>
            <a:spLocks/>
          </p:cNvSpPr>
          <p:nvPr userDrawn="1"/>
        </p:nvSpPr>
        <p:spPr bwMode="gray">
          <a:xfrm>
            <a:off x="0" y="-1"/>
            <a:ext cx="12191999" cy="6857999"/>
          </a:xfrm>
          <a:prstGeom prst="rect">
            <a:avLst/>
          </a:prstGeom>
          <a:gradFill flip="none" rotWithShape="1">
            <a:gsLst>
              <a:gs pos="0">
                <a:srgbClr val="00B0F0">
                  <a:alpha val="1000"/>
                </a:srgbClr>
              </a:gs>
              <a:gs pos="100000">
                <a:srgbClr val="0A4B8C"/>
              </a:gs>
              <a:gs pos="58000">
                <a:srgbClr val="0A4B8C">
                  <a:alpha val="61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500" b="1">
              <a:solidFill>
                <a:schemeClr val="bg1"/>
              </a:solidFill>
            </a:endParaRPr>
          </a:p>
        </p:txBody>
      </p:sp>
      <p:sp>
        <p:nvSpPr>
          <p:cNvPr id="9" name="Rectangle: Rounded Corners 8">
            <a:extLst>
              <a:ext uri="{FF2B5EF4-FFF2-40B4-BE49-F238E27FC236}">
                <a16:creationId xmlns:a16="http://schemas.microsoft.com/office/drawing/2014/main" id="{D9F82715-F4A0-F960-33E4-E04C85406DE7}"/>
              </a:ext>
            </a:extLst>
          </p:cNvPr>
          <p:cNvSpPr/>
          <p:nvPr userDrawn="1"/>
        </p:nvSpPr>
        <p:spPr bwMode="gray">
          <a:xfrm>
            <a:off x="574676" y="795340"/>
            <a:ext cx="4436229" cy="5267325"/>
          </a:xfrm>
          <a:prstGeom prst="roundRect">
            <a:avLst>
              <a:gd name="adj" fmla="val 6826"/>
            </a:avLst>
          </a:prstGeom>
          <a:solidFill>
            <a:schemeClr val="bg1"/>
          </a:solidFill>
          <a:ln>
            <a:solidFill>
              <a:srgbClr val="267AC0"/>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10" name="Title 1">
            <a:extLst>
              <a:ext uri="{FF2B5EF4-FFF2-40B4-BE49-F238E27FC236}">
                <a16:creationId xmlns:a16="http://schemas.microsoft.com/office/drawing/2014/main" id="{1E3A5B1F-A8A6-5504-278D-A9836AB96809}"/>
              </a:ext>
            </a:extLst>
          </p:cNvPr>
          <p:cNvSpPr>
            <a:spLocks noGrp="1"/>
          </p:cNvSpPr>
          <p:nvPr>
            <p:ph type="ctrTitle" hasCustomPrompt="1"/>
          </p:nvPr>
        </p:nvSpPr>
        <p:spPr>
          <a:xfrm>
            <a:off x="908806" y="2524536"/>
            <a:ext cx="3865213" cy="1262324"/>
          </a:xfrm>
        </p:spPr>
        <p:txBody>
          <a:bodyPr rIns="0" anchor="t" anchorCtr="0"/>
          <a:lstStyle>
            <a:lvl1pPr>
              <a:lnSpc>
                <a:spcPct val="90000"/>
              </a:lnSpc>
              <a:defRPr sz="3600">
                <a:solidFill>
                  <a:srgbClr val="0B315E"/>
                </a:solidFill>
              </a:defRPr>
            </a:lvl1pPr>
          </a:lstStyle>
          <a:p>
            <a:r>
              <a:rPr lang="en-US"/>
              <a:t>Click to add title</a:t>
            </a:r>
          </a:p>
        </p:txBody>
      </p:sp>
      <p:pic>
        <p:nvPicPr>
          <p:cNvPr id="14" name="Graphic 13" descr="CVS Health logo.">
            <a:extLst>
              <a:ext uri="{FF2B5EF4-FFF2-40B4-BE49-F238E27FC236}">
                <a16:creationId xmlns:a16="http://schemas.microsoft.com/office/drawing/2014/main" id="{94AECE69-B9DB-9EB5-99A4-DC5844CA5E3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08806" y="1257300"/>
            <a:ext cx="2079927" cy="253755"/>
          </a:xfrm>
          <a:prstGeom prst="rect">
            <a:avLst/>
          </a:prstGeom>
        </p:spPr>
      </p:pic>
      <p:sp>
        <p:nvSpPr>
          <p:cNvPr id="19" name="Graphic 8">
            <a:extLst>
              <a:ext uri="{FF2B5EF4-FFF2-40B4-BE49-F238E27FC236}">
                <a16:creationId xmlns:a16="http://schemas.microsoft.com/office/drawing/2014/main" id="{7F5589DF-3887-80B8-D1FC-69B898A14C38}"/>
              </a:ext>
            </a:extLst>
          </p:cNvPr>
          <p:cNvSpPr>
            <a:spLocks noChangeAspect="1"/>
          </p:cNvSpPr>
          <p:nvPr userDrawn="1"/>
        </p:nvSpPr>
        <p:spPr>
          <a:xfrm>
            <a:off x="908806" y="1836163"/>
            <a:ext cx="910769" cy="365760"/>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rgbClr val="00338D"/>
          </a:solidFill>
          <a:ln w="1683"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latin typeface="Arial"/>
            </a:endParaRPr>
          </a:p>
        </p:txBody>
      </p:sp>
      <p:sp>
        <p:nvSpPr>
          <p:cNvPr id="2" name="TextBox 1">
            <a:extLst>
              <a:ext uri="{FF2B5EF4-FFF2-40B4-BE49-F238E27FC236}">
                <a16:creationId xmlns:a16="http://schemas.microsoft.com/office/drawing/2014/main" id="{67FA20E3-9233-30BA-01A1-4FCAE62F9F14}"/>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862702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F9A7D85-A138-6ED3-1F3F-E151468284FF}"/>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a:off x="-1" y="9144"/>
            <a:ext cx="12192001" cy="6858000"/>
          </a:xfrm>
          <a:prstGeom prst="rect">
            <a:avLst/>
          </a:prstGeom>
        </p:spPr>
      </p:pic>
      <p:sp>
        <p:nvSpPr>
          <p:cNvPr id="4" name="Rectangle 3">
            <a:extLst>
              <a:ext uri="{FF2B5EF4-FFF2-40B4-BE49-F238E27FC236}">
                <a16:creationId xmlns:a16="http://schemas.microsoft.com/office/drawing/2014/main" id="{6135AA92-4232-99EC-B02E-003EFC8252EE}"/>
              </a:ext>
            </a:extLst>
          </p:cNvPr>
          <p:cNvSpPr>
            <a:spLocks/>
          </p:cNvSpPr>
          <p:nvPr userDrawn="1"/>
        </p:nvSpPr>
        <p:spPr bwMode="gray">
          <a:xfrm>
            <a:off x="-1" y="-1"/>
            <a:ext cx="12192001" cy="6857999"/>
          </a:xfrm>
          <a:prstGeom prst="rect">
            <a:avLst/>
          </a:prstGeom>
          <a:gradFill flip="none" rotWithShape="1">
            <a:gsLst>
              <a:gs pos="0">
                <a:srgbClr val="00B0F0">
                  <a:alpha val="1000"/>
                </a:srgbClr>
              </a:gs>
              <a:gs pos="100000">
                <a:srgbClr val="0A4B8C"/>
              </a:gs>
              <a:gs pos="58000">
                <a:srgbClr val="0A4B8C">
                  <a:alpha val="61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500" b="1">
              <a:solidFill>
                <a:schemeClr val="bg1"/>
              </a:solidFill>
            </a:endParaRPr>
          </a:p>
        </p:txBody>
      </p:sp>
      <p:sp>
        <p:nvSpPr>
          <p:cNvPr id="20" name="Content Placeholder 8"/>
          <p:cNvSpPr txBox="1">
            <a:spLocks/>
          </p:cNvSpPr>
          <p:nvPr userDrawn="1"/>
        </p:nvSpPr>
        <p:spPr>
          <a:xfrm>
            <a:off x="557932" y="6367487"/>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l"/>
            <a:fld id="{38743595-4496-5147-A886-7D133864DF76}" type="slidenum">
              <a:rPr lang="en-US" sz="1000" b="0" smtClean="0">
                <a:solidFill>
                  <a:schemeClr val="bg1"/>
                </a:solidFill>
                <a:latin typeface="CVS Health Sans Medium" panose="020B0504020202020204" pitchFamily="34" charset="0"/>
                <a:ea typeface="Open Sans" panose="020B0606030504020204" pitchFamily="34" charset="0"/>
                <a:cs typeface="Arial" panose="020B0604020202020204" pitchFamily="34" charset="0"/>
              </a:rPr>
              <a:pPr algn="l"/>
              <a:t>‹#›</a:t>
            </a:fld>
            <a:endParaRPr lang="en-US" sz="1000" b="0">
              <a:solidFill>
                <a:schemeClr val="bg1"/>
              </a:solidFill>
              <a:latin typeface="CVS Health Sans Medium" panose="020B0504020202020204" pitchFamily="34" charset="0"/>
              <a:ea typeface="Open Sans" panose="020B0606030504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E6118871-4A8C-4517-9A46-8863C34DC7FC}"/>
              </a:ext>
            </a:extLst>
          </p:cNvPr>
          <p:cNvSpPr txBox="1"/>
          <p:nvPr userDrawn="1"/>
        </p:nvSpPr>
        <p:spPr>
          <a:xfrm>
            <a:off x="859758" y="6425586"/>
            <a:ext cx="8048816" cy="123111"/>
          </a:xfrm>
          <a:prstGeom prst="rect">
            <a:avLst/>
          </a:prstGeom>
          <a:noFill/>
        </p:spPr>
        <p:txBody>
          <a:bodyPr wrap="square" lIns="0" tIns="0" rIns="0" bIns="0" rtlCol="0" anchor="b">
            <a:spAutoFit/>
          </a:bodyPr>
          <a:lstStyle/>
          <a:p>
            <a:r>
              <a:rPr lang="en-US" sz="800">
                <a:solidFill>
                  <a:schemeClr val="bg1"/>
                </a:solidFill>
                <a:latin typeface="+mn-lt"/>
              </a:rPr>
              <a:t>©2026 CVS Health and/or one of its affiliates. Confidential and proprietary.</a:t>
            </a:r>
          </a:p>
        </p:txBody>
      </p:sp>
      <p:sp>
        <p:nvSpPr>
          <p:cNvPr id="3" name="Title 1">
            <a:extLst>
              <a:ext uri="{FF2B5EF4-FFF2-40B4-BE49-F238E27FC236}">
                <a16:creationId xmlns:a16="http://schemas.microsoft.com/office/drawing/2014/main" id="{7CD1F70B-0561-EF7E-4389-953EEC3C930A}"/>
              </a:ext>
            </a:extLst>
          </p:cNvPr>
          <p:cNvSpPr>
            <a:spLocks noGrp="1"/>
          </p:cNvSpPr>
          <p:nvPr>
            <p:ph type="title" hasCustomPrompt="1"/>
          </p:nvPr>
        </p:nvSpPr>
        <p:spPr>
          <a:xfrm>
            <a:off x="557931" y="584200"/>
            <a:ext cx="2375771" cy="713232"/>
          </a:xfrm>
        </p:spPr>
        <p:txBody>
          <a:bodyPr/>
          <a:lstStyle>
            <a:lvl1pPr>
              <a:defRPr sz="4797">
                <a:solidFill>
                  <a:schemeClr val="bg1"/>
                </a:solidFill>
              </a:defRPr>
            </a:lvl1pPr>
          </a:lstStyle>
          <a:p>
            <a:r>
              <a:rPr lang="en-US"/>
              <a:t>Agenda</a:t>
            </a:r>
          </a:p>
        </p:txBody>
      </p:sp>
      <p:pic>
        <p:nvPicPr>
          <p:cNvPr id="6" name="Graphic 5" descr="CVS Health logo.">
            <a:extLst>
              <a:ext uri="{FF2B5EF4-FFF2-40B4-BE49-F238E27FC236}">
                <a16:creationId xmlns:a16="http://schemas.microsoft.com/office/drawing/2014/main" id="{40D4FD5D-5BCE-846B-AA62-DC97ED0E38C4}"/>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83402" y="6393249"/>
            <a:ext cx="1274145" cy="155448"/>
          </a:xfrm>
          <a:prstGeom prst="rect">
            <a:avLst/>
          </a:prstGeom>
        </p:spPr>
      </p:pic>
      <p:sp>
        <p:nvSpPr>
          <p:cNvPr id="7" name="TextBox 6">
            <a:extLst>
              <a:ext uri="{FF2B5EF4-FFF2-40B4-BE49-F238E27FC236}">
                <a16:creationId xmlns:a16="http://schemas.microsoft.com/office/drawing/2014/main" id="{BB27EB5D-EED6-558C-B6BA-9356A89FC686}"/>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9688256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Agen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F9A7D85-A138-6ED3-1F3F-E151468284FF}"/>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a:off x="0" y="0"/>
            <a:ext cx="4398746" cy="6858000"/>
          </a:xfrm>
          <a:prstGeom prst="rect">
            <a:avLst/>
          </a:prstGeom>
        </p:spPr>
      </p:pic>
      <p:sp>
        <p:nvSpPr>
          <p:cNvPr id="4" name="Rectangle 3">
            <a:extLst>
              <a:ext uri="{FF2B5EF4-FFF2-40B4-BE49-F238E27FC236}">
                <a16:creationId xmlns:a16="http://schemas.microsoft.com/office/drawing/2014/main" id="{6135AA92-4232-99EC-B02E-003EFC8252EE}"/>
              </a:ext>
            </a:extLst>
          </p:cNvPr>
          <p:cNvSpPr>
            <a:spLocks/>
          </p:cNvSpPr>
          <p:nvPr userDrawn="1"/>
        </p:nvSpPr>
        <p:spPr bwMode="gray">
          <a:xfrm>
            <a:off x="0" y="-1"/>
            <a:ext cx="4398746" cy="6857999"/>
          </a:xfrm>
          <a:prstGeom prst="rect">
            <a:avLst/>
          </a:prstGeom>
          <a:gradFill flip="none" rotWithShape="1">
            <a:gsLst>
              <a:gs pos="0">
                <a:srgbClr val="00B0F0">
                  <a:alpha val="1000"/>
                </a:srgbClr>
              </a:gs>
              <a:gs pos="100000">
                <a:srgbClr val="0A4B8C"/>
              </a:gs>
              <a:gs pos="58000">
                <a:srgbClr val="0A4B8C">
                  <a:alpha val="61000"/>
                </a:srgbClr>
              </a:gs>
            </a:gsLst>
            <a:lin ang="135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500" b="1">
              <a:solidFill>
                <a:schemeClr val="bg1"/>
              </a:solidFill>
            </a:endParaRPr>
          </a:p>
        </p:txBody>
      </p:sp>
      <p:sp>
        <p:nvSpPr>
          <p:cNvPr id="20" name="Content Placeholder 8"/>
          <p:cNvSpPr txBox="1">
            <a:spLocks/>
          </p:cNvSpPr>
          <p:nvPr userDrawn="1"/>
        </p:nvSpPr>
        <p:spPr>
          <a:xfrm>
            <a:off x="557932" y="6367487"/>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l"/>
            <a:fld id="{38743595-4496-5147-A886-7D133864DF76}" type="slidenum">
              <a:rPr lang="en-US" sz="1000" b="0" smtClean="0">
                <a:solidFill>
                  <a:schemeClr val="bg1"/>
                </a:solidFill>
                <a:latin typeface="CVS Health Sans Medium" panose="020B0504020202020204" pitchFamily="34" charset="0"/>
                <a:ea typeface="Open Sans" panose="020B0606030504020204" pitchFamily="34" charset="0"/>
                <a:cs typeface="Arial" panose="020B0604020202020204" pitchFamily="34" charset="0"/>
              </a:rPr>
              <a:pPr algn="l"/>
              <a:t>‹#›</a:t>
            </a:fld>
            <a:endParaRPr lang="en-US" sz="1000" b="0">
              <a:solidFill>
                <a:schemeClr val="bg1"/>
              </a:solidFill>
              <a:latin typeface="CVS Health Sans Medium" panose="020B0504020202020204" pitchFamily="34" charset="0"/>
              <a:ea typeface="Open Sans" panose="020B0606030504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E6118871-4A8C-4517-9A46-8863C34DC7FC}"/>
              </a:ext>
            </a:extLst>
          </p:cNvPr>
          <p:cNvSpPr txBox="1"/>
          <p:nvPr userDrawn="1"/>
        </p:nvSpPr>
        <p:spPr>
          <a:xfrm>
            <a:off x="859758" y="6425586"/>
            <a:ext cx="8048816" cy="123111"/>
          </a:xfrm>
          <a:prstGeom prst="rect">
            <a:avLst/>
          </a:prstGeom>
          <a:noFill/>
        </p:spPr>
        <p:txBody>
          <a:bodyPr wrap="square" lIns="0" tIns="0" rIns="0" bIns="0" rtlCol="0" anchor="b">
            <a:spAutoFit/>
          </a:bodyPr>
          <a:lstStyle/>
          <a:p>
            <a:r>
              <a:rPr lang="en-US" sz="800">
                <a:solidFill>
                  <a:schemeClr val="bg1"/>
                </a:solidFill>
                <a:latin typeface="+mn-lt"/>
              </a:rPr>
              <a:t>©2026 CVS Health and/or one of its affiliates. Confidential and proprietary.</a:t>
            </a:r>
          </a:p>
        </p:txBody>
      </p:sp>
      <p:pic>
        <p:nvPicPr>
          <p:cNvPr id="14" name="Graphic 13" descr="CVS Health logo.">
            <a:extLst>
              <a:ext uri="{FF2B5EF4-FFF2-40B4-BE49-F238E27FC236}">
                <a16:creationId xmlns:a16="http://schemas.microsoft.com/office/drawing/2014/main" id="{E4ED132B-CD59-47A6-9E0F-74A5ED67C019}"/>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53707" y="6373368"/>
            <a:ext cx="1274145" cy="155448"/>
          </a:xfrm>
          <a:prstGeom prst="rect">
            <a:avLst/>
          </a:prstGeom>
        </p:spPr>
      </p:pic>
      <p:sp>
        <p:nvSpPr>
          <p:cNvPr id="3" name="Title 1">
            <a:extLst>
              <a:ext uri="{FF2B5EF4-FFF2-40B4-BE49-F238E27FC236}">
                <a16:creationId xmlns:a16="http://schemas.microsoft.com/office/drawing/2014/main" id="{7CD1F70B-0561-EF7E-4389-953EEC3C930A}"/>
              </a:ext>
            </a:extLst>
          </p:cNvPr>
          <p:cNvSpPr>
            <a:spLocks noGrp="1"/>
          </p:cNvSpPr>
          <p:nvPr>
            <p:ph type="title" hasCustomPrompt="1"/>
          </p:nvPr>
        </p:nvSpPr>
        <p:spPr>
          <a:xfrm>
            <a:off x="557931" y="584200"/>
            <a:ext cx="2375771" cy="713232"/>
          </a:xfrm>
        </p:spPr>
        <p:txBody>
          <a:bodyPr/>
          <a:lstStyle>
            <a:lvl1pPr>
              <a:defRPr sz="4797">
                <a:solidFill>
                  <a:schemeClr val="bg1"/>
                </a:solidFill>
              </a:defRPr>
            </a:lvl1pPr>
          </a:lstStyle>
          <a:p>
            <a:r>
              <a:rPr lang="en-US"/>
              <a:t>Agenda</a:t>
            </a:r>
          </a:p>
        </p:txBody>
      </p:sp>
      <p:pic>
        <p:nvPicPr>
          <p:cNvPr id="5" name="Graphic 4" descr="CVS Health logo.">
            <a:extLst>
              <a:ext uri="{FF2B5EF4-FFF2-40B4-BE49-F238E27FC236}">
                <a16:creationId xmlns:a16="http://schemas.microsoft.com/office/drawing/2014/main" id="{E19E38E8-8CE2-3594-0F60-E17D5DDCA817}"/>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383402" y="6393249"/>
            <a:ext cx="1274145" cy="155448"/>
          </a:xfrm>
          <a:prstGeom prst="rect">
            <a:avLst/>
          </a:prstGeom>
        </p:spPr>
      </p:pic>
      <p:sp>
        <p:nvSpPr>
          <p:cNvPr id="7" name="TextBox 6">
            <a:extLst>
              <a:ext uri="{FF2B5EF4-FFF2-40B4-BE49-F238E27FC236}">
                <a16:creationId xmlns:a16="http://schemas.microsoft.com/office/drawing/2014/main" id="{F0A5A034-04F6-A65E-BF7A-E737D972CB9E}"/>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2870021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6_Agen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F9A7D85-A138-6ED3-1F3F-E151468284FF}"/>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a:off x="0" y="0"/>
            <a:ext cx="5270500" cy="6858000"/>
          </a:xfrm>
          <a:prstGeom prst="rect">
            <a:avLst/>
          </a:prstGeom>
        </p:spPr>
      </p:pic>
      <p:sp>
        <p:nvSpPr>
          <p:cNvPr id="4" name="Rectangle 3">
            <a:extLst>
              <a:ext uri="{FF2B5EF4-FFF2-40B4-BE49-F238E27FC236}">
                <a16:creationId xmlns:a16="http://schemas.microsoft.com/office/drawing/2014/main" id="{6135AA92-4232-99EC-B02E-003EFC8252EE}"/>
              </a:ext>
            </a:extLst>
          </p:cNvPr>
          <p:cNvSpPr>
            <a:spLocks/>
          </p:cNvSpPr>
          <p:nvPr userDrawn="1"/>
        </p:nvSpPr>
        <p:spPr bwMode="gray">
          <a:xfrm>
            <a:off x="0" y="-1"/>
            <a:ext cx="5270500" cy="6857999"/>
          </a:xfrm>
          <a:prstGeom prst="rect">
            <a:avLst/>
          </a:prstGeom>
          <a:gradFill flip="none" rotWithShape="1">
            <a:gsLst>
              <a:gs pos="0">
                <a:srgbClr val="00B0F0"/>
              </a:gs>
              <a:gs pos="100000">
                <a:srgbClr val="0A4B8C"/>
              </a:gs>
              <a:gs pos="58000">
                <a:srgbClr val="0A4B8C">
                  <a:alpha val="79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500" b="1">
              <a:solidFill>
                <a:schemeClr val="bg1"/>
              </a:solidFill>
            </a:endParaRPr>
          </a:p>
        </p:txBody>
      </p:sp>
      <p:sp>
        <p:nvSpPr>
          <p:cNvPr id="20" name="Content Placeholder 8"/>
          <p:cNvSpPr txBox="1">
            <a:spLocks/>
          </p:cNvSpPr>
          <p:nvPr userDrawn="1"/>
        </p:nvSpPr>
        <p:spPr>
          <a:xfrm>
            <a:off x="557932" y="6367487"/>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l"/>
            <a:fld id="{38743595-4496-5147-A886-7D133864DF76}" type="slidenum">
              <a:rPr lang="en-US" sz="1000" b="0" smtClean="0">
                <a:solidFill>
                  <a:schemeClr val="bg1"/>
                </a:solidFill>
                <a:latin typeface="CVS Health Sans Medium" panose="020B0504020202020204" pitchFamily="34" charset="0"/>
                <a:ea typeface="Open Sans" panose="020B0606030504020204" pitchFamily="34" charset="0"/>
                <a:cs typeface="Arial" panose="020B0604020202020204" pitchFamily="34" charset="0"/>
              </a:rPr>
              <a:pPr algn="l"/>
              <a:t>‹#›</a:t>
            </a:fld>
            <a:endParaRPr lang="en-US" sz="1000" b="0">
              <a:solidFill>
                <a:schemeClr val="bg1"/>
              </a:solidFill>
              <a:latin typeface="CVS Health Sans Medium" panose="020B0504020202020204" pitchFamily="34" charset="0"/>
              <a:ea typeface="Open Sans" panose="020B0606030504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E6118871-4A8C-4517-9A46-8863C34DC7FC}"/>
              </a:ext>
            </a:extLst>
          </p:cNvPr>
          <p:cNvSpPr txBox="1"/>
          <p:nvPr userDrawn="1"/>
        </p:nvSpPr>
        <p:spPr>
          <a:xfrm>
            <a:off x="859758" y="6425586"/>
            <a:ext cx="8048816" cy="123111"/>
          </a:xfrm>
          <a:prstGeom prst="rect">
            <a:avLst/>
          </a:prstGeom>
          <a:noFill/>
        </p:spPr>
        <p:txBody>
          <a:bodyPr wrap="square" lIns="0" tIns="0" rIns="0" bIns="0" rtlCol="0" anchor="b">
            <a:spAutoFit/>
          </a:bodyPr>
          <a:lstStyle/>
          <a:p>
            <a:r>
              <a:rPr lang="en-US" sz="800">
                <a:solidFill>
                  <a:schemeClr val="bg1"/>
                </a:solidFill>
                <a:latin typeface="+mn-lt"/>
              </a:rPr>
              <a:t>©2026 CVS Health and/or one of its affiliates. Confidential and proprietary.</a:t>
            </a:r>
          </a:p>
        </p:txBody>
      </p:sp>
      <p:pic>
        <p:nvPicPr>
          <p:cNvPr id="14" name="Graphic 13" descr="CVS Health logo.">
            <a:extLst>
              <a:ext uri="{FF2B5EF4-FFF2-40B4-BE49-F238E27FC236}">
                <a16:creationId xmlns:a16="http://schemas.microsoft.com/office/drawing/2014/main" id="{E4ED132B-CD59-47A6-9E0F-74A5ED67C019}"/>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53707" y="6373368"/>
            <a:ext cx="1274145" cy="155448"/>
          </a:xfrm>
          <a:prstGeom prst="rect">
            <a:avLst/>
          </a:prstGeom>
        </p:spPr>
      </p:pic>
      <p:sp>
        <p:nvSpPr>
          <p:cNvPr id="3" name="Title 1">
            <a:extLst>
              <a:ext uri="{FF2B5EF4-FFF2-40B4-BE49-F238E27FC236}">
                <a16:creationId xmlns:a16="http://schemas.microsoft.com/office/drawing/2014/main" id="{7CD1F70B-0561-EF7E-4389-953EEC3C930A}"/>
              </a:ext>
            </a:extLst>
          </p:cNvPr>
          <p:cNvSpPr>
            <a:spLocks noGrp="1"/>
          </p:cNvSpPr>
          <p:nvPr>
            <p:ph type="title" hasCustomPrompt="1"/>
          </p:nvPr>
        </p:nvSpPr>
        <p:spPr>
          <a:xfrm>
            <a:off x="557931" y="584200"/>
            <a:ext cx="2375771" cy="713232"/>
          </a:xfrm>
        </p:spPr>
        <p:txBody>
          <a:bodyPr/>
          <a:lstStyle>
            <a:lvl1pPr>
              <a:defRPr sz="4797">
                <a:solidFill>
                  <a:schemeClr val="bg1"/>
                </a:solidFill>
              </a:defRPr>
            </a:lvl1pPr>
          </a:lstStyle>
          <a:p>
            <a:r>
              <a:rPr lang="en-US"/>
              <a:t>Agenda</a:t>
            </a:r>
          </a:p>
        </p:txBody>
      </p:sp>
      <p:pic>
        <p:nvPicPr>
          <p:cNvPr id="5" name="Graphic 4" descr="CVS Health logo.">
            <a:extLst>
              <a:ext uri="{FF2B5EF4-FFF2-40B4-BE49-F238E27FC236}">
                <a16:creationId xmlns:a16="http://schemas.microsoft.com/office/drawing/2014/main" id="{E19E38E8-8CE2-3594-0F60-E17D5DDCA817}"/>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383402" y="6393249"/>
            <a:ext cx="1274145" cy="155448"/>
          </a:xfrm>
          <a:prstGeom prst="rect">
            <a:avLst/>
          </a:prstGeom>
        </p:spPr>
      </p:pic>
      <p:sp>
        <p:nvSpPr>
          <p:cNvPr id="7" name="TextBox 6">
            <a:extLst>
              <a:ext uri="{FF2B5EF4-FFF2-40B4-BE49-F238E27FC236}">
                <a16:creationId xmlns:a16="http://schemas.microsoft.com/office/drawing/2014/main" id="{0867E97B-A074-0D03-4108-FD83C41FA99B}"/>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37942801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Agenda">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4C064E0-3E43-2E86-9DC1-26A2B86D01B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a:off x="0" y="0"/>
            <a:ext cx="12192000" cy="1473200"/>
          </a:xfrm>
          <a:prstGeom prst="rect">
            <a:avLst/>
          </a:prstGeom>
        </p:spPr>
      </p:pic>
      <p:sp>
        <p:nvSpPr>
          <p:cNvPr id="6" name="Rectangle 5">
            <a:extLst>
              <a:ext uri="{FF2B5EF4-FFF2-40B4-BE49-F238E27FC236}">
                <a16:creationId xmlns:a16="http://schemas.microsoft.com/office/drawing/2014/main" id="{75343733-C58B-D9A2-C6B7-4E1F4F053BEA}"/>
              </a:ext>
            </a:extLst>
          </p:cNvPr>
          <p:cNvSpPr>
            <a:spLocks/>
          </p:cNvSpPr>
          <p:nvPr userDrawn="1"/>
        </p:nvSpPr>
        <p:spPr bwMode="gray">
          <a:xfrm>
            <a:off x="0" y="1"/>
            <a:ext cx="12192000" cy="1473199"/>
          </a:xfrm>
          <a:prstGeom prst="rect">
            <a:avLst/>
          </a:prstGeom>
          <a:gradFill flip="none" rotWithShape="1">
            <a:gsLst>
              <a:gs pos="0">
                <a:srgbClr val="00B0F0">
                  <a:alpha val="83000"/>
                </a:srgbClr>
              </a:gs>
              <a:gs pos="100000">
                <a:srgbClr val="0A4B8C"/>
              </a:gs>
              <a:gs pos="58000">
                <a:srgbClr val="0A4B8C">
                  <a:alpha val="61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20" name="Content Placeholder 8"/>
          <p:cNvSpPr txBox="1">
            <a:spLocks/>
          </p:cNvSpPr>
          <p:nvPr userDrawn="1"/>
        </p:nvSpPr>
        <p:spPr>
          <a:xfrm>
            <a:off x="557932" y="6367487"/>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l"/>
            <a:fld id="{38743595-4496-5147-A886-7D133864DF76}" type="slidenum">
              <a:rPr lang="en-US" sz="1000" b="0" smtClean="0">
                <a:solidFill>
                  <a:schemeClr val="tx2"/>
                </a:solidFill>
                <a:latin typeface="+mn-lt"/>
                <a:ea typeface="Open Sans" panose="020B0606030504020204" pitchFamily="34" charset="0"/>
                <a:cs typeface="Arial" panose="020B0604020202020204" pitchFamily="34" charset="0"/>
              </a:rPr>
              <a:pPr algn="l"/>
              <a:t>‹#›</a:t>
            </a:fld>
            <a:endParaRPr lang="en-US" sz="1000" b="0">
              <a:solidFill>
                <a:schemeClr val="tx2"/>
              </a:solidFill>
              <a:latin typeface="+mn-lt"/>
              <a:ea typeface="Open Sans" panose="020B0606030504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E6118871-4A8C-4517-9A46-8863C34DC7FC}"/>
              </a:ext>
            </a:extLst>
          </p:cNvPr>
          <p:cNvSpPr txBox="1"/>
          <p:nvPr userDrawn="1"/>
        </p:nvSpPr>
        <p:spPr>
          <a:xfrm>
            <a:off x="859758" y="6425586"/>
            <a:ext cx="8048816" cy="123111"/>
          </a:xfrm>
          <a:prstGeom prst="rect">
            <a:avLst/>
          </a:prstGeom>
          <a:noFill/>
        </p:spPr>
        <p:txBody>
          <a:bodyPr wrap="square" lIns="0" tIns="0" rIns="0" bIns="0" rtlCol="0" anchor="b">
            <a:spAutoFit/>
          </a:bodyPr>
          <a:lstStyle/>
          <a:p>
            <a:r>
              <a:rPr lang="en-US" sz="800">
                <a:solidFill>
                  <a:schemeClr val="tx2"/>
                </a:solidFill>
                <a:latin typeface="+mn-lt"/>
              </a:rPr>
              <a:t>©2026 CVS Health and/or one of its affiliates. Confidential and proprietary.</a:t>
            </a:r>
          </a:p>
        </p:txBody>
      </p:sp>
      <p:pic>
        <p:nvPicPr>
          <p:cNvPr id="14" name="Graphic 13" descr="CVS Health logo.">
            <a:extLst>
              <a:ext uri="{FF2B5EF4-FFF2-40B4-BE49-F238E27FC236}">
                <a16:creationId xmlns:a16="http://schemas.microsoft.com/office/drawing/2014/main" id="{E4ED132B-CD59-47A6-9E0F-74A5ED67C019}"/>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53707" y="6373368"/>
            <a:ext cx="1274145" cy="155448"/>
          </a:xfrm>
          <a:prstGeom prst="rect">
            <a:avLst/>
          </a:prstGeom>
        </p:spPr>
      </p:pic>
      <p:pic>
        <p:nvPicPr>
          <p:cNvPr id="5" name="Graphic 4" descr="CVS Health logo.">
            <a:extLst>
              <a:ext uri="{FF2B5EF4-FFF2-40B4-BE49-F238E27FC236}">
                <a16:creationId xmlns:a16="http://schemas.microsoft.com/office/drawing/2014/main" id="{E19E38E8-8CE2-3594-0F60-E17D5DDCA817}"/>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383402" y="6393249"/>
            <a:ext cx="1274145" cy="155448"/>
          </a:xfrm>
          <a:prstGeom prst="rect">
            <a:avLst/>
          </a:prstGeom>
        </p:spPr>
      </p:pic>
      <p:sp>
        <p:nvSpPr>
          <p:cNvPr id="10" name="Text Placeholder 9">
            <a:extLst>
              <a:ext uri="{FF2B5EF4-FFF2-40B4-BE49-F238E27FC236}">
                <a16:creationId xmlns:a16="http://schemas.microsoft.com/office/drawing/2014/main" id="{0E717C28-0316-CCEA-82AD-7F3DFF8FD0A8}"/>
              </a:ext>
            </a:extLst>
          </p:cNvPr>
          <p:cNvSpPr>
            <a:spLocks noGrp="1"/>
          </p:cNvSpPr>
          <p:nvPr>
            <p:ph type="body" sz="quarter" idx="10"/>
          </p:nvPr>
        </p:nvSpPr>
        <p:spPr>
          <a:xfrm>
            <a:off x="531813" y="571500"/>
            <a:ext cx="11125200" cy="685800"/>
          </a:xfrm>
        </p:spPr>
        <p:txBody>
          <a:bodyPr/>
          <a:lstStyle>
            <a:lvl1pPr>
              <a:spcBef>
                <a:spcPts val="0"/>
              </a:spcBef>
              <a:defRPr lang="en-US" sz="2200" b="1" kern="1200" dirty="0">
                <a:solidFill>
                  <a:schemeClr val="bg1"/>
                </a:solidFill>
                <a:latin typeface="+mj-lt"/>
                <a:ea typeface="+mj-ea"/>
                <a:cs typeface="+mj-cs"/>
              </a:defRPr>
            </a:lvl1pPr>
          </a:lstStyle>
          <a:p>
            <a:pPr lvl="0"/>
            <a:r>
              <a:rPr lang="en-US"/>
              <a:t>Click to edit Master text styles</a:t>
            </a:r>
          </a:p>
        </p:txBody>
      </p:sp>
      <p:sp>
        <p:nvSpPr>
          <p:cNvPr id="3" name="TextBox 2">
            <a:extLst>
              <a:ext uri="{FF2B5EF4-FFF2-40B4-BE49-F238E27FC236}">
                <a16:creationId xmlns:a16="http://schemas.microsoft.com/office/drawing/2014/main" id="{E8731638-E774-C0FB-4E04-D658DAC09588}"/>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11404992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7_Agenda">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4C064E0-3E43-2E86-9DC1-26A2B86D01B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a:off x="0" y="0"/>
            <a:ext cx="12192000" cy="2670890"/>
          </a:xfrm>
          <a:prstGeom prst="rect">
            <a:avLst/>
          </a:prstGeom>
        </p:spPr>
      </p:pic>
      <p:sp>
        <p:nvSpPr>
          <p:cNvPr id="6" name="Rectangle 5">
            <a:extLst>
              <a:ext uri="{FF2B5EF4-FFF2-40B4-BE49-F238E27FC236}">
                <a16:creationId xmlns:a16="http://schemas.microsoft.com/office/drawing/2014/main" id="{75343733-C58B-D9A2-C6B7-4E1F4F053BEA}"/>
              </a:ext>
            </a:extLst>
          </p:cNvPr>
          <p:cNvSpPr>
            <a:spLocks/>
          </p:cNvSpPr>
          <p:nvPr userDrawn="1"/>
        </p:nvSpPr>
        <p:spPr bwMode="gray">
          <a:xfrm>
            <a:off x="0" y="1"/>
            <a:ext cx="12192000" cy="2670888"/>
          </a:xfrm>
          <a:prstGeom prst="rect">
            <a:avLst/>
          </a:prstGeom>
          <a:gradFill flip="none" rotWithShape="1">
            <a:gsLst>
              <a:gs pos="0">
                <a:srgbClr val="00B0F0">
                  <a:alpha val="1000"/>
                </a:srgbClr>
              </a:gs>
              <a:gs pos="100000">
                <a:srgbClr val="0A4B8C"/>
              </a:gs>
              <a:gs pos="58000">
                <a:srgbClr val="0A4B8C">
                  <a:alpha val="61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20" name="Content Placeholder 8"/>
          <p:cNvSpPr txBox="1">
            <a:spLocks/>
          </p:cNvSpPr>
          <p:nvPr userDrawn="1"/>
        </p:nvSpPr>
        <p:spPr>
          <a:xfrm>
            <a:off x="557932" y="6367487"/>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l"/>
            <a:fld id="{38743595-4496-5147-A886-7D133864DF76}" type="slidenum">
              <a:rPr lang="en-US" sz="1000" b="0" smtClean="0">
                <a:solidFill>
                  <a:schemeClr val="tx2"/>
                </a:solidFill>
                <a:latin typeface="CVS Health Sans Medium" panose="020B0504020202020204" pitchFamily="34" charset="0"/>
                <a:ea typeface="Open Sans" panose="020B0606030504020204" pitchFamily="34" charset="0"/>
                <a:cs typeface="Arial" panose="020B0604020202020204" pitchFamily="34" charset="0"/>
              </a:rPr>
              <a:pPr algn="l"/>
              <a:t>‹#›</a:t>
            </a:fld>
            <a:endParaRPr lang="en-US" sz="1000" b="0">
              <a:solidFill>
                <a:schemeClr val="tx2"/>
              </a:solidFill>
              <a:latin typeface="CVS Health Sans Medium" panose="020B0504020202020204" pitchFamily="34" charset="0"/>
              <a:ea typeface="Open Sans" panose="020B0606030504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E6118871-4A8C-4517-9A46-8863C34DC7FC}"/>
              </a:ext>
            </a:extLst>
          </p:cNvPr>
          <p:cNvSpPr txBox="1"/>
          <p:nvPr userDrawn="1"/>
        </p:nvSpPr>
        <p:spPr>
          <a:xfrm>
            <a:off x="859758" y="6425586"/>
            <a:ext cx="8048816" cy="123111"/>
          </a:xfrm>
          <a:prstGeom prst="rect">
            <a:avLst/>
          </a:prstGeom>
          <a:noFill/>
        </p:spPr>
        <p:txBody>
          <a:bodyPr wrap="square" lIns="0" tIns="0" rIns="0" bIns="0" rtlCol="0" anchor="b">
            <a:spAutoFit/>
          </a:bodyPr>
          <a:lstStyle/>
          <a:p>
            <a:r>
              <a:rPr lang="en-US" sz="800">
                <a:solidFill>
                  <a:schemeClr val="tx2"/>
                </a:solidFill>
                <a:latin typeface="+mn-lt"/>
              </a:rPr>
              <a:t>©2026 CVS Health and/or one of its affiliates. Confidential and proprietary.</a:t>
            </a:r>
          </a:p>
        </p:txBody>
      </p:sp>
      <p:pic>
        <p:nvPicPr>
          <p:cNvPr id="14" name="Graphic 13" descr="CVS Health logo.">
            <a:extLst>
              <a:ext uri="{FF2B5EF4-FFF2-40B4-BE49-F238E27FC236}">
                <a16:creationId xmlns:a16="http://schemas.microsoft.com/office/drawing/2014/main" id="{E4ED132B-CD59-47A6-9E0F-74A5ED67C019}"/>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353707" y="6373368"/>
            <a:ext cx="1274145" cy="155448"/>
          </a:xfrm>
          <a:prstGeom prst="rect">
            <a:avLst/>
          </a:prstGeom>
        </p:spPr>
      </p:pic>
      <p:pic>
        <p:nvPicPr>
          <p:cNvPr id="5" name="Graphic 4" descr="CVS Health logo.">
            <a:extLst>
              <a:ext uri="{FF2B5EF4-FFF2-40B4-BE49-F238E27FC236}">
                <a16:creationId xmlns:a16="http://schemas.microsoft.com/office/drawing/2014/main" id="{E19E38E8-8CE2-3594-0F60-E17D5DDCA817}"/>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383402" y="6393249"/>
            <a:ext cx="1274145" cy="155448"/>
          </a:xfrm>
          <a:prstGeom prst="rect">
            <a:avLst/>
          </a:prstGeom>
        </p:spPr>
      </p:pic>
      <p:sp>
        <p:nvSpPr>
          <p:cNvPr id="3" name="TextBox 2">
            <a:extLst>
              <a:ext uri="{FF2B5EF4-FFF2-40B4-BE49-F238E27FC236}">
                <a16:creationId xmlns:a16="http://schemas.microsoft.com/office/drawing/2014/main" id="{C941753D-406C-3BCB-14DB-4565EA754521}"/>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40584117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Content without Header">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ECE1894-1D65-F7FC-3906-E3CE863A6F09}"/>
              </a:ext>
            </a:extLst>
          </p:cNvPr>
          <p:cNvCxnSpPr>
            <a:cxnSpLocks/>
            <a:endCxn id="40" idx="3"/>
          </p:cNvCxnSpPr>
          <p:nvPr userDrawn="1"/>
        </p:nvCxnSpPr>
        <p:spPr>
          <a:xfrm flipH="1">
            <a:off x="4217158" y="6472596"/>
            <a:ext cx="7082434" cy="0"/>
          </a:xfrm>
          <a:prstGeom prst="line">
            <a:avLst/>
          </a:prstGeom>
          <a:solidFill>
            <a:schemeClr val="bg1"/>
          </a:solidFill>
          <a:ln w="229" cap="flat">
            <a:solidFill>
              <a:schemeClr val="bg2"/>
            </a:solidFill>
            <a:prstDash val="solid"/>
            <a:miter/>
          </a:ln>
        </p:spPr>
      </p:cxnSp>
      <p:sp>
        <p:nvSpPr>
          <p:cNvPr id="2" name="Graphic 14">
            <a:extLst>
              <a:ext uri="{FF2B5EF4-FFF2-40B4-BE49-F238E27FC236}">
                <a16:creationId xmlns:a16="http://schemas.microsoft.com/office/drawing/2014/main" id="{9FCC35A8-B0EA-F08C-4213-D6DE42E8B749}"/>
              </a:ext>
            </a:extLst>
          </p:cNvPr>
          <p:cNvSpPr/>
          <p:nvPr userDrawn="1"/>
        </p:nvSpPr>
        <p:spPr>
          <a:xfrm>
            <a:off x="11234841" y="6332325"/>
            <a:ext cx="283884" cy="228602"/>
          </a:xfrm>
          <a:custGeom>
            <a:avLst/>
            <a:gdLst>
              <a:gd name="csX0" fmla="*/ 663690 w 687213"/>
              <a:gd name="csY0" fmla="*/ 136856 h 570182"/>
              <a:gd name="csX1" fmla="*/ 550341 w 687213"/>
              <a:gd name="csY1" fmla="*/ 23557 h 570182"/>
              <a:gd name="csX2" fmla="*/ 433152 w 687213"/>
              <a:gd name="csY2" fmla="*/ 27358 h 570182"/>
              <a:gd name="csX3" fmla="*/ 433152 w 687213"/>
              <a:gd name="csY3" fmla="*/ 27358 h 570182"/>
              <a:gd name="csX4" fmla="*/ 343633 w 687213"/>
              <a:gd name="csY4" fmla="*/ 116834 h 570182"/>
              <a:gd name="csX5" fmla="*/ 250298 w 687213"/>
              <a:gd name="csY5" fmla="*/ 23539 h 570182"/>
              <a:gd name="csX6" fmla="*/ 245886 w 687213"/>
              <a:gd name="csY6" fmla="*/ 19432 h 570182"/>
              <a:gd name="csX7" fmla="*/ 230321 w 687213"/>
              <a:gd name="csY7" fmla="*/ 8895 h 570182"/>
              <a:gd name="csX8" fmla="*/ 152789 w 687213"/>
              <a:gd name="csY8" fmla="*/ 11084 h 570182"/>
              <a:gd name="csX9" fmla="*/ 117090 w 687213"/>
              <a:gd name="csY9" fmla="*/ 43238 h 570182"/>
              <a:gd name="csX10" fmla="*/ 117090 w 687213"/>
              <a:gd name="csY10" fmla="*/ 43238 h 570182"/>
              <a:gd name="csX11" fmla="*/ 91982 w 687213"/>
              <a:gd name="csY11" fmla="*/ 68335 h 570182"/>
              <a:gd name="csX12" fmla="*/ 31101 w 687213"/>
              <a:gd name="csY12" fmla="*/ 129175 h 570182"/>
              <a:gd name="csX13" fmla="*/ 1970 w 687213"/>
              <a:gd name="csY13" fmla="*/ 175746 h 570182"/>
              <a:gd name="csX14" fmla="*/ 13715 w 687213"/>
              <a:gd name="csY14" fmla="*/ 238345 h 570182"/>
              <a:gd name="csX15" fmla="*/ 43780 w 687213"/>
              <a:gd name="csY15" fmla="*/ 270460 h 570182"/>
              <a:gd name="csX16" fmla="*/ 43780 w 687213"/>
              <a:gd name="csY16" fmla="*/ 270460 h 570182"/>
              <a:gd name="csX17" fmla="*/ 179574 w 687213"/>
              <a:gd name="csY17" fmla="*/ 406194 h 570182"/>
              <a:gd name="csX18" fmla="*/ 343636 w 687213"/>
              <a:gd name="csY18" fmla="*/ 570182 h 570182"/>
              <a:gd name="csX19" fmla="*/ 430733 w 687213"/>
              <a:gd name="csY19" fmla="*/ 483126 h 570182"/>
              <a:gd name="csX20" fmla="*/ 507603 w 687213"/>
              <a:gd name="csY20" fmla="*/ 406297 h 570182"/>
              <a:gd name="csX21" fmla="*/ 507603 w 687213"/>
              <a:gd name="csY21" fmla="*/ 406297 h 570182"/>
              <a:gd name="csX22" fmla="*/ 580249 w 687213"/>
              <a:gd name="csY22" fmla="*/ 333685 h 570182"/>
              <a:gd name="csX23" fmla="*/ 615606 w 687213"/>
              <a:gd name="csY23" fmla="*/ 298347 h 570182"/>
              <a:gd name="csX24" fmla="*/ 615606 w 687213"/>
              <a:gd name="csY24" fmla="*/ 298347 h 570182"/>
              <a:gd name="csX25" fmla="*/ 663759 w 687213"/>
              <a:gd name="csY25" fmla="*/ 250219 h 570182"/>
              <a:gd name="csX26" fmla="*/ 663690 w 687213"/>
              <a:gd name="csY26" fmla="*/ 136861 h 5701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687213" h="570182">
                <a:moveTo>
                  <a:pt x="663690" y="136856"/>
                </a:moveTo>
                <a:cubicBezTo>
                  <a:pt x="654507" y="127753"/>
                  <a:pt x="562141" y="35296"/>
                  <a:pt x="550341" y="23557"/>
                </a:cubicBezTo>
                <a:cubicBezTo>
                  <a:pt x="517607" y="-9533"/>
                  <a:pt x="463912" y="-7173"/>
                  <a:pt x="433152" y="27358"/>
                </a:cubicBezTo>
                <a:cubicBezTo>
                  <a:pt x="433152" y="27358"/>
                  <a:pt x="433152" y="27358"/>
                  <a:pt x="433152" y="27358"/>
                </a:cubicBezTo>
                <a:cubicBezTo>
                  <a:pt x="411391" y="49110"/>
                  <a:pt x="365104" y="95375"/>
                  <a:pt x="343633" y="116834"/>
                </a:cubicBezTo>
                <a:cubicBezTo>
                  <a:pt x="343629" y="116825"/>
                  <a:pt x="250303" y="23548"/>
                  <a:pt x="250298" y="23539"/>
                </a:cubicBezTo>
                <a:cubicBezTo>
                  <a:pt x="248875" y="22117"/>
                  <a:pt x="247407" y="20743"/>
                  <a:pt x="245886" y="19432"/>
                </a:cubicBezTo>
                <a:cubicBezTo>
                  <a:pt x="241137" y="15320"/>
                  <a:pt x="235899" y="11780"/>
                  <a:pt x="230321" y="8895"/>
                </a:cubicBezTo>
                <a:cubicBezTo>
                  <a:pt x="206245" y="-3697"/>
                  <a:pt x="176088" y="-2877"/>
                  <a:pt x="152789" y="11084"/>
                </a:cubicBezTo>
                <a:cubicBezTo>
                  <a:pt x="141255" y="17140"/>
                  <a:pt x="126544" y="34323"/>
                  <a:pt x="117090" y="43238"/>
                </a:cubicBezTo>
                <a:cubicBezTo>
                  <a:pt x="117090" y="43238"/>
                  <a:pt x="117090" y="43238"/>
                  <a:pt x="117090" y="43238"/>
                </a:cubicBezTo>
                <a:cubicBezTo>
                  <a:pt x="113860" y="46466"/>
                  <a:pt x="94660" y="65659"/>
                  <a:pt x="91982" y="68335"/>
                </a:cubicBezTo>
                <a:cubicBezTo>
                  <a:pt x="91982" y="68335"/>
                  <a:pt x="31101" y="129175"/>
                  <a:pt x="31101" y="129175"/>
                </a:cubicBezTo>
                <a:cubicBezTo>
                  <a:pt x="17219" y="141648"/>
                  <a:pt x="5443" y="157958"/>
                  <a:pt x="1970" y="175746"/>
                </a:cubicBezTo>
                <a:cubicBezTo>
                  <a:pt x="-2907" y="197075"/>
                  <a:pt x="1368" y="220242"/>
                  <a:pt x="13715" y="238345"/>
                </a:cubicBezTo>
                <a:cubicBezTo>
                  <a:pt x="21354" y="249626"/>
                  <a:pt x="34409" y="260558"/>
                  <a:pt x="43780" y="270460"/>
                </a:cubicBezTo>
                <a:lnTo>
                  <a:pt x="43780" y="270460"/>
                </a:lnTo>
                <a:cubicBezTo>
                  <a:pt x="73436" y="300103"/>
                  <a:pt x="149028" y="375661"/>
                  <a:pt x="179574" y="406194"/>
                </a:cubicBezTo>
                <a:cubicBezTo>
                  <a:pt x="225783" y="452380"/>
                  <a:pt x="297393" y="523959"/>
                  <a:pt x="343636" y="570182"/>
                </a:cubicBezTo>
                <a:cubicBezTo>
                  <a:pt x="363274" y="550557"/>
                  <a:pt x="410561" y="503290"/>
                  <a:pt x="430733" y="483126"/>
                </a:cubicBezTo>
                <a:cubicBezTo>
                  <a:pt x="445575" y="468292"/>
                  <a:pt x="493602" y="420290"/>
                  <a:pt x="507603" y="406297"/>
                </a:cubicBezTo>
                <a:cubicBezTo>
                  <a:pt x="507603" y="406297"/>
                  <a:pt x="507603" y="406297"/>
                  <a:pt x="507603" y="406297"/>
                </a:cubicBezTo>
                <a:cubicBezTo>
                  <a:pt x="527942" y="385971"/>
                  <a:pt x="559985" y="353950"/>
                  <a:pt x="580249" y="333685"/>
                </a:cubicBezTo>
                <a:cubicBezTo>
                  <a:pt x="581687" y="332247"/>
                  <a:pt x="615166" y="298786"/>
                  <a:pt x="615606" y="298347"/>
                </a:cubicBezTo>
                <a:cubicBezTo>
                  <a:pt x="615606" y="298347"/>
                  <a:pt x="615606" y="298347"/>
                  <a:pt x="615606" y="298347"/>
                </a:cubicBezTo>
                <a:cubicBezTo>
                  <a:pt x="624322" y="289697"/>
                  <a:pt x="654525" y="259402"/>
                  <a:pt x="663759" y="250219"/>
                </a:cubicBezTo>
                <a:cubicBezTo>
                  <a:pt x="695089" y="218914"/>
                  <a:pt x="694998" y="168154"/>
                  <a:pt x="663690" y="136861"/>
                </a:cubicBezTo>
                <a:close/>
              </a:path>
            </a:pathLst>
          </a:custGeom>
          <a:solidFill>
            <a:schemeClr val="bg1"/>
          </a:solidFill>
          <a:ln w="229" cap="flat">
            <a:solidFill>
              <a:schemeClr val="bg2"/>
            </a:solidFill>
            <a:prstDash val="solid"/>
            <a:miter/>
          </a:ln>
        </p:spPr>
        <p:txBody>
          <a:bodyPr/>
          <a:lstStyle/>
          <a:p>
            <a:endParaRPr lang="en-US" sz="1500"/>
          </a:p>
        </p:txBody>
      </p:sp>
      <p:sp>
        <p:nvSpPr>
          <p:cNvPr id="38" name="Title 1">
            <a:extLst>
              <a:ext uri="{FF2B5EF4-FFF2-40B4-BE49-F238E27FC236}">
                <a16:creationId xmlns:a16="http://schemas.microsoft.com/office/drawing/2014/main" id="{0C7CB2C1-D45A-553D-7C4D-8C6E6C18A8AB}"/>
              </a:ext>
            </a:extLst>
          </p:cNvPr>
          <p:cNvSpPr>
            <a:spLocks noGrp="1"/>
          </p:cNvSpPr>
          <p:nvPr>
            <p:ph type="title" hasCustomPrompt="1"/>
          </p:nvPr>
        </p:nvSpPr>
        <p:spPr>
          <a:xfrm>
            <a:off x="587376" y="594870"/>
            <a:ext cx="10396058" cy="633431"/>
          </a:xfrm>
        </p:spPr>
        <p:txBody>
          <a:bodyPr/>
          <a:lstStyle>
            <a:lvl1pPr>
              <a:defRPr sz="2799">
                <a:solidFill>
                  <a:srgbClr val="0B315E"/>
                </a:solidFill>
              </a:defRPr>
            </a:lvl1pPr>
          </a:lstStyle>
          <a:p>
            <a:r>
              <a:rPr lang="en-US"/>
              <a:t>Title</a:t>
            </a:r>
          </a:p>
        </p:txBody>
      </p:sp>
      <p:sp>
        <p:nvSpPr>
          <p:cNvPr id="39" name="Content Placeholder 2">
            <a:extLst>
              <a:ext uri="{FF2B5EF4-FFF2-40B4-BE49-F238E27FC236}">
                <a16:creationId xmlns:a16="http://schemas.microsoft.com/office/drawing/2014/main" id="{6B860B51-E631-5FCC-145D-3A2392DEE379}"/>
              </a:ext>
            </a:extLst>
          </p:cNvPr>
          <p:cNvSpPr>
            <a:spLocks noGrp="1"/>
          </p:cNvSpPr>
          <p:nvPr>
            <p:ph idx="1" hasCustomPrompt="1"/>
          </p:nvPr>
        </p:nvSpPr>
        <p:spPr bwMode="gray">
          <a:xfrm>
            <a:off x="587376" y="1494292"/>
            <a:ext cx="10396058" cy="4576307"/>
          </a:xfrm>
        </p:spPr>
        <p:txBody>
          <a:bodyPr/>
          <a:lstStyle>
            <a:lvl1pPr>
              <a:lnSpc>
                <a:spcPct val="100000"/>
              </a:lnSpc>
              <a:buClr>
                <a:schemeClr val="tx1"/>
              </a:buClr>
              <a:defRPr sz="1797" b="1" cap="none" baseline="0">
                <a:solidFill>
                  <a:schemeClr val="tx2"/>
                </a:solidFill>
                <a:latin typeface="+mn-lt"/>
              </a:defRPr>
            </a:lvl1pPr>
            <a:lvl2pPr marL="0" indent="0">
              <a:buClr>
                <a:schemeClr val="tx1"/>
              </a:buClr>
              <a:buNone/>
              <a:defRPr sz="1300" baseline="0">
                <a:solidFill>
                  <a:schemeClr val="tx2"/>
                </a:solidFill>
              </a:defRPr>
            </a:lvl2pPr>
            <a:lvl3pPr marL="171297" indent="-171297">
              <a:spcBef>
                <a:spcPts val="1200"/>
              </a:spcBef>
              <a:buClr>
                <a:schemeClr val="tx1"/>
              </a:buClr>
              <a:buFont typeface="Arial" panose="020B0604020202020204" pitchFamily="34" charset="0"/>
              <a:buChar char="•"/>
              <a:defRPr sz="1300" baseline="0">
                <a:solidFill>
                  <a:schemeClr val="tx2"/>
                </a:solidFill>
              </a:defRPr>
            </a:lvl3pPr>
            <a:lvl4pPr marL="342591" indent="-171297">
              <a:buClr>
                <a:schemeClr val="tx1"/>
              </a:buClr>
              <a:buFont typeface="Arial" panose="020B0604020202020204" pitchFamily="34" charset="0"/>
              <a:buChar char="–"/>
              <a:defRPr sz="1300" baseline="0">
                <a:solidFill>
                  <a:schemeClr val="tx2"/>
                </a:solidFill>
              </a:defRPr>
            </a:lvl4pPr>
            <a:lvl5pPr marL="515473" indent="-172882">
              <a:buClr>
                <a:schemeClr val="tx1"/>
              </a:buClr>
              <a:buFont typeface="Arial" panose="020B0604020202020204" pitchFamily="34" charset="0"/>
              <a:buChar char="•"/>
              <a:defRPr sz="1300">
                <a:solidFill>
                  <a:schemeClr val="tx2"/>
                </a:solidFill>
              </a:defRPr>
            </a:lvl5pPr>
            <a:lvl6pPr marL="686770" indent="-171297">
              <a:buClr>
                <a:schemeClr val="tx1"/>
              </a:buClr>
              <a:buFont typeface="Arial" panose="020B0604020202020204" pitchFamily="34" charset="0"/>
              <a:buChar char="–"/>
              <a:defRPr sz="1300" baseline="0">
                <a:solidFill>
                  <a:schemeClr val="tx2"/>
                </a:solidFill>
              </a:defRPr>
            </a:lvl6pPr>
            <a:lvl7pPr marL="859651" indent="-172882">
              <a:buFont typeface="Arial" panose="020B0604020202020204" pitchFamily="34" charset="0"/>
              <a:buChar char="•"/>
              <a:defRPr sz="1300"/>
            </a:lvl7pPr>
            <a:lvl8pPr marL="1030947" indent="-171297">
              <a:buFont typeface="Arial" panose="020B0604020202020204" pitchFamily="34" charset="0"/>
              <a:buChar char="–"/>
              <a:defRPr sz="1300"/>
            </a:lvl8pPr>
            <a:lvl9pPr marL="1202242" indent="-171297">
              <a:buFont typeface="Arial" panose="020B0604020202020204" pitchFamily="34" charset="0"/>
              <a:buChar char="•"/>
              <a:defRPr sz="1300" baseline="0"/>
            </a:lvl9pPr>
          </a:lstStyle>
          <a:p>
            <a:pPr lvl="0"/>
            <a:r>
              <a:rPr lang="en-US"/>
              <a:t>Click to add header</a:t>
            </a:r>
          </a:p>
          <a:p>
            <a:pPr lvl="1"/>
            <a:r>
              <a:rPr lang="en-US"/>
              <a:t>Body text</a:t>
            </a:r>
          </a:p>
          <a:p>
            <a:pPr lvl="2"/>
            <a:r>
              <a:rPr lang="en-US"/>
              <a:t>First-level bullet</a:t>
            </a:r>
          </a:p>
          <a:p>
            <a:pPr lvl="3"/>
            <a:r>
              <a:rPr lang="en-US"/>
              <a:t>Second-level bullet</a:t>
            </a:r>
          </a:p>
          <a:p>
            <a:pPr lvl="4"/>
            <a:r>
              <a:rPr lang="en-US"/>
              <a:t>Third-level bullet</a:t>
            </a:r>
          </a:p>
          <a:p>
            <a:pPr lvl="5"/>
            <a:r>
              <a:rPr lang="en-US"/>
              <a:t>Fourth-level bullet</a:t>
            </a:r>
          </a:p>
          <a:p>
            <a:pPr lvl="6"/>
            <a:r>
              <a:rPr lang="en-US"/>
              <a:t>Fifth-level bullet</a:t>
            </a:r>
          </a:p>
          <a:p>
            <a:pPr lvl="7"/>
            <a:r>
              <a:rPr lang="en-US"/>
              <a:t>Sixth-level bullet</a:t>
            </a:r>
          </a:p>
          <a:p>
            <a:pPr lvl="8"/>
            <a:r>
              <a:rPr lang="en-US"/>
              <a:t>Seventh-level bullet</a:t>
            </a:r>
          </a:p>
        </p:txBody>
      </p:sp>
      <p:sp>
        <p:nvSpPr>
          <p:cNvPr id="40" name="TextBox 39">
            <a:extLst>
              <a:ext uri="{FF2B5EF4-FFF2-40B4-BE49-F238E27FC236}">
                <a16:creationId xmlns:a16="http://schemas.microsoft.com/office/drawing/2014/main" id="{20CAAC85-FE49-0686-4CD3-F9B4FBD6CDFE}"/>
              </a:ext>
            </a:extLst>
          </p:cNvPr>
          <p:cNvSpPr txBox="1"/>
          <p:nvPr userDrawn="1"/>
        </p:nvSpPr>
        <p:spPr>
          <a:xfrm>
            <a:off x="587375" y="6411041"/>
            <a:ext cx="3629783" cy="123111"/>
          </a:xfrm>
          <a:prstGeom prst="rect">
            <a:avLst/>
          </a:prstGeom>
          <a:noFill/>
        </p:spPr>
        <p:txBody>
          <a:bodyPr wrap="square" lIns="0" tIns="0" rIns="0" bIns="0" rtlCol="0" anchor="b">
            <a:spAutoFit/>
          </a:bodyPr>
          <a:lstStyle/>
          <a:p>
            <a:r>
              <a:rPr lang="en-US" sz="800">
                <a:solidFill>
                  <a:srgbClr val="646464"/>
                </a:solidFill>
                <a:latin typeface="+mn-lt"/>
              </a:rPr>
              <a:t>©2026 CVS Health and/or one of its affiliates. Confidential and proprietary.</a:t>
            </a:r>
          </a:p>
        </p:txBody>
      </p:sp>
      <p:grpSp>
        <p:nvGrpSpPr>
          <p:cNvPr id="43" name="Group 42">
            <a:extLst>
              <a:ext uri="{FF2B5EF4-FFF2-40B4-BE49-F238E27FC236}">
                <a16:creationId xmlns:a16="http://schemas.microsoft.com/office/drawing/2014/main" id="{99BB8A31-1E30-EEAC-DFB0-109EFF4EA290}"/>
              </a:ext>
            </a:extLst>
          </p:cNvPr>
          <p:cNvGrpSpPr/>
          <p:nvPr userDrawn="1"/>
        </p:nvGrpSpPr>
        <p:grpSpPr>
          <a:xfrm>
            <a:off x="219828" y="2"/>
            <a:ext cx="167558" cy="1228299"/>
            <a:chOff x="536850" y="5638963"/>
            <a:chExt cx="167558" cy="1228299"/>
          </a:xfrm>
        </p:grpSpPr>
        <p:pic>
          <p:nvPicPr>
            <p:cNvPr id="44" name="Graphic 43">
              <a:extLst>
                <a:ext uri="{FF2B5EF4-FFF2-40B4-BE49-F238E27FC236}">
                  <a16:creationId xmlns:a16="http://schemas.microsoft.com/office/drawing/2014/main" id="{6E9E99BC-9F14-9883-064F-B53361C1BD9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850" y="6728262"/>
              <a:ext cx="167558" cy="139000"/>
            </a:xfrm>
            <a:prstGeom prst="rect">
              <a:avLst/>
            </a:prstGeom>
          </p:spPr>
        </p:pic>
        <p:cxnSp>
          <p:nvCxnSpPr>
            <p:cNvPr id="45" name="Straight Connector 44">
              <a:extLst>
                <a:ext uri="{FF2B5EF4-FFF2-40B4-BE49-F238E27FC236}">
                  <a16:creationId xmlns:a16="http://schemas.microsoft.com/office/drawing/2014/main" id="{58DF05CE-98E7-C963-C785-DDC8A0269B21}"/>
                </a:ext>
              </a:extLst>
            </p:cNvPr>
            <p:cNvCxnSpPr>
              <a:cxnSpLocks/>
              <a:endCxn id="44" idx="0"/>
            </p:cNvCxnSpPr>
            <p:nvPr/>
          </p:nvCxnSpPr>
          <p:spPr>
            <a:xfrm>
              <a:off x="620629" y="5638963"/>
              <a:ext cx="0" cy="1089299"/>
            </a:xfrm>
            <a:prstGeom prst="line">
              <a:avLst/>
            </a:prstGeom>
            <a:ln w="12700" cmpd="sng">
              <a:solidFill>
                <a:srgbClr val="CC0000"/>
              </a:solidFill>
            </a:ln>
          </p:spPr>
          <p:style>
            <a:lnRef idx="1">
              <a:schemeClr val="accent1"/>
            </a:lnRef>
            <a:fillRef idx="0">
              <a:schemeClr val="accent1"/>
            </a:fillRef>
            <a:effectRef idx="0">
              <a:schemeClr val="accent1"/>
            </a:effectRef>
            <a:fontRef idx="minor">
              <a:schemeClr val="tx1"/>
            </a:fontRef>
          </p:style>
        </p:cxnSp>
      </p:grpSp>
      <p:sp>
        <p:nvSpPr>
          <p:cNvPr id="3" name="Content Placeholder 8">
            <a:extLst>
              <a:ext uri="{FF2B5EF4-FFF2-40B4-BE49-F238E27FC236}">
                <a16:creationId xmlns:a16="http://schemas.microsoft.com/office/drawing/2014/main" id="{5F505027-3A99-DEEE-B85F-71A3E0A39572}"/>
              </a:ext>
            </a:extLst>
          </p:cNvPr>
          <p:cNvSpPr txBox="1">
            <a:spLocks/>
          </p:cNvSpPr>
          <p:nvPr userDrawn="1"/>
        </p:nvSpPr>
        <p:spPr>
          <a:xfrm>
            <a:off x="11200555" y="6332324"/>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fld id="{38743595-4496-5147-A886-7D133864DF76}" type="slidenum">
              <a:rPr lang="en-US" sz="800" b="0" smtClean="0">
                <a:solidFill>
                  <a:srgbClr val="646464"/>
                </a:solidFill>
                <a:latin typeface="CVS Health Sans Medium" panose="020B0504020202020204" pitchFamily="34" charset="0"/>
                <a:ea typeface="Open Sans" panose="020B0606030504020204" pitchFamily="34" charset="0"/>
                <a:cs typeface="Arial" panose="020B0604020202020204" pitchFamily="34" charset="0"/>
              </a:rPr>
              <a:pPr algn="ctr"/>
              <a:t>‹#›</a:t>
            </a:fld>
            <a:endParaRPr lang="en-US" sz="1000" b="0">
              <a:solidFill>
                <a:srgbClr val="646464"/>
              </a:solidFill>
              <a:latin typeface="CVS Health Sans Medium" panose="020B0504020202020204" pitchFamily="34" charset="0"/>
              <a:ea typeface="Open Sans" panose="020B0606030504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D8431D0F-2E17-1439-350F-4724C8BA4E8F}"/>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1473200"/>
          </a:xfrm>
          <a:prstGeom prst="rect">
            <a:avLst/>
          </a:prstGeom>
        </p:spPr>
      </p:pic>
      <p:sp>
        <p:nvSpPr>
          <p:cNvPr id="8" name="Rectangle 7">
            <a:extLst>
              <a:ext uri="{FF2B5EF4-FFF2-40B4-BE49-F238E27FC236}">
                <a16:creationId xmlns:a16="http://schemas.microsoft.com/office/drawing/2014/main" id="{569A9860-D17F-1250-4A68-648408367AB9}"/>
              </a:ext>
            </a:extLst>
          </p:cNvPr>
          <p:cNvSpPr>
            <a:spLocks/>
          </p:cNvSpPr>
          <p:nvPr userDrawn="1"/>
        </p:nvSpPr>
        <p:spPr bwMode="gray">
          <a:xfrm>
            <a:off x="0" y="1"/>
            <a:ext cx="12192000" cy="1473199"/>
          </a:xfrm>
          <a:prstGeom prst="rect">
            <a:avLst/>
          </a:prstGeom>
          <a:gradFill flip="none" rotWithShape="1">
            <a:gsLst>
              <a:gs pos="0">
                <a:srgbClr val="00B0F0">
                  <a:alpha val="83000"/>
                </a:srgbClr>
              </a:gs>
              <a:gs pos="100000">
                <a:srgbClr val="0A4B8C"/>
              </a:gs>
              <a:gs pos="58000">
                <a:srgbClr val="0A4B8C">
                  <a:alpha val="61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7" name="TextBox 6">
            <a:extLst>
              <a:ext uri="{FF2B5EF4-FFF2-40B4-BE49-F238E27FC236}">
                <a16:creationId xmlns:a16="http://schemas.microsoft.com/office/drawing/2014/main" id="{1F9FC096-04F2-0401-8246-9722B79957FB}"/>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5606954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itle and Content without Header">
    <p:spTree>
      <p:nvGrpSpPr>
        <p:cNvPr id="1" name=""/>
        <p:cNvGrpSpPr/>
        <p:nvPr/>
      </p:nvGrpSpPr>
      <p:grpSpPr>
        <a:xfrm>
          <a:off x="0" y="0"/>
          <a:ext cx="0" cy="0"/>
          <a:chOff x="0" y="0"/>
          <a:chExt cx="0" cy="0"/>
        </a:xfrm>
      </p:grpSpPr>
      <p:graphicFrame>
        <p:nvGraphicFramePr>
          <p:cNvPr id="17" name="thinkcell data - do not delete" hidden="1">
            <a:extLst>
              <a:ext uri="{FF2B5EF4-FFF2-40B4-BE49-F238E27FC236}">
                <a16:creationId xmlns:a16="http://schemas.microsoft.com/office/drawing/2014/main" id="{4F8D3137-93BC-F30F-CD06-6320E48A1D83}"/>
              </a:ext>
            </a:extLst>
          </p:cNvPr>
          <p:cNvGraphicFramePr>
            <a:graphicFrameLocks/>
          </p:cNvGraphicFramePr>
          <p:nvPr userDrawn="1">
            <p:custDataLst>
              <p:tags r:id="rId1"/>
            </p:custDataLst>
            <p:extLst>
              <p:ext uri="{D42A27DB-BD31-4B8C-83A1-F6EECF244321}">
                <p14:modId xmlns:p14="http://schemas.microsoft.com/office/powerpoint/2010/main" val="1744442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608" imgH="608" progId="TCLayout.ActiveDocument.1">
                  <p:embed/>
                </p:oleObj>
              </mc:Choice>
              <mc:Fallback>
                <p:oleObj name="thinkcell Slide" r:id="rId3" imgW="608" imgH="608" progId="TCLayout.ActiveDocument.1">
                  <p:embed/>
                  <p:pic>
                    <p:nvPicPr>
                      <p:cNvPr id="17" name="thinkcell data - do not delete" hidden="1">
                        <a:extLst>
                          <a:ext uri="{FF2B5EF4-FFF2-40B4-BE49-F238E27FC236}">
                            <a16:creationId xmlns:a16="http://schemas.microsoft.com/office/drawing/2014/main" id="{4F8D3137-93BC-F30F-CD06-6320E48A1D8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74AA67E-0D06-BA19-490B-5CBCCAF6B490}"/>
              </a:ext>
            </a:extLst>
          </p:cNvPr>
          <p:cNvPicPr preferRelativeResize="0">
            <a:picLocks/>
          </p:cNvPicPr>
          <p:nvPr userDrawn="1"/>
        </p:nvPicPr>
        <p:blipFill rotWithShape="1">
          <a:blip r:embed="rId5" cstate="print">
            <a:extLst>
              <a:ext uri="{28A0092B-C50C-407E-A947-70E740481C1C}">
                <a14:useLocalDpi xmlns:a14="http://schemas.microsoft.com/office/drawing/2010/main" val="0"/>
              </a:ext>
            </a:extLst>
          </a:blip>
          <a:srcRect/>
          <a:stretch>
            <a:fillRect/>
          </a:stretch>
        </p:blipFill>
        <p:spPr>
          <a:xfrm>
            <a:off x="0" y="0"/>
            <a:ext cx="12192000" cy="1335024"/>
          </a:xfrm>
          <a:prstGeom prst="rect">
            <a:avLst/>
          </a:prstGeom>
        </p:spPr>
      </p:pic>
      <p:sp>
        <p:nvSpPr>
          <p:cNvPr id="14" name="Rectangle 13">
            <a:extLst>
              <a:ext uri="{FF2B5EF4-FFF2-40B4-BE49-F238E27FC236}">
                <a16:creationId xmlns:a16="http://schemas.microsoft.com/office/drawing/2014/main" id="{A0047F93-FA9B-8FC1-6250-7CE5A58E6FF8}"/>
              </a:ext>
            </a:extLst>
          </p:cNvPr>
          <p:cNvSpPr>
            <a:spLocks/>
          </p:cNvSpPr>
          <p:nvPr userDrawn="1"/>
        </p:nvSpPr>
        <p:spPr bwMode="gray">
          <a:xfrm>
            <a:off x="0" y="1"/>
            <a:ext cx="12192000" cy="1335024"/>
          </a:xfrm>
          <a:prstGeom prst="rect">
            <a:avLst/>
          </a:prstGeom>
          <a:gradFill flip="none" rotWithShape="1">
            <a:gsLst>
              <a:gs pos="0">
                <a:srgbClr val="00B0F0">
                  <a:alpha val="83000"/>
                </a:srgbClr>
              </a:gs>
              <a:gs pos="100000">
                <a:srgbClr val="0A4B8C"/>
              </a:gs>
              <a:gs pos="58000">
                <a:srgbClr val="0A4B8C">
                  <a:alpha val="61000"/>
                </a:srgbClr>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21" name="Graphic 14">
            <a:extLst>
              <a:ext uri="{FF2B5EF4-FFF2-40B4-BE49-F238E27FC236}">
                <a16:creationId xmlns:a16="http://schemas.microsoft.com/office/drawing/2014/main" id="{7232F01C-EBE8-A726-2707-766CCEC38916}"/>
              </a:ext>
            </a:extLst>
          </p:cNvPr>
          <p:cNvSpPr/>
          <p:nvPr userDrawn="1"/>
        </p:nvSpPr>
        <p:spPr>
          <a:xfrm>
            <a:off x="11137828" y="6248365"/>
            <a:ext cx="477910" cy="396523"/>
          </a:xfrm>
          <a:custGeom>
            <a:avLst/>
            <a:gdLst>
              <a:gd name="csX0" fmla="*/ 663690 w 687213"/>
              <a:gd name="csY0" fmla="*/ 136856 h 570182"/>
              <a:gd name="csX1" fmla="*/ 550341 w 687213"/>
              <a:gd name="csY1" fmla="*/ 23557 h 570182"/>
              <a:gd name="csX2" fmla="*/ 433152 w 687213"/>
              <a:gd name="csY2" fmla="*/ 27358 h 570182"/>
              <a:gd name="csX3" fmla="*/ 433152 w 687213"/>
              <a:gd name="csY3" fmla="*/ 27358 h 570182"/>
              <a:gd name="csX4" fmla="*/ 343633 w 687213"/>
              <a:gd name="csY4" fmla="*/ 116834 h 570182"/>
              <a:gd name="csX5" fmla="*/ 250298 w 687213"/>
              <a:gd name="csY5" fmla="*/ 23539 h 570182"/>
              <a:gd name="csX6" fmla="*/ 245886 w 687213"/>
              <a:gd name="csY6" fmla="*/ 19432 h 570182"/>
              <a:gd name="csX7" fmla="*/ 230321 w 687213"/>
              <a:gd name="csY7" fmla="*/ 8895 h 570182"/>
              <a:gd name="csX8" fmla="*/ 152789 w 687213"/>
              <a:gd name="csY8" fmla="*/ 11084 h 570182"/>
              <a:gd name="csX9" fmla="*/ 117090 w 687213"/>
              <a:gd name="csY9" fmla="*/ 43238 h 570182"/>
              <a:gd name="csX10" fmla="*/ 117090 w 687213"/>
              <a:gd name="csY10" fmla="*/ 43238 h 570182"/>
              <a:gd name="csX11" fmla="*/ 91982 w 687213"/>
              <a:gd name="csY11" fmla="*/ 68335 h 570182"/>
              <a:gd name="csX12" fmla="*/ 31101 w 687213"/>
              <a:gd name="csY12" fmla="*/ 129175 h 570182"/>
              <a:gd name="csX13" fmla="*/ 1970 w 687213"/>
              <a:gd name="csY13" fmla="*/ 175746 h 570182"/>
              <a:gd name="csX14" fmla="*/ 13715 w 687213"/>
              <a:gd name="csY14" fmla="*/ 238345 h 570182"/>
              <a:gd name="csX15" fmla="*/ 43780 w 687213"/>
              <a:gd name="csY15" fmla="*/ 270460 h 570182"/>
              <a:gd name="csX16" fmla="*/ 43780 w 687213"/>
              <a:gd name="csY16" fmla="*/ 270460 h 570182"/>
              <a:gd name="csX17" fmla="*/ 179574 w 687213"/>
              <a:gd name="csY17" fmla="*/ 406194 h 570182"/>
              <a:gd name="csX18" fmla="*/ 343636 w 687213"/>
              <a:gd name="csY18" fmla="*/ 570182 h 570182"/>
              <a:gd name="csX19" fmla="*/ 430733 w 687213"/>
              <a:gd name="csY19" fmla="*/ 483126 h 570182"/>
              <a:gd name="csX20" fmla="*/ 507603 w 687213"/>
              <a:gd name="csY20" fmla="*/ 406297 h 570182"/>
              <a:gd name="csX21" fmla="*/ 507603 w 687213"/>
              <a:gd name="csY21" fmla="*/ 406297 h 570182"/>
              <a:gd name="csX22" fmla="*/ 580249 w 687213"/>
              <a:gd name="csY22" fmla="*/ 333685 h 570182"/>
              <a:gd name="csX23" fmla="*/ 615606 w 687213"/>
              <a:gd name="csY23" fmla="*/ 298347 h 570182"/>
              <a:gd name="csX24" fmla="*/ 615606 w 687213"/>
              <a:gd name="csY24" fmla="*/ 298347 h 570182"/>
              <a:gd name="csX25" fmla="*/ 663759 w 687213"/>
              <a:gd name="csY25" fmla="*/ 250219 h 570182"/>
              <a:gd name="csX26" fmla="*/ 663690 w 687213"/>
              <a:gd name="csY26" fmla="*/ 136861 h 5701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687213" h="570182">
                <a:moveTo>
                  <a:pt x="663690" y="136856"/>
                </a:moveTo>
                <a:cubicBezTo>
                  <a:pt x="654507" y="127753"/>
                  <a:pt x="562141" y="35296"/>
                  <a:pt x="550341" y="23557"/>
                </a:cubicBezTo>
                <a:cubicBezTo>
                  <a:pt x="517607" y="-9533"/>
                  <a:pt x="463912" y="-7173"/>
                  <a:pt x="433152" y="27358"/>
                </a:cubicBezTo>
                <a:cubicBezTo>
                  <a:pt x="433152" y="27358"/>
                  <a:pt x="433152" y="27358"/>
                  <a:pt x="433152" y="27358"/>
                </a:cubicBezTo>
                <a:cubicBezTo>
                  <a:pt x="411391" y="49110"/>
                  <a:pt x="365104" y="95375"/>
                  <a:pt x="343633" y="116834"/>
                </a:cubicBezTo>
                <a:cubicBezTo>
                  <a:pt x="343629" y="116825"/>
                  <a:pt x="250303" y="23548"/>
                  <a:pt x="250298" y="23539"/>
                </a:cubicBezTo>
                <a:cubicBezTo>
                  <a:pt x="248875" y="22117"/>
                  <a:pt x="247407" y="20743"/>
                  <a:pt x="245886" y="19432"/>
                </a:cubicBezTo>
                <a:cubicBezTo>
                  <a:pt x="241137" y="15320"/>
                  <a:pt x="235899" y="11780"/>
                  <a:pt x="230321" y="8895"/>
                </a:cubicBezTo>
                <a:cubicBezTo>
                  <a:pt x="206245" y="-3697"/>
                  <a:pt x="176088" y="-2877"/>
                  <a:pt x="152789" y="11084"/>
                </a:cubicBezTo>
                <a:cubicBezTo>
                  <a:pt x="141255" y="17140"/>
                  <a:pt x="126544" y="34323"/>
                  <a:pt x="117090" y="43238"/>
                </a:cubicBezTo>
                <a:cubicBezTo>
                  <a:pt x="117090" y="43238"/>
                  <a:pt x="117090" y="43238"/>
                  <a:pt x="117090" y="43238"/>
                </a:cubicBezTo>
                <a:cubicBezTo>
                  <a:pt x="113860" y="46466"/>
                  <a:pt x="94660" y="65659"/>
                  <a:pt x="91982" y="68335"/>
                </a:cubicBezTo>
                <a:cubicBezTo>
                  <a:pt x="91982" y="68335"/>
                  <a:pt x="31101" y="129175"/>
                  <a:pt x="31101" y="129175"/>
                </a:cubicBezTo>
                <a:cubicBezTo>
                  <a:pt x="17219" y="141648"/>
                  <a:pt x="5443" y="157958"/>
                  <a:pt x="1970" y="175746"/>
                </a:cubicBezTo>
                <a:cubicBezTo>
                  <a:pt x="-2907" y="197075"/>
                  <a:pt x="1368" y="220242"/>
                  <a:pt x="13715" y="238345"/>
                </a:cubicBezTo>
                <a:cubicBezTo>
                  <a:pt x="21354" y="249626"/>
                  <a:pt x="34409" y="260558"/>
                  <a:pt x="43780" y="270460"/>
                </a:cubicBezTo>
                <a:lnTo>
                  <a:pt x="43780" y="270460"/>
                </a:lnTo>
                <a:cubicBezTo>
                  <a:pt x="73436" y="300103"/>
                  <a:pt x="149028" y="375661"/>
                  <a:pt x="179574" y="406194"/>
                </a:cubicBezTo>
                <a:cubicBezTo>
                  <a:pt x="225783" y="452380"/>
                  <a:pt x="297393" y="523959"/>
                  <a:pt x="343636" y="570182"/>
                </a:cubicBezTo>
                <a:cubicBezTo>
                  <a:pt x="363274" y="550557"/>
                  <a:pt x="410561" y="503290"/>
                  <a:pt x="430733" y="483126"/>
                </a:cubicBezTo>
                <a:cubicBezTo>
                  <a:pt x="445575" y="468292"/>
                  <a:pt x="493602" y="420290"/>
                  <a:pt x="507603" y="406297"/>
                </a:cubicBezTo>
                <a:cubicBezTo>
                  <a:pt x="507603" y="406297"/>
                  <a:pt x="507603" y="406297"/>
                  <a:pt x="507603" y="406297"/>
                </a:cubicBezTo>
                <a:cubicBezTo>
                  <a:pt x="527942" y="385971"/>
                  <a:pt x="559985" y="353950"/>
                  <a:pt x="580249" y="333685"/>
                </a:cubicBezTo>
                <a:cubicBezTo>
                  <a:pt x="581687" y="332247"/>
                  <a:pt x="615166" y="298786"/>
                  <a:pt x="615606" y="298347"/>
                </a:cubicBezTo>
                <a:cubicBezTo>
                  <a:pt x="615606" y="298347"/>
                  <a:pt x="615606" y="298347"/>
                  <a:pt x="615606" y="298347"/>
                </a:cubicBezTo>
                <a:cubicBezTo>
                  <a:pt x="624322" y="289697"/>
                  <a:pt x="654525" y="259402"/>
                  <a:pt x="663759" y="250219"/>
                </a:cubicBezTo>
                <a:cubicBezTo>
                  <a:pt x="695089" y="218914"/>
                  <a:pt x="694998" y="168154"/>
                  <a:pt x="663690" y="136861"/>
                </a:cubicBezTo>
                <a:close/>
              </a:path>
            </a:pathLst>
          </a:custGeom>
          <a:solidFill>
            <a:schemeClr val="bg1"/>
          </a:solidFill>
          <a:ln w="229" cap="flat">
            <a:solidFill>
              <a:srgbClr val="646464"/>
            </a:solidFill>
            <a:prstDash val="solid"/>
            <a:miter/>
          </a:ln>
        </p:spPr>
        <p:txBody>
          <a:bodyPr/>
          <a:lstStyle/>
          <a:p>
            <a:endParaRPr lang="en-US" sz="1500"/>
          </a:p>
        </p:txBody>
      </p:sp>
      <p:sp>
        <p:nvSpPr>
          <p:cNvPr id="7" name="Content Placeholder 2">
            <a:extLst>
              <a:ext uri="{FF2B5EF4-FFF2-40B4-BE49-F238E27FC236}">
                <a16:creationId xmlns:a16="http://schemas.microsoft.com/office/drawing/2014/main" id="{6B860B51-E631-5FCC-145D-3A2392DEE379}"/>
              </a:ext>
            </a:extLst>
          </p:cNvPr>
          <p:cNvSpPr>
            <a:spLocks noGrp="1"/>
          </p:cNvSpPr>
          <p:nvPr>
            <p:ph idx="1" hasCustomPrompt="1"/>
          </p:nvPr>
        </p:nvSpPr>
        <p:spPr bwMode="gray">
          <a:xfrm>
            <a:off x="587375" y="1494292"/>
            <a:ext cx="11028363" cy="4576307"/>
          </a:xfrm>
        </p:spPr>
        <p:txBody>
          <a:bodyPr/>
          <a:lstStyle>
            <a:lvl1pPr>
              <a:lnSpc>
                <a:spcPct val="100000"/>
              </a:lnSpc>
              <a:buClr>
                <a:schemeClr val="tx1"/>
              </a:buClr>
              <a:defRPr sz="1797" b="1" cap="none" baseline="0">
                <a:solidFill>
                  <a:schemeClr val="tx2"/>
                </a:solidFill>
                <a:latin typeface="+mn-lt"/>
              </a:defRPr>
            </a:lvl1pPr>
            <a:lvl2pPr marL="0" indent="0">
              <a:buClr>
                <a:schemeClr val="tx1"/>
              </a:buClr>
              <a:buNone/>
              <a:defRPr sz="1300" baseline="0">
                <a:solidFill>
                  <a:schemeClr val="tx2"/>
                </a:solidFill>
              </a:defRPr>
            </a:lvl2pPr>
            <a:lvl3pPr marL="171297" indent="-171297">
              <a:spcBef>
                <a:spcPts val="1200"/>
              </a:spcBef>
              <a:buClr>
                <a:schemeClr val="tx1"/>
              </a:buClr>
              <a:buFont typeface="Arial" panose="020B0604020202020204" pitchFamily="34" charset="0"/>
              <a:buChar char="•"/>
              <a:defRPr sz="1300" baseline="0">
                <a:solidFill>
                  <a:schemeClr val="tx2"/>
                </a:solidFill>
              </a:defRPr>
            </a:lvl3pPr>
            <a:lvl4pPr marL="342591" indent="-171297">
              <a:buClr>
                <a:schemeClr val="tx1"/>
              </a:buClr>
              <a:buFont typeface="Arial" panose="020B0604020202020204" pitchFamily="34" charset="0"/>
              <a:buChar char="–"/>
              <a:defRPr sz="1300" baseline="0">
                <a:solidFill>
                  <a:schemeClr val="tx2"/>
                </a:solidFill>
              </a:defRPr>
            </a:lvl4pPr>
            <a:lvl5pPr marL="515473" indent="-172882">
              <a:buClr>
                <a:schemeClr val="tx1"/>
              </a:buClr>
              <a:buFont typeface="Arial" panose="020B0604020202020204" pitchFamily="34" charset="0"/>
              <a:buChar char="•"/>
              <a:defRPr sz="1300">
                <a:solidFill>
                  <a:schemeClr val="tx2"/>
                </a:solidFill>
              </a:defRPr>
            </a:lvl5pPr>
            <a:lvl6pPr marL="686770" indent="-171297">
              <a:buClr>
                <a:schemeClr val="tx1"/>
              </a:buClr>
              <a:buFont typeface="Arial" panose="020B0604020202020204" pitchFamily="34" charset="0"/>
              <a:buChar char="–"/>
              <a:defRPr sz="1300" baseline="0">
                <a:solidFill>
                  <a:schemeClr val="tx2"/>
                </a:solidFill>
              </a:defRPr>
            </a:lvl6pPr>
            <a:lvl7pPr marL="859651" indent="-172882">
              <a:buFont typeface="Arial" panose="020B0604020202020204" pitchFamily="34" charset="0"/>
              <a:buChar char="•"/>
              <a:defRPr sz="1300"/>
            </a:lvl7pPr>
            <a:lvl8pPr marL="1030947" indent="-171297">
              <a:buFont typeface="Arial" panose="020B0604020202020204" pitchFamily="34" charset="0"/>
              <a:buChar char="–"/>
              <a:defRPr sz="1300"/>
            </a:lvl8pPr>
            <a:lvl9pPr marL="1202242" indent="-171297">
              <a:buFont typeface="Arial" panose="020B0604020202020204" pitchFamily="34" charset="0"/>
              <a:buChar char="•"/>
              <a:defRPr sz="1300" baseline="0"/>
            </a:lvl9pPr>
          </a:lstStyle>
          <a:p>
            <a:pPr lvl="0"/>
            <a:r>
              <a:rPr lang="en-US"/>
              <a:t>Click to add header</a:t>
            </a:r>
          </a:p>
          <a:p>
            <a:pPr lvl="1"/>
            <a:r>
              <a:rPr lang="en-US"/>
              <a:t>Body text</a:t>
            </a:r>
          </a:p>
          <a:p>
            <a:pPr lvl="2"/>
            <a:r>
              <a:rPr lang="en-US"/>
              <a:t>First-level bullet</a:t>
            </a:r>
          </a:p>
          <a:p>
            <a:pPr lvl="3"/>
            <a:r>
              <a:rPr lang="en-US"/>
              <a:t>Second-level bullet</a:t>
            </a:r>
          </a:p>
          <a:p>
            <a:pPr lvl="4"/>
            <a:r>
              <a:rPr lang="en-US"/>
              <a:t>Third-level bullet</a:t>
            </a:r>
          </a:p>
          <a:p>
            <a:pPr lvl="5"/>
            <a:r>
              <a:rPr lang="en-US"/>
              <a:t>Fourth-level bullet</a:t>
            </a:r>
          </a:p>
          <a:p>
            <a:pPr lvl="6"/>
            <a:r>
              <a:rPr lang="en-US"/>
              <a:t>Fifth-level bullet</a:t>
            </a:r>
          </a:p>
          <a:p>
            <a:pPr lvl="7"/>
            <a:r>
              <a:rPr lang="en-US"/>
              <a:t>Sixth-level bullet</a:t>
            </a:r>
          </a:p>
          <a:p>
            <a:pPr lvl="8"/>
            <a:r>
              <a:rPr lang="en-US"/>
              <a:t>Seventh-level bullet</a:t>
            </a:r>
          </a:p>
        </p:txBody>
      </p:sp>
      <p:sp>
        <p:nvSpPr>
          <p:cNvPr id="16" name="TextBox 15">
            <a:extLst>
              <a:ext uri="{FF2B5EF4-FFF2-40B4-BE49-F238E27FC236}">
                <a16:creationId xmlns:a16="http://schemas.microsoft.com/office/drawing/2014/main" id="{20CAAC85-FE49-0686-4CD3-F9B4FBD6CDFE}"/>
              </a:ext>
            </a:extLst>
          </p:cNvPr>
          <p:cNvSpPr txBox="1"/>
          <p:nvPr userDrawn="1"/>
        </p:nvSpPr>
        <p:spPr>
          <a:xfrm>
            <a:off x="587375" y="6411041"/>
            <a:ext cx="3629783" cy="123111"/>
          </a:xfrm>
          <a:prstGeom prst="rect">
            <a:avLst/>
          </a:prstGeom>
          <a:noFill/>
        </p:spPr>
        <p:txBody>
          <a:bodyPr wrap="square" lIns="0" tIns="0" rIns="0" bIns="0" rtlCol="0" anchor="b">
            <a:spAutoFit/>
          </a:bodyPr>
          <a:lstStyle/>
          <a:p>
            <a:r>
              <a:rPr lang="en-US" sz="800">
                <a:solidFill>
                  <a:srgbClr val="646464"/>
                </a:solidFill>
                <a:latin typeface="+mn-lt"/>
              </a:rPr>
              <a:t>©2026 CVS Health and/or one of its affiliates. Confidential and proprietary.</a:t>
            </a:r>
          </a:p>
        </p:txBody>
      </p:sp>
      <p:sp>
        <p:nvSpPr>
          <p:cNvPr id="15" name="Content Placeholder 8">
            <a:extLst>
              <a:ext uri="{FF2B5EF4-FFF2-40B4-BE49-F238E27FC236}">
                <a16:creationId xmlns:a16="http://schemas.microsoft.com/office/drawing/2014/main" id="{7B8E535F-0B34-19ED-1ECE-F571D6F1C0A3}"/>
              </a:ext>
            </a:extLst>
          </p:cNvPr>
          <p:cNvSpPr txBox="1">
            <a:spLocks/>
          </p:cNvSpPr>
          <p:nvPr userDrawn="1"/>
        </p:nvSpPr>
        <p:spPr>
          <a:xfrm>
            <a:off x="11200555" y="6332324"/>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fld id="{38743595-4496-5147-A886-7D133864DF76}" type="slidenum">
              <a:rPr lang="en-US" sz="1000" b="0" smtClean="0">
                <a:solidFill>
                  <a:srgbClr val="646464"/>
                </a:solidFill>
                <a:latin typeface="CVS Health Sans Medium" panose="020B0504020202020204" pitchFamily="34" charset="0"/>
                <a:ea typeface="Open Sans" panose="020B0606030504020204" pitchFamily="34" charset="0"/>
                <a:cs typeface="Arial" panose="020B0604020202020204" pitchFamily="34" charset="0"/>
              </a:rPr>
              <a:pPr algn="ctr"/>
              <a:t>‹#›</a:t>
            </a:fld>
            <a:endParaRPr lang="en-US" sz="1000" b="0">
              <a:solidFill>
                <a:srgbClr val="646464"/>
              </a:solidFill>
              <a:latin typeface="CVS Health Sans Medium" panose="020B0504020202020204" pitchFamily="34" charset="0"/>
              <a:ea typeface="Open Sans" panose="020B0606030504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A51E17B0-20B0-8CCF-949F-B0BBB617646F}"/>
              </a:ext>
            </a:extLst>
          </p:cNvPr>
          <p:cNvCxnSpPr>
            <a:cxnSpLocks/>
            <a:stCxn id="15" idx="1"/>
            <a:endCxn id="16" idx="3"/>
          </p:cNvCxnSpPr>
          <p:nvPr userDrawn="1"/>
        </p:nvCxnSpPr>
        <p:spPr>
          <a:xfrm flipH="1">
            <a:off x="4217158" y="6446626"/>
            <a:ext cx="6949440" cy="25971"/>
          </a:xfrm>
          <a:prstGeom prst="line">
            <a:avLst/>
          </a:prstGeom>
          <a:solidFill>
            <a:schemeClr val="bg1"/>
          </a:solidFill>
          <a:ln w="229" cap="flat">
            <a:solidFill>
              <a:srgbClr val="646464"/>
            </a:solidFill>
            <a:prstDash val="solid"/>
            <a:miter/>
          </a:ln>
        </p:spPr>
      </p:cxnSp>
      <p:sp>
        <p:nvSpPr>
          <p:cNvPr id="6" name="Title 1">
            <a:extLst>
              <a:ext uri="{FF2B5EF4-FFF2-40B4-BE49-F238E27FC236}">
                <a16:creationId xmlns:a16="http://schemas.microsoft.com/office/drawing/2014/main" id="{0C7CB2C1-D45A-553D-7C4D-8C6E6C18A8AB}"/>
              </a:ext>
            </a:extLst>
          </p:cNvPr>
          <p:cNvSpPr>
            <a:spLocks noGrp="1"/>
          </p:cNvSpPr>
          <p:nvPr>
            <p:ph type="title" hasCustomPrompt="1"/>
          </p:nvPr>
        </p:nvSpPr>
        <p:spPr>
          <a:xfrm>
            <a:off x="587375" y="594870"/>
            <a:ext cx="10965638" cy="633431"/>
          </a:xfrm>
        </p:spPr>
        <p:txBody>
          <a:bodyPr vert="horz" rIns="0"/>
          <a:lstStyle>
            <a:lvl1pPr>
              <a:defRPr sz="2799">
                <a:solidFill>
                  <a:schemeClr val="bg1"/>
                </a:solidFill>
              </a:defRPr>
            </a:lvl1pPr>
          </a:lstStyle>
          <a:p>
            <a:r>
              <a:rPr lang="en-US"/>
              <a:t>Title</a:t>
            </a:r>
          </a:p>
        </p:txBody>
      </p:sp>
      <p:sp>
        <p:nvSpPr>
          <p:cNvPr id="3" name="TextBox 2">
            <a:extLst>
              <a:ext uri="{FF2B5EF4-FFF2-40B4-BE49-F238E27FC236}">
                <a16:creationId xmlns:a16="http://schemas.microsoft.com/office/drawing/2014/main" id="{75FBF624-F94D-901E-E963-8926EA75D228}"/>
              </a:ext>
            </a:extLst>
          </p:cNvPr>
          <p:cNvSpPr txBox="1"/>
          <p:nvPr userDrawn="1"/>
        </p:nvSpPr>
        <p:spPr>
          <a:xfrm>
            <a:off x="4107180" y="6501384"/>
            <a:ext cx="3977640" cy="323165"/>
          </a:xfrm>
          <a:prstGeom prst="rect">
            <a:avLst/>
          </a:prstGeom>
          <a:noFill/>
        </p:spPr>
        <p:txBody>
          <a:bodyPr wrap="square" rtlCol="0">
            <a:spAutoFit/>
          </a:bodyPr>
          <a:lstStyle/>
          <a:p>
            <a:pPr algn="l"/>
            <a:r>
              <a:rPr lang="en-US" sz="1500" b="1">
                <a:solidFill>
                  <a:schemeClr val="accent2"/>
                </a:solidFill>
              </a:rPr>
              <a:t>Draft Document - For Discussion Purposes Only</a:t>
            </a:r>
          </a:p>
        </p:txBody>
      </p:sp>
    </p:spTree>
    <p:extLst>
      <p:ext uri="{BB962C8B-B14F-4D97-AF65-F5344CB8AC3E}">
        <p14:creationId xmlns:p14="http://schemas.microsoft.com/office/powerpoint/2010/main" val="30974214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without Header">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B74A4B3A-DB72-A065-FF30-24C85649223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rot="16200000" flipH="1" flipV="1">
            <a:off x="8235913" y="2901915"/>
            <a:ext cx="6858000" cy="1054172"/>
          </a:xfrm>
          <a:prstGeom prst="rect">
            <a:avLst/>
          </a:prstGeom>
        </p:spPr>
      </p:pic>
      <p:sp>
        <p:nvSpPr>
          <p:cNvPr id="38" name="Title 1">
            <a:extLst>
              <a:ext uri="{FF2B5EF4-FFF2-40B4-BE49-F238E27FC236}">
                <a16:creationId xmlns:a16="http://schemas.microsoft.com/office/drawing/2014/main" id="{0C7CB2C1-D45A-553D-7C4D-8C6E6C18A8AB}"/>
              </a:ext>
            </a:extLst>
          </p:cNvPr>
          <p:cNvSpPr>
            <a:spLocks noGrp="1"/>
          </p:cNvSpPr>
          <p:nvPr>
            <p:ph type="title" hasCustomPrompt="1"/>
          </p:nvPr>
        </p:nvSpPr>
        <p:spPr>
          <a:xfrm>
            <a:off x="587376" y="594870"/>
            <a:ext cx="10396058" cy="633431"/>
          </a:xfrm>
        </p:spPr>
        <p:txBody>
          <a:bodyPr/>
          <a:lstStyle>
            <a:lvl1pPr>
              <a:defRPr sz="2799">
                <a:solidFill>
                  <a:srgbClr val="0B315E"/>
                </a:solidFill>
              </a:defRPr>
            </a:lvl1pPr>
          </a:lstStyle>
          <a:p>
            <a:r>
              <a:rPr lang="en-US"/>
              <a:t>Title</a:t>
            </a:r>
          </a:p>
        </p:txBody>
      </p:sp>
      <p:sp>
        <p:nvSpPr>
          <p:cNvPr id="39" name="Content Placeholder 2">
            <a:extLst>
              <a:ext uri="{FF2B5EF4-FFF2-40B4-BE49-F238E27FC236}">
                <a16:creationId xmlns:a16="http://schemas.microsoft.com/office/drawing/2014/main" id="{6B860B51-E631-5FCC-145D-3A2392DEE379}"/>
              </a:ext>
            </a:extLst>
          </p:cNvPr>
          <p:cNvSpPr>
            <a:spLocks noGrp="1"/>
          </p:cNvSpPr>
          <p:nvPr>
            <p:ph idx="1" hasCustomPrompt="1"/>
          </p:nvPr>
        </p:nvSpPr>
        <p:spPr bwMode="gray">
          <a:xfrm>
            <a:off x="587376" y="1494292"/>
            <a:ext cx="10396058" cy="4576307"/>
          </a:xfrm>
        </p:spPr>
        <p:txBody>
          <a:bodyPr/>
          <a:lstStyle>
            <a:lvl1pPr>
              <a:lnSpc>
                <a:spcPct val="100000"/>
              </a:lnSpc>
              <a:buClr>
                <a:schemeClr val="tx1"/>
              </a:buClr>
              <a:defRPr sz="1797" b="1" cap="none" baseline="0">
                <a:solidFill>
                  <a:schemeClr val="tx2"/>
                </a:solidFill>
                <a:latin typeface="+mn-lt"/>
              </a:defRPr>
            </a:lvl1pPr>
            <a:lvl2pPr marL="0" indent="0">
              <a:buClr>
                <a:schemeClr val="tx1"/>
              </a:buClr>
              <a:buNone/>
              <a:defRPr sz="1300" baseline="0">
                <a:solidFill>
                  <a:schemeClr val="tx2"/>
                </a:solidFill>
              </a:defRPr>
            </a:lvl2pPr>
            <a:lvl3pPr marL="171297" indent="-171297">
              <a:spcBef>
                <a:spcPts val="1200"/>
              </a:spcBef>
              <a:buClr>
                <a:schemeClr val="tx1"/>
              </a:buClr>
              <a:buFont typeface="Arial" panose="020B0604020202020204" pitchFamily="34" charset="0"/>
              <a:buChar char="•"/>
              <a:defRPr sz="1300" baseline="0">
                <a:solidFill>
                  <a:schemeClr val="tx2"/>
                </a:solidFill>
              </a:defRPr>
            </a:lvl3pPr>
            <a:lvl4pPr marL="342591" indent="-171297">
              <a:buClr>
                <a:schemeClr val="tx1"/>
              </a:buClr>
              <a:buFont typeface="Arial" panose="020B0604020202020204" pitchFamily="34" charset="0"/>
              <a:buChar char="–"/>
              <a:defRPr sz="1300" baseline="0">
                <a:solidFill>
                  <a:schemeClr val="tx2"/>
                </a:solidFill>
              </a:defRPr>
            </a:lvl4pPr>
            <a:lvl5pPr marL="515473" indent="-172882">
              <a:buClr>
                <a:schemeClr val="tx1"/>
              </a:buClr>
              <a:buFont typeface="Arial" panose="020B0604020202020204" pitchFamily="34" charset="0"/>
              <a:buChar char="•"/>
              <a:defRPr sz="1300">
                <a:solidFill>
                  <a:schemeClr val="tx2"/>
                </a:solidFill>
              </a:defRPr>
            </a:lvl5pPr>
            <a:lvl6pPr marL="686770" indent="-171297">
              <a:buClr>
                <a:schemeClr val="tx1"/>
              </a:buClr>
              <a:buFont typeface="Arial" panose="020B0604020202020204" pitchFamily="34" charset="0"/>
              <a:buChar char="–"/>
              <a:defRPr sz="1300" baseline="0">
                <a:solidFill>
                  <a:schemeClr val="tx2"/>
                </a:solidFill>
              </a:defRPr>
            </a:lvl6pPr>
            <a:lvl7pPr marL="859651" indent="-172882">
              <a:buFont typeface="Arial" panose="020B0604020202020204" pitchFamily="34" charset="0"/>
              <a:buChar char="•"/>
              <a:defRPr sz="1300"/>
            </a:lvl7pPr>
            <a:lvl8pPr marL="1030947" indent="-171297">
              <a:buFont typeface="Arial" panose="020B0604020202020204" pitchFamily="34" charset="0"/>
              <a:buChar char="–"/>
              <a:defRPr sz="1300"/>
            </a:lvl8pPr>
            <a:lvl9pPr marL="1202242" indent="-171297">
              <a:buFont typeface="Arial" panose="020B0604020202020204" pitchFamily="34" charset="0"/>
              <a:buChar char="•"/>
              <a:defRPr sz="1300" baseline="0"/>
            </a:lvl9pPr>
          </a:lstStyle>
          <a:p>
            <a:pPr lvl="0"/>
            <a:r>
              <a:rPr lang="en-US"/>
              <a:t>Click to add header</a:t>
            </a:r>
          </a:p>
          <a:p>
            <a:pPr lvl="1"/>
            <a:r>
              <a:rPr lang="en-US"/>
              <a:t>Body text</a:t>
            </a:r>
          </a:p>
          <a:p>
            <a:pPr lvl="2"/>
            <a:r>
              <a:rPr lang="en-US"/>
              <a:t>First-level bullet</a:t>
            </a:r>
          </a:p>
          <a:p>
            <a:pPr lvl="3"/>
            <a:r>
              <a:rPr lang="en-US"/>
              <a:t>Second-level bullet</a:t>
            </a:r>
          </a:p>
          <a:p>
            <a:pPr lvl="4"/>
            <a:r>
              <a:rPr lang="en-US"/>
              <a:t>Third-level bullet</a:t>
            </a:r>
          </a:p>
          <a:p>
            <a:pPr lvl="5"/>
            <a:r>
              <a:rPr lang="en-US"/>
              <a:t>Fourth-level bullet</a:t>
            </a:r>
          </a:p>
          <a:p>
            <a:pPr lvl="6"/>
            <a:r>
              <a:rPr lang="en-US"/>
              <a:t>Fifth-level bullet</a:t>
            </a:r>
          </a:p>
          <a:p>
            <a:pPr lvl="7"/>
            <a:r>
              <a:rPr lang="en-US"/>
              <a:t>Sixth-level bullet</a:t>
            </a:r>
          </a:p>
          <a:p>
            <a:pPr lvl="8"/>
            <a:r>
              <a:rPr lang="en-US"/>
              <a:t>Seventh-level bullet</a:t>
            </a:r>
          </a:p>
        </p:txBody>
      </p:sp>
      <p:sp>
        <p:nvSpPr>
          <p:cNvPr id="41" name="Rectangle 40">
            <a:extLst>
              <a:ext uri="{FF2B5EF4-FFF2-40B4-BE49-F238E27FC236}">
                <a16:creationId xmlns:a16="http://schemas.microsoft.com/office/drawing/2014/main" id="{EBB8EB98-800A-1DAB-D1FD-4B08E37A35D5}"/>
              </a:ext>
            </a:extLst>
          </p:cNvPr>
          <p:cNvSpPr>
            <a:spLocks/>
          </p:cNvSpPr>
          <p:nvPr userDrawn="1"/>
        </p:nvSpPr>
        <p:spPr bwMode="gray">
          <a:xfrm rot="5400000">
            <a:off x="8235912" y="2901916"/>
            <a:ext cx="6858002" cy="1054171"/>
          </a:xfrm>
          <a:prstGeom prst="rect">
            <a:avLst/>
          </a:prstGeom>
          <a:gradFill flip="none" rotWithShape="1">
            <a:gsLst>
              <a:gs pos="0">
                <a:srgbClr val="0A4B8C">
                  <a:alpha val="55000"/>
                </a:srgbClr>
              </a:gs>
              <a:gs pos="100000">
                <a:srgbClr val="0B315E"/>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42" name="Content Placeholder 8">
            <a:extLst>
              <a:ext uri="{FF2B5EF4-FFF2-40B4-BE49-F238E27FC236}">
                <a16:creationId xmlns:a16="http://schemas.microsoft.com/office/drawing/2014/main" id="{7B8E535F-0B34-19ED-1ECE-F571D6F1C0A3}"/>
              </a:ext>
            </a:extLst>
          </p:cNvPr>
          <p:cNvSpPr txBox="1">
            <a:spLocks/>
          </p:cNvSpPr>
          <p:nvPr userDrawn="1"/>
        </p:nvSpPr>
        <p:spPr>
          <a:xfrm>
            <a:off x="11220774" y="6330801"/>
            <a:ext cx="325860" cy="211348"/>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fld id="{38743595-4496-5147-A886-7D133864DF76}" type="slidenum">
              <a:rPr lang="en-US" sz="1000" b="0" smtClean="0">
                <a:solidFill>
                  <a:schemeClr val="bg1"/>
                </a:solidFill>
                <a:latin typeface="CVS Health Sans Medium" panose="020B0504020202020204" pitchFamily="34" charset="0"/>
                <a:ea typeface="Open Sans" panose="020B0606030504020204" pitchFamily="34" charset="0"/>
                <a:cs typeface="Arial" panose="020B0604020202020204" pitchFamily="34" charset="0"/>
              </a:rPr>
              <a:pPr algn="ctr"/>
              <a:t>‹#›</a:t>
            </a:fld>
            <a:endParaRPr lang="en-US" sz="1000" b="0">
              <a:solidFill>
                <a:schemeClr val="bg1"/>
              </a:solidFill>
              <a:latin typeface="CVS Health Sans Medium" panose="020B0504020202020204" pitchFamily="34" charset="0"/>
              <a:ea typeface="Open Sans" panose="020B0606030504020204" pitchFamily="34" charset="0"/>
              <a:cs typeface="Arial" panose="020B0604020202020204" pitchFamily="34" charset="0"/>
            </a:endParaRPr>
          </a:p>
        </p:txBody>
      </p:sp>
      <p:grpSp>
        <p:nvGrpSpPr>
          <p:cNvPr id="43" name="Group 42">
            <a:extLst>
              <a:ext uri="{FF2B5EF4-FFF2-40B4-BE49-F238E27FC236}">
                <a16:creationId xmlns:a16="http://schemas.microsoft.com/office/drawing/2014/main" id="{99BB8A31-1E30-EEAC-DFB0-109EFF4EA290}"/>
              </a:ext>
            </a:extLst>
          </p:cNvPr>
          <p:cNvGrpSpPr/>
          <p:nvPr userDrawn="1"/>
        </p:nvGrpSpPr>
        <p:grpSpPr>
          <a:xfrm>
            <a:off x="210302" y="2"/>
            <a:ext cx="167558" cy="1228299"/>
            <a:chOff x="536850" y="5638963"/>
            <a:chExt cx="167558" cy="1228299"/>
          </a:xfrm>
        </p:grpSpPr>
        <p:pic>
          <p:nvPicPr>
            <p:cNvPr id="44" name="Graphic 43">
              <a:extLst>
                <a:ext uri="{FF2B5EF4-FFF2-40B4-BE49-F238E27FC236}">
                  <a16:creationId xmlns:a16="http://schemas.microsoft.com/office/drawing/2014/main" id="{6E9E99BC-9F14-9883-064F-B53361C1BD9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6850" y="6728262"/>
              <a:ext cx="167558" cy="139000"/>
            </a:xfrm>
            <a:prstGeom prst="rect">
              <a:avLst/>
            </a:prstGeom>
          </p:spPr>
        </p:pic>
        <p:cxnSp>
          <p:nvCxnSpPr>
            <p:cNvPr id="45" name="Straight Connector 44">
              <a:extLst>
                <a:ext uri="{FF2B5EF4-FFF2-40B4-BE49-F238E27FC236}">
                  <a16:creationId xmlns:a16="http://schemas.microsoft.com/office/drawing/2014/main" id="{58DF05CE-98E7-C963-C785-DDC8A0269B21}"/>
                </a:ext>
              </a:extLst>
            </p:cNvPr>
            <p:cNvCxnSpPr>
              <a:cxnSpLocks/>
              <a:endCxn id="44" idx="0"/>
            </p:cNvCxnSpPr>
            <p:nvPr/>
          </p:nvCxnSpPr>
          <p:spPr>
            <a:xfrm>
              <a:off x="620629" y="5638963"/>
              <a:ext cx="0" cy="1089299"/>
            </a:xfrm>
            <a:prstGeom prst="line">
              <a:avLst/>
            </a:prstGeom>
            <a:ln w="12700" cmpd="sng">
              <a:solidFill>
                <a:srgbClr val="CC0000"/>
              </a:solidFill>
            </a:ln>
          </p:spPr>
          <p:style>
            <a:lnRef idx="1">
              <a:schemeClr val="accent1"/>
            </a:lnRef>
            <a:fillRef idx="0">
              <a:schemeClr val="accent1"/>
            </a:fillRef>
            <a:effectRef idx="0">
              <a:schemeClr val="accent1"/>
            </a:effectRef>
            <a:fontRef idx="minor">
              <a:schemeClr val="tx1"/>
            </a:fontRef>
          </p:style>
        </p:cxnSp>
      </p:grpSp>
      <p:sp>
        <p:nvSpPr>
          <p:cNvPr id="2" name="Graphic 8">
            <a:extLst>
              <a:ext uri="{FF2B5EF4-FFF2-40B4-BE49-F238E27FC236}">
                <a16:creationId xmlns:a16="http://schemas.microsoft.com/office/drawing/2014/main" id="{8293975E-78AB-7C19-2DA9-FDB004C6213B}"/>
              </a:ext>
            </a:extLst>
          </p:cNvPr>
          <p:cNvSpPr/>
          <p:nvPr userDrawn="1"/>
        </p:nvSpPr>
        <p:spPr>
          <a:xfrm>
            <a:off x="9062819" y="6337753"/>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rgbClr val="00338D"/>
          </a:solidFill>
          <a:ln w="1683"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latin typeface="Arial"/>
            </a:endParaRPr>
          </a:p>
        </p:txBody>
      </p:sp>
      <p:pic>
        <p:nvPicPr>
          <p:cNvPr id="3" name="Graphic 2" descr="CVS Health logo.">
            <a:extLst>
              <a:ext uri="{FF2B5EF4-FFF2-40B4-BE49-F238E27FC236}">
                <a16:creationId xmlns:a16="http://schemas.microsoft.com/office/drawing/2014/main" id="{6AC210E5-5179-4DA4-8D49-F392D904549D}"/>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9630597" y="6343666"/>
            <a:ext cx="1498994" cy="182880"/>
          </a:xfrm>
          <a:prstGeom prst="rect">
            <a:avLst/>
          </a:prstGeom>
        </p:spPr>
      </p:pic>
    </p:spTree>
    <p:extLst>
      <p:ext uri="{BB962C8B-B14F-4D97-AF65-F5344CB8AC3E}">
        <p14:creationId xmlns:p14="http://schemas.microsoft.com/office/powerpoint/2010/main" val="4024648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4_Title and Content without Header">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74A4B3A-DB72-A065-FF30-24C85649223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a:fillRect/>
          </a:stretch>
        </p:blipFill>
        <p:spPr>
          <a:xfrm rot="10800000" flipH="1" flipV="1">
            <a:off x="1" y="2"/>
            <a:ext cx="12192000" cy="1333499"/>
          </a:xfrm>
          <a:prstGeom prst="rect">
            <a:avLst/>
          </a:prstGeom>
        </p:spPr>
      </p:pic>
      <p:sp>
        <p:nvSpPr>
          <p:cNvPr id="9" name="Rectangle 8">
            <a:extLst>
              <a:ext uri="{FF2B5EF4-FFF2-40B4-BE49-F238E27FC236}">
                <a16:creationId xmlns:a16="http://schemas.microsoft.com/office/drawing/2014/main" id="{EBB8EB98-800A-1DAB-D1FD-4B08E37A35D5}"/>
              </a:ext>
            </a:extLst>
          </p:cNvPr>
          <p:cNvSpPr>
            <a:spLocks/>
          </p:cNvSpPr>
          <p:nvPr userDrawn="1"/>
        </p:nvSpPr>
        <p:spPr bwMode="gray">
          <a:xfrm>
            <a:off x="1" y="0"/>
            <a:ext cx="12192000" cy="1333500"/>
          </a:xfrm>
          <a:prstGeom prst="rect">
            <a:avLst/>
          </a:prstGeom>
          <a:gradFill flip="none" rotWithShape="1">
            <a:gsLst>
              <a:gs pos="0">
                <a:srgbClr val="0A4B8C">
                  <a:alpha val="55000"/>
                </a:srgbClr>
              </a:gs>
              <a:gs pos="100000">
                <a:srgbClr val="0B315E"/>
              </a:gs>
            </a:gsLst>
            <a:lin ang="10800000" scaled="1"/>
            <a:tileRect/>
          </a:gradFill>
          <a:ln>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500" b="1">
              <a:solidFill>
                <a:schemeClr val="bg1"/>
              </a:solidFill>
            </a:endParaRPr>
          </a:p>
        </p:txBody>
      </p:sp>
      <p:sp>
        <p:nvSpPr>
          <p:cNvPr id="21" name="Graphic 14">
            <a:extLst>
              <a:ext uri="{FF2B5EF4-FFF2-40B4-BE49-F238E27FC236}">
                <a16:creationId xmlns:a16="http://schemas.microsoft.com/office/drawing/2014/main" id="{7232F01C-EBE8-A726-2707-766CCEC38916}"/>
              </a:ext>
            </a:extLst>
          </p:cNvPr>
          <p:cNvSpPr/>
          <p:nvPr userDrawn="1"/>
        </p:nvSpPr>
        <p:spPr>
          <a:xfrm>
            <a:off x="11137828" y="6248365"/>
            <a:ext cx="477910" cy="396523"/>
          </a:xfrm>
          <a:custGeom>
            <a:avLst/>
            <a:gdLst>
              <a:gd name="csX0" fmla="*/ 663690 w 687213"/>
              <a:gd name="csY0" fmla="*/ 136856 h 570182"/>
              <a:gd name="csX1" fmla="*/ 550341 w 687213"/>
              <a:gd name="csY1" fmla="*/ 23557 h 570182"/>
              <a:gd name="csX2" fmla="*/ 433152 w 687213"/>
              <a:gd name="csY2" fmla="*/ 27358 h 570182"/>
              <a:gd name="csX3" fmla="*/ 433152 w 687213"/>
              <a:gd name="csY3" fmla="*/ 27358 h 570182"/>
              <a:gd name="csX4" fmla="*/ 343633 w 687213"/>
              <a:gd name="csY4" fmla="*/ 116834 h 570182"/>
              <a:gd name="csX5" fmla="*/ 250298 w 687213"/>
              <a:gd name="csY5" fmla="*/ 23539 h 570182"/>
              <a:gd name="csX6" fmla="*/ 245886 w 687213"/>
              <a:gd name="csY6" fmla="*/ 19432 h 570182"/>
              <a:gd name="csX7" fmla="*/ 230321 w 687213"/>
              <a:gd name="csY7" fmla="*/ 8895 h 570182"/>
              <a:gd name="csX8" fmla="*/ 152789 w 687213"/>
              <a:gd name="csY8" fmla="*/ 11084 h 570182"/>
              <a:gd name="csX9" fmla="*/ 117090 w 687213"/>
              <a:gd name="csY9" fmla="*/ 43238 h 570182"/>
              <a:gd name="csX10" fmla="*/ 117090 w 687213"/>
              <a:gd name="csY10" fmla="*/ 43238 h 570182"/>
              <a:gd name="csX11" fmla="*/ 91982 w 687213"/>
              <a:gd name="csY11" fmla="*/ 68335 h 570182"/>
              <a:gd name="csX12" fmla="*/ 31101 w 687213"/>
              <a:gd name="csY12" fmla="*/ 129175 h 570182"/>
              <a:gd name="csX13" fmla="*/ 1970 w 687213"/>
              <a:gd name="csY13" fmla="*/ 175746 h 570182"/>
              <a:gd name="csX14" fmla="*/ 13715 w 687213"/>
              <a:gd name="csY14" fmla="*/ 238345 h 570182"/>
              <a:gd name="csX15" fmla="*/ 43780 w 687213"/>
              <a:gd name="csY15" fmla="*/ 270460 h 570182"/>
              <a:gd name="csX16" fmla="*/ 43780 w 687213"/>
              <a:gd name="csY16" fmla="*/ 270460 h 570182"/>
              <a:gd name="csX17" fmla="*/ 179574 w 687213"/>
              <a:gd name="csY17" fmla="*/ 406194 h 570182"/>
              <a:gd name="csX18" fmla="*/ 343636 w 687213"/>
              <a:gd name="csY18" fmla="*/ 570182 h 570182"/>
              <a:gd name="csX19" fmla="*/ 430733 w 687213"/>
              <a:gd name="csY19" fmla="*/ 483126 h 570182"/>
              <a:gd name="csX20" fmla="*/ 507603 w 687213"/>
              <a:gd name="csY20" fmla="*/ 406297 h 570182"/>
              <a:gd name="csX21" fmla="*/ 507603 w 687213"/>
              <a:gd name="csY21" fmla="*/ 406297 h 570182"/>
              <a:gd name="csX22" fmla="*/ 580249 w 687213"/>
              <a:gd name="csY22" fmla="*/ 333685 h 570182"/>
              <a:gd name="csX23" fmla="*/ 615606 w 687213"/>
              <a:gd name="csY23" fmla="*/ 298347 h 570182"/>
              <a:gd name="csX24" fmla="*/ 615606 w 687213"/>
              <a:gd name="csY24" fmla="*/ 298347 h 570182"/>
              <a:gd name="csX25" fmla="*/ 663759 w 687213"/>
              <a:gd name="csY25" fmla="*/ 250219 h 570182"/>
              <a:gd name="csX26" fmla="*/ 663690 w 687213"/>
              <a:gd name="csY26" fmla="*/ 136861 h 5701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687213" h="570182">
                <a:moveTo>
                  <a:pt x="663690" y="136856"/>
                </a:moveTo>
                <a:cubicBezTo>
                  <a:pt x="654507" y="127753"/>
                  <a:pt x="562141" y="35296"/>
                  <a:pt x="550341" y="23557"/>
                </a:cubicBezTo>
                <a:cubicBezTo>
                  <a:pt x="517607" y="-9533"/>
                  <a:pt x="463912" y="-7173"/>
                  <a:pt x="433152" y="27358"/>
                </a:cubicBezTo>
                <a:cubicBezTo>
                  <a:pt x="433152" y="27358"/>
                  <a:pt x="433152" y="27358"/>
                  <a:pt x="433152" y="27358"/>
                </a:cubicBezTo>
                <a:cubicBezTo>
                  <a:pt x="411391" y="49110"/>
                  <a:pt x="365104" y="95375"/>
                  <a:pt x="343633" y="116834"/>
                </a:cubicBezTo>
                <a:cubicBezTo>
                  <a:pt x="343629" y="116825"/>
                  <a:pt x="250303" y="23548"/>
                  <a:pt x="250298" y="23539"/>
                </a:cubicBezTo>
                <a:cubicBezTo>
                  <a:pt x="248875" y="22117"/>
                  <a:pt x="247407" y="20743"/>
                  <a:pt x="245886" y="19432"/>
                </a:cubicBezTo>
                <a:cubicBezTo>
                  <a:pt x="241137" y="15320"/>
                  <a:pt x="235899" y="11780"/>
                  <a:pt x="230321" y="8895"/>
                </a:cubicBezTo>
                <a:cubicBezTo>
                  <a:pt x="206245" y="-3697"/>
                  <a:pt x="176088" y="-2877"/>
                  <a:pt x="152789" y="11084"/>
                </a:cubicBezTo>
                <a:cubicBezTo>
                  <a:pt x="141255" y="17140"/>
                  <a:pt x="126544" y="34323"/>
                  <a:pt x="117090" y="43238"/>
                </a:cubicBezTo>
                <a:cubicBezTo>
                  <a:pt x="117090" y="43238"/>
                  <a:pt x="117090" y="43238"/>
                  <a:pt x="117090" y="43238"/>
                </a:cubicBezTo>
                <a:cubicBezTo>
                  <a:pt x="113860" y="46466"/>
                  <a:pt x="94660" y="65659"/>
                  <a:pt x="91982" y="68335"/>
                </a:cubicBezTo>
                <a:cubicBezTo>
                  <a:pt x="91982" y="68335"/>
                  <a:pt x="31101" y="129175"/>
                  <a:pt x="31101" y="129175"/>
                </a:cubicBezTo>
                <a:cubicBezTo>
                  <a:pt x="17219" y="141648"/>
                  <a:pt x="5443" y="157958"/>
                  <a:pt x="1970" y="175746"/>
                </a:cubicBezTo>
                <a:cubicBezTo>
                  <a:pt x="-2907" y="197075"/>
                  <a:pt x="1368" y="220242"/>
                  <a:pt x="13715" y="238345"/>
                </a:cubicBezTo>
                <a:cubicBezTo>
                  <a:pt x="21354" y="249626"/>
                  <a:pt x="34409" y="260558"/>
                  <a:pt x="43780" y="270460"/>
                </a:cubicBezTo>
                <a:lnTo>
                  <a:pt x="43780" y="270460"/>
                </a:lnTo>
                <a:cubicBezTo>
                  <a:pt x="73436" y="300103"/>
                  <a:pt x="149028" y="375661"/>
                  <a:pt x="179574" y="406194"/>
                </a:cubicBezTo>
                <a:cubicBezTo>
                  <a:pt x="225783" y="452380"/>
                  <a:pt x="297393" y="523959"/>
                  <a:pt x="343636" y="570182"/>
                </a:cubicBezTo>
                <a:cubicBezTo>
                  <a:pt x="363274" y="550557"/>
                  <a:pt x="410561" y="503290"/>
                  <a:pt x="430733" y="483126"/>
                </a:cubicBezTo>
                <a:cubicBezTo>
                  <a:pt x="445575" y="468292"/>
                  <a:pt x="493602" y="420290"/>
                  <a:pt x="507603" y="406297"/>
                </a:cubicBezTo>
                <a:cubicBezTo>
                  <a:pt x="507603" y="406297"/>
                  <a:pt x="507603" y="406297"/>
                  <a:pt x="507603" y="406297"/>
                </a:cubicBezTo>
                <a:cubicBezTo>
                  <a:pt x="527942" y="385971"/>
                  <a:pt x="559985" y="353950"/>
                  <a:pt x="580249" y="333685"/>
                </a:cubicBezTo>
                <a:cubicBezTo>
                  <a:pt x="581687" y="332247"/>
                  <a:pt x="615166" y="298786"/>
                  <a:pt x="615606" y="298347"/>
                </a:cubicBezTo>
                <a:cubicBezTo>
                  <a:pt x="615606" y="298347"/>
                  <a:pt x="615606" y="298347"/>
                  <a:pt x="615606" y="298347"/>
                </a:cubicBezTo>
                <a:cubicBezTo>
                  <a:pt x="624322" y="289697"/>
                  <a:pt x="654525" y="259402"/>
                  <a:pt x="663759" y="250219"/>
                </a:cubicBezTo>
                <a:cubicBezTo>
                  <a:pt x="695089" y="218914"/>
                  <a:pt x="694998" y="168154"/>
                  <a:pt x="663690" y="136861"/>
                </a:cubicBezTo>
                <a:close/>
              </a:path>
            </a:pathLst>
          </a:custGeom>
          <a:solidFill>
            <a:schemeClr val="bg1"/>
          </a:solidFill>
          <a:ln w="229" cap="flat">
            <a:solidFill>
              <a:srgbClr val="646464"/>
            </a:solidFill>
            <a:prstDash val="solid"/>
            <a:miter/>
          </a:ln>
        </p:spPr>
        <p:txBody>
          <a:bodyPr/>
          <a:lstStyle/>
          <a:p>
            <a:endParaRPr lang="en-US" sz="1500"/>
          </a:p>
        </p:txBody>
      </p:sp>
      <p:sp>
        <p:nvSpPr>
          <p:cNvPr id="16" name="TextBox 15">
            <a:extLst>
              <a:ext uri="{FF2B5EF4-FFF2-40B4-BE49-F238E27FC236}">
                <a16:creationId xmlns:a16="http://schemas.microsoft.com/office/drawing/2014/main" id="{20CAAC85-FE49-0686-4CD3-F9B4FBD6CDFE}"/>
              </a:ext>
            </a:extLst>
          </p:cNvPr>
          <p:cNvSpPr txBox="1"/>
          <p:nvPr userDrawn="1"/>
        </p:nvSpPr>
        <p:spPr>
          <a:xfrm>
            <a:off x="587375" y="6411041"/>
            <a:ext cx="3629783" cy="123111"/>
          </a:xfrm>
          <a:prstGeom prst="rect">
            <a:avLst/>
          </a:prstGeom>
          <a:noFill/>
        </p:spPr>
        <p:txBody>
          <a:bodyPr wrap="square" lIns="0" tIns="0" rIns="0" bIns="0" rtlCol="0" anchor="b">
            <a:spAutoFit/>
          </a:bodyPr>
          <a:lstStyle/>
          <a:p>
            <a:r>
              <a:rPr lang="en-US" sz="800">
                <a:solidFill>
                  <a:schemeClr val="tx2"/>
                </a:solidFill>
                <a:latin typeface="+mn-lt"/>
              </a:rPr>
              <a:t>©2026 CVS Health and/or one of its affiliates. Confidential and proprietary.</a:t>
            </a:r>
          </a:p>
        </p:txBody>
      </p:sp>
      <p:sp>
        <p:nvSpPr>
          <p:cNvPr id="15" name="Content Placeholder 8">
            <a:extLst>
              <a:ext uri="{FF2B5EF4-FFF2-40B4-BE49-F238E27FC236}">
                <a16:creationId xmlns:a16="http://schemas.microsoft.com/office/drawing/2014/main" id="{7B8E535F-0B34-19ED-1ECE-F571D6F1C0A3}"/>
              </a:ext>
            </a:extLst>
          </p:cNvPr>
          <p:cNvSpPr txBox="1">
            <a:spLocks/>
          </p:cNvSpPr>
          <p:nvPr userDrawn="1"/>
        </p:nvSpPr>
        <p:spPr>
          <a:xfrm>
            <a:off x="11200555" y="6332324"/>
            <a:ext cx="352459" cy="228600"/>
          </a:xfrm>
          <a:prstGeom prst="rect">
            <a:avLst/>
          </a:prstGeom>
        </p:spPr>
        <p:txBody>
          <a:bodyPr lIns="0" rIns="0" anchor="ctr"/>
          <a:lstStyle>
            <a:lvl1pPr marL="0" indent="0" algn="l" defTabSz="914400" rtl="0" eaLnBrk="1" latinLnBrk="0" hangingPunct="1">
              <a:spcBef>
                <a:spcPts val="600"/>
              </a:spcBef>
              <a:spcAft>
                <a:spcPts val="0"/>
              </a:spcAft>
              <a:buClrTx/>
              <a:buFontTx/>
              <a:buNone/>
              <a:tabLst>
                <a:tab pos="1201738" algn="l"/>
              </a:tabLst>
              <a:defRPr sz="800" b="0" i="0" kern="1200">
                <a:solidFill>
                  <a:schemeClr val="tx2"/>
                </a:solidFill>
                <a:latin typeface="Open Sans"/>
                <a:ea typeface="+mn-ea"/>
                <a:cs typeface="Open Sans"/>
              </a:defRPr>
            </a:lvl1pPr>
            <a:lvl2pPr marL="200025"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2pPr>
            <a:lvl3pPr marL="398463" indent="-200025"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3pPr>
            <a:lvl4pPr marL="622300" indent="-200025" algn="l" defTabSz="914400" rtl="0" eaLnBrk="1" latinLnBrk="0" hangingPunct="1">
              <a:spcBef>
                <a:spcPts val="600"/>
              </a:spcBef>
              <a:spcAft>
                <a:spcPts val="0"/>
              </a:spcAft>
              <a:buClrTx/>
              <a:buFont typeface="Arial" pitchFamily="34" charset="0"/>
              <a:buChar char="•"/>
              <a:tabLst>
                <a:tab pos="1201738" algn="l"/>
              </a:tabLst>
              <a:defRPr sz="1600" b="0" i="0" kern="1200">
                <a:solidFill>
                  <a:schemeClr val="tx2"/>
                </a:solidFill>
                <a:latin typeface="Open Sans Light"/>
                <a:ea typeface="+mn-ea"/>
                <a:cs typeface="Open Sans Light"/>
              </a:defRPr>
            </a:lvl4pPr>
            <a:lvl5pPr marL="806450" indent="-182563" algn="l" defTabSz="914400" rtl="0" eaLnBrk="1" latinLnBrk="0" hangingPunct="1">
              <a:spcBef>
                <a:spcPts val="600"/>
              </a:spcBef>
              <a:spcAft>
                <a:spcPts val="0"/>
              </a:spcAft>
              <a:buClrTx/>
              <a:buFont typeface="CVS Health Sans"/>
              <a:buChar char="−"/>
              <a:tabLst>
                <a:tab pos="1201738" algn="l"/>
              </a:tabLst>
              <a:defRPr sz="1600" b="0" i="0" kern="1200">
                <a:solidFill>
                  <a:schemeClr val="tx2"/>
                </a:solidFill>
                <a:latin typeface="Open Sans Light"/>
                <a:ea typeface="+mn-ea"/>
                <a:cs typeface="Open Sans Ligh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fld id="{38743595-4496-5147-A886-7D133864DF76}" type="slidenum">
              <a:rPr lang="en-US" sz="1000" b="0" smtClean="0">
                <a:solidFill>
                  <a:schemeClr val="tx2"/>
                </a:solidFill>
                <a:latin typeface="+mn-lt"/>
                <a:ea typeface="Open Sans" panose="020B0606030504020204" pitchFamily="34" charset="0"/>
                <a:cs typeface="Arial" panose="020B0604020202020204" pitchFamily="34" charset="0"/>
              </a:rPr>
              <a:pPr algn="ctr"/>
              <a:t>‹#›</a:t>
            </a:fld>
            <a:endParaRPr lang="en-US" sz="1000" b="0">
              <a:solidFill>
                <a:schemeClr val="tx2"/>
              </a:solidFill>
              <a:latin typeface="+mn-lt"/>
              <a:ea typeface="Open Sans" panose="020B0606030504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A51E17B0-20B0-8CCF-949F-B0BBB617646F}"/>
              </a:ext>
            </a:extLst>
          </p:cNvPr>
          <p:cNvCxnSpPr>
            <a:cxnSpLocks/>
            <a:stCxn id="15" idx="1"/>
            <a:endCxn id="16" idx="3"/>
          </p:cNvCxnSpPr>
          <p:nvPr userDrawn="1"/>
        </p:nvCxnSpPr>
        <p:spPr>
          <a:xfrm flipH="1">
            <a:off x="4217158" y="6446626"/>
            <a:ext cx="6949440" cy="25971"/>
          </a:xfrm>
          <a:prstGeom prst="line">
            <a:avLst/>
          </a:prstGeom>
          <a:solidFill>
            <a:schemeClr val="bg1"/>
          </a:solidFill>
          <a:ln w="229" cap="flat">
            <a:solidFill>
              <a:srgbClr val="646464"/>
            </a:solidFill>
            <a:prstDash val="solid"/>
            <a:miter/>
          </a:ln>
        </p:spPr>
      </p:cxnSp>
      <p:sp>
        <p:nvSpPr>
          <p:cNvPr id="6" name="Title 1">
            <a:extLst>
              <a:ext uri="{FF2B5EF4-FFF2-40B4-BE49-F238E27FC236}">
                <a16:creationId xmlns:a16="http://schemas.microsoft.com/office/drawing/2014/main" id="{0C7CB2C1-D45A-553D-7C4D-8C6E6C18A8AB}"/>
              </a:ext>
            </a:extLst>
          </p:cNvPr>
          <p:cNvSpPr>
            <a:spLocks noGrp="1"/>
          </p:cNvSpPr>
          <p:nvPr>
            <p:ph type="title" hasCustomPrompt="1"/>
          </p:nvPr>
        </p:nvSpPr>
        <p:spPr>
          <a:xfrm>
            <a:off x="531813" y="594871"/>
            <a:ext cx="11021200" cy="340218"/>
          </a:xfrm>
        </p:spPr>
        <p:txBody>
          <a:bodyPr/>
          <a:lstStyle>
            <a:lvl1pPr>
              <a:defRPr sz="1800">
                <a:solidFill>
                  <a:schemeClr val="bg1"/>
                </a:solidFill>
              </a:defRPr>
            </a:lvl1pPr>
          </a:lstStyle>
          <a:p>
            <a:r>
              <a:rPr lang="en-US"/>
              <a:t>Title</a:t>
            </a:r>
          </a:p>
        </p:txBody>
      </p:sp>
      <p:sp>
        <p:nvSpPr>
          <p:cNvPr id="3" name="Text Placeholder 2">
            <a:extLst>
              <a:ext uri="{FF2B5EF4-FFF2-40B4-BE49-F238E27FC236}">
                <a16:creationId xmlns:a16="http://schemas.microsoft.com/office/drawing/2014/main" id="{04CFF245-631A-A227-5CA4-3AFEB183C843}"/>
              </a:ext>
            </a:extLst>
          </p:cNvPr>
          <p:cNvSpPr>
            <a:spLocks noGrp="1"/>
          </p:cNvSpPr>
          <p:nvPr>
            <p:ph type="body" sz="quarter" idx="10"/>
          </p:nvPr>
        </p:nvSpPr>
        <p:spPr>
          <a:xfrm>
            <a:off x="531648" y="935089"/>
            <a:ext cx="11053927" cy="255587"/>
          </a:xfrm>
        </p:spPr>
        <p:txBody>
          <a:bodyPr/>
          <a:lstStyle>
            <a:lvl1pPr>
              <a:defRPr lang="en-US" sz="1400" b="0" kern="1200" dirty="0">
                <a:solidFill>
                  <a:schemeClr val="bg1"/>
                </a:solidFill>
                <a:latin typeface="+mj-lt"/>
                <a:ea typeface="+mj-ea"/>
                <a:cs typeface="+mj-cs"/>
              </a:defRPr>
            </a:lvl1pPr>
          </a:lstStyle>
          <a:p>
            <a:pPr lvl="0"/>
            <a:r>
              <a:rPr lang="en-US"/>
              <a:t>Click to edit Master text styles</a:t>
            </a:r>
          </a:p>
        </p:txBody>
      </p:sp>
    </p:spTree>
    <p:extLst>
      <p:ext uri="{BB962C8B-B14F-4D97-AF65-F5344CB8AC3E}">
        <p14:creationId xmlns:p14="http://schemas.microsoft.com/office/powerpoint/2010/main" val="23770921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tags" Target="../tags/tag1.xml"/><Relationship Id="rId13" Type="http://schemas.openxmlformats.org/officeDocument/2006/relationships/oleObject" Target="../embeddings/oleObject1.bin"/><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84878119-95AC-DFE5-2B25-2F9C1A9C1181}"/>
              </a:ext>
            </a:extLst>
          </p:cNvPr>
          <p:cNvGraphicFramePr>
            <a:graphicFrameLocks/>
          </p:cNvGraphicFramePr>
          <p:nvPr>
            <p:custDataLst>
              <p:tags r:id="rId1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410" imgH="409" progId="TCLayout.ActiveDocument.1">
                  <p:embed/>
                </p:oleObj>
              </mc:Choice>
              <mc:Fallback>
                <p:oleObj name="thinkcell Slide" r:id="rId13" imgW="410" imgH="409" progId="TCLayout.ActiveDocument.1">
                  <p:embed/>
                  <p:pic>
                    <p:nvPicPr>
                      <p:cNvPr id="5" name="think-cell data - do not delete" hidden="1">
                        <a:extLst>
                          <a:ext uri="{FF2B5EF4-FFF2-40B4-BE49-F238E27FC236}">
                            <a16:creationId xmlns:a16="http://schemas.microsoft.com/office/drawing/2014/main" id="{84878119-95AC-DFE5-2B25-2F9C1A9C1181}"/>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557929" y="530351"/>
            <a:ext cx="9667726" cy="713232"/>
          </a:xfrm>
          <a:prstGeom prst="rect">
            <a:avLst/>
          </a:prstGeom>
        </p:spPr>
        <p:txBody>
          <a:bodyPr vert="horz" lIns="0" tIns="0" rIns="0" bIns="0" rtlCol="0" anchor="t" anchorCtr="0">
            <a:noAutofit/>
          </a:bodyPr>
          <a:lstStyle/>
          <a:p>
            <a:r>
              <a:rPr lang="en-US"/>
              <a:t>Click to edit master title</a:t>
            </a:r>
          </a:p>
        </p:txBody>
      </p:sp>
      <p:sp>
        <p:nvSpPr>
          <p:cNvPr id="3" name="Text Placeholder 2"/>
          <p:cNvSpPr>
            <a:spLocks noGrp="1"/>
          </p:cNvSpPr>
          <p:nvPr>
            <p:ph type="body" idx="1"/>
          </p:nvPr>
        </p:nvSpPr>
        <p:spPr bwMode="gray">
          <a:xfrm>
            <a:off x="557929" y="1767532"/>
            <a:ext cx="11048829" cy="3977640"/>
          </a:xfrm>
          <a:prstGeom prst="rect">
            <a:avLst/>
          </a:prstGeom>
        </p:spPr>
        <p:txBody>
          <a:bodyPr vert="horz" lIns="0" tIns="0" rIns="0" bIns="0" rtlCol="0">
            <a:noAutofit/>
          </a:bodyPr>
          <a:lstStyle/>
          <a:p>
            <a:pPr lvl="0"/>
            <a:r>
              <a:rPr lang="en-US"/>
              <a:t>Click to edit Master text styles</a:t>
            </a:r>
          </a:p>
          <a:p>
            <a:pPr lvl="1"/>
            <a:r>
              <a:rPr lang="en-US"/>
              <a:t>First-level bullet</a:t>
            </a:r>
          </a:p>
          <a:p>
            <a:pPr lvl="2"/>
            <a:r>
              <a:rPr lang="en-US"/>
              <a:t>Second-level bullet</a:t>
            </a:r>
          </a:p>
          <a:p>
            <a:pPr lvl="3"/>
            <a:r>
              <a:rPr lang="en-US"/>
              <a:t>Third-level bullet</a:t>
            </a:r>
          </a:p>
          <a:p>
            <a:pPr lvl="4"/>
            <a:r>
              <a:rPr lang="en-US"/>
              <a:t>Fourth-level bullet</a:t>
            </a:r>
          </a:p>
          <a:p>
            <a:pPr lvl="5"/>
            <a:r>
              <a:rPr lang="en-US"/>
              <a:t>Fifth-level bullet</a:t>
            </a:r>
          </a:p>
          <a:p>
            <a:pPr lvl="6"/>
            <a:r>
              <a:rPr lang="en-US"/>
              <a:t>Sixth-level bullet</a:t>
            </a:r>
          </a:p>
          <a:p>
            <a:pPr lvl="7"/>
            <a:r>
              <a:rPr lang="en-US"/>
              <a:t>Seventh-level bullet</a:t>
            </a:r>
          </a:p>
          <a:p>
            <a:pPr lvl="8"/>
            <a:r>
              <a:rPr lang="en-US"/>
              <a:t>Eighth-level bullet</a:t>
            </a:r>
          </a:p>
        </p:txBody>
      </p:sp>
    </p:spTree>
    <p:extLst>
      <p:ext uri="{BB962C8B-B14F-4D97-AF65-F5344CB8AC3E}">
        <p14:creationId xmlns:p14="http://schemas.microsoft.com/office/powerpoint/2010/main" val="831138142"/>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 id="2147483698" r:id="rId6"/>
    <p:sldLayoutId id="2147483699" r:id="rId7"/>
    <p:sldLayoutId id="2147483700" r:id="rId8"/>
    <p:sldLayoutId id="2147483704" r:id="rId9"/>
    <p:sldLayoutId id="2147483705" r:id="rId10"/>
  </p:sldLayoutIdLst>
  <p:txStyles>
    <p:titleStyle>
      <a:lvl1pPr algn="l" defTabSz="457063" rtl="0" eaLnBrk="1" latinLnBrk="0" hangingPunct="1">
        <a:lnSpc>
          <a:spcPct val="90000"/>
        </a:lnSpc>
        <a:spcBef>
          <a:spcPct val="0"/>
        </a:spcBef>
        <a:buNone/>
        <a:defRPr sz="2599" b="1" kern="1200">
          <a:solidFill>
            <a:schemeClr val="tx2"/>
          </a:solidFill>
          <a:latin typeface="+mj-lt"/>
          <a:ea typeface="+mj-ea"/>
          <a:cs typeface="+mj-cs"/>
        </a:defRPr>
      </a:lvl1pPr>
    </p:titleStyle>
    <p:bodyStyle>
      <a:lvl1pPr marL="0" indent="0" algn="l" defTabSz="457063" rtl="0" eaLnBrk="1" fontAlgn="ctr" latinLnBrk="0" hangingPunct="1">
        <a:lnSpc>
          <a:spcPct val="100000"/>
        </a:lnSpc>
        <a:spcBef>
          <a:spcPts val="1799"/>
        </a:spcBef>
        <a:buClrTx/>
        <a:buFont typeface="Arial"/>
        <a:buNone/>
        <a:defRPr sz="1300" b="0" kern="1200">
          <a:solidFill>
            <a:schemeClr val="tx2"/>
          </a:solidFill>
          <a:latin typeface="+mn-lt"/>
          <a:ea typeface="+mn-ea"/>
          <a:cs typeface="+mn-cs"/>
        </a:defRPr>
      </a:lvl1pPr>
      <a:lvl2pPr marL="171399" indent="-171399" algn="l" defTabSz="457063" rtl="0" eaLnBrk="1" fontAlgn="ctr" latinLnBrk="0" hangingPunct="1">
        <a:lnSpc>
          <a:spcPct val="100000"/>
        </a:lnSpc>
        <a:spcBef>
          <a:spcPts val="1200"/>
        </a:spcBef>
        <a:buClrTx/>
        <a:buFont typeface="Arial"/>
        <a:buChar char="•"/>
        <a:defRPr sz="1300" kern="1200">
          <a:solidFill>
            <a:schemeClr val="tx2"/>
          </a:solidFill>
          <a:latin typeface="+mn-lt"/>
          <a:ea typeface="+mn-ea"/>
          <a:cs typeface="+mn-cs"/>
        </a:defRPr>
      </a:lvl2pPr>
      <a:lvl3pPr marL="342797" indent="-171399" algn="l" defTabSz="457063" rtl="0" eaLnBrk="1" fontAlgn="ctr" latinLnBrk="0" hangingPunct="1">
        <a:lnSpc>
          <a:spcPct val="100000"/>
        </a:lnSpc>
        <a:spcBef>
          <a:spcPts val="600"/>
        </a:spcBef>
        <a:buClrTx/>
        <a:buFont typeface="CVS Health Sans"/>
        <a:buChar char="–"/>
        <a:defRPr sz="1300" kern="1200" baseline="0">
          <a:solidFill>
            <a:schemeClr val="tx2"/>
          </a:solidFill>
          <a:latin typeface="+mn-lt"/>
          <a:ea typeface="+mn-ea"/>
          <a:cs typeface="+mn-cs"/>
        </a:defRPr>
      </a:lvl3pPr>
      <a:lvl4pPr marL="514196" indent="-171399" algn="l" defTabSz="457063" rtl="0" eaLnBrk="1" fontAlgn="ctr" latinLnBrk="0" hangingPunct="1">
        <a:lnSpc>
          <a:spcPct val="100000"/>
        </a:lnSpc>
        <a:spcBef>
          <a:spcPts val="600"/>
        </a:spcBef>
        <a:buClrTx/>
        <a:buFont typeface="Arial"/>
        <a:buChar char="•"/>
        <a:defRPr sz="1300" kern="1200">
          <a:solidFill>
            <a:schemeClr val="tx2"/>
          </a:solidFill>
          <a:latin typeface="+mn-lt"/>
          <a:ea typeface="+mn-ea"/>
          <a:cs typeface="+mn-cs"/>
        </a:defRPr>
      </a:lvl4pPr>
      <a:lvl5pPr marL="685594" indent="-171399" algn="l" defTabSz="457063" rtl="0" eaLnBrk="1" fontAlgn="ctr" latinLnBrk="0" hangingPunct="1">
        <a:lnSpc>
          <a:spcPct val="100000"/>
        </a:lnSpc>
        <a:spcBef>
          <a:spcPts val="600"/>
        </a:spcBef>
        <a:buClrTx/>
        <a:buFont typeface="Arial" panose="020B0604020202020204" pitchFamily="34" charset="0"/>
        <a:buChar char="–"/>
        <a:defRPr sz="1300" kern="1200" baseline="0">
          <a:solidFill>
            <a:schemeClr val="tx2"/>
          </a:solidFill>
          <a:latin typeface="+mn-lt"/>
          <a:ea typeface="+mn-ea"/>
          <a:cs typeface="+mn-cs"/>
        </a:defRPr>
      </a:lvl5pPr>
      <a:lvl6pPr marL="856993" indent="-171399" algn="l" defTabSz="457063" rtl="0" eaLnBrk="1" fontAlgn="ctr" latinLnBrk="0" hangingPunct="1">
        <a:lnSpc>
          <a:spcPct val="100000"/>
        </a:lnSpc>
        <a:spcBef>
          <a:spcPts val="600"/>
        </a:spcBef>
        <a:buClrTx/>
        <a:buFont typeface="Arial" panose="020B0604020202020204" pitchFamily="34" charset="0"/>
        <a:buChar char="•"/>
        <a:defRPr sz="1300" kern="1200">
          <a:solidFill>
            <a:schemeClr val="tx2"/>
          </a:solidFill>
          <a:latin typeface="+mn-lt"/>
          <a:ea typeface="+mn-ea"/>
          <a:cs typeface="+mn-cs"/>
        </a:defRPr>
      </a:lvl6pPr>
      <a:lvl7pPr marL="1028391" indent="-165050" algn="l" defTabSz="457063" rtl="0" eaLnBrk="1" fontAlgn="ctr" latinLnBrk="0" hangingPunct="1">
        <a:lnSpc>
          <a:spcPct val="100000"/>
        </a:lnSpc>
        <a:spcBef>
          <a:spcPts val="600"/>
        </a:spcBef>
        <a:buClrTx/>
        <a:buFont typeface="Arial" panose="020B0604020202020204" pitchFamily="34" charset="0"/>
        <a:buChar char="–"/>
        <a:defRPr sz="1300" kern="1200">
          <a:solidFill>
            <a:schemeClr val="tx2"/>
          </a:solidFill>
          <a:latin typeface="+mn-lt"/>
          <a:ea typeface="+mn-ea"/>
          <a:cs typeface="+mn-cs"/>
        </a:defRPr>
      </a:lvl7pPr>
      <a:lvl8pPr marL="1206138" indent="-177747" algn="l" defTabSz="457063" rtl="0" eaLnBrk="1" fontAlgn="ctr" latinLnBrk="0" hangingPunct="1">
        <a:lnSpc>
          <a:spcPct val="100000"/>
        </a:lnSpc>
        <a:spcBef>
          <a:spcPts val="600"/>
        </a:spcBef>
        <a:buClrTx/>
        <a:buFont typeface="Arial"/>
        <a:buChar char="•"/>
        <a:defRPr sz="1300" kern="1200">
          <a:solidFill>
            <a:schemeClr val="tx2"/>
          </a:solidFill>
          <a:latin typeface="+mn-lt"/>
          <a:ea typeface="+mn-ea"/>
          <a:cs typeface="+mn-cs"/>
        </a:defRPr>
      </a:lvl8pPr>
      <a:lvl9pPr marL="1371189" indent="-165050" algn="l" defTabSz="457063" rtl="0" eaLnBrk="1" fontAlgn="ctr" latinLnBrk="0" hangingPunct="1">
        <a:lnSpc>
          <a:spcPct val="100000"/>
        </a:lnSpc>
        <a:spcBef>
          <a:spcPts val="600"/>
        </a:spcBef>
        <a:buClrTx/>
        <a:buFont typeface="Arial" panose="020B0604020202020204" pitchFamily="34" charset="0"/>
        <a:buChar char="–"/>
        <a:defRPr sz="1300" kern="1200">
          <a:solidFill>
            <a:schemeClr val="tx2"/>
          </a:solidFill>
          <a:latin typeface="+mn-lt"/>
          <a:ea typeface="+mn-ea"/>
          <a:cs typeface="+mn-cs"/>
        </a:defRPr>
      </a:lvl9pPr>
    </p:bodyStyle>
    <p:otherStyle>
      <a:defPPr>
        <a:defRPr lang="en-US"/>
      </a:defPPr>
      <a:lvl1pPr marL="0" algn="l" defTabSz="457063" rtl="0" eaLnBrk="1" fontAlgn="ctr" latinLnBrk="0" hangingPunct="1">
        <a:defRPr sz="1500" kern="1500">
          <a:solidFill>
            <a:schemeClr val="tx1"/>
          </a:solidFill>
          <a:latin typeface="+mn-lt"/>
          <a:ea typeface="+mn-ea"/>
          <a:cs typeface="+mn-cs"/>
        </a:defRPr>
      </a:lvl1pPr>
      <a:lvl2pPr marL="0" algn="r" defTabSz="457063" rtl="0" eaLnBrk="1" fontAlgn="ctr" latinLnBrk="0" hangingPunct="1">
        <a:defRPr sz="1500" kern="1500">
          <a:solidFill>
            <a:schemeClr val="tx1"/>
          </a:solidFill>
          <a:latin typeface="+mn-lt"/>
          <a:ea typeface="+mn-ea"/>
          <a:cs typeface="+mn-cs"/>
        </a:defRPr>
      </a:lvl2pPr>
      <a:lvl3pPr marL="0" algn="ctr" defTabSz="457063" rtl="0" eaLnBrk="1" fontAlgn="ctr" latinLnBrk="0" hangingPunct="1">
        <a:defRPr sz="1500" kern="1500">
          <a:solidFill>
            <a:schemeClr val="tx1"/>
          </a:solidFill>
          <a:latin typeface="+mn-lt"/>
          <a:ea typeface="+mn-ea"/>
          <a:cs typeface="+mn-cs"/>
        </a:defRPr>
      </a:lvl3pPr>
      <a:lvl4pPr marL="0" algn="l" defTabSz="457063" rtl="0" eaLnBrk="1" fontAlgn="ctr" latinLnBrk="0" hangingPunct="1">
        <a:defRPr sz="1500" kern="1500">
          <a:solidFill>
            <a:schemeClr val="tx1"/>
          </a:solidFill>
          <a:latin typeface="+mn-lt"/>
          <a:ea typeface="+mn-ea"/>
          <a:cs typeface="+mn-cs"/>
        </a:defRPr>
      </a:lvl4pPr>
      <a:lvl5pPr marL="0" algn="r" defTabSz="457063" rtl="0" eaLnBrk="1" fontAlgn="ctr" latinLnBrk="0" hangingPunct="1">
        <a:defRPr sz="1500" kern="1500">
          <a:solidFill>
            <a:schemeClr val="tx1"/>
          </a:solidFill>
          <a:latin typeface="+mn-lt"/>
          <a:ea typeface="+mn-ea"/>
          <a:cs typeface="+mn-cs"/>
        </a:defRPr>
      </a:lvl5pPr>
      <a:lvl6pPr marL="0" algn="ctr" defTabSz="457063" rtl="0" eaLnBrk="1" fontAlgn="ctr" latinLnBrk="0" hangingPunct="1">
        <a:defRPr sz="1500" kern="1500">
          <a:solidFill>
            <a:schemeClr val="tx1"/>
          </a:solidFill>
          <a:latin typeface="+mn-lt"/>
          <a:ea typeface="+mn-ea"/>
          <a:cs typeface="+mn-cs"/>
        </a:defRPr>
      </a:lvl6pPr>
      <a:lvl7pPr marL="0" algn="l" defTabSz="457063" rtl="0" eaLnBrk="1" fontAlgn="ctr" latinLnBrk="0" hangingPunct="1">
        <a:defRPr sz="1500" kern="1500">
          <a:solidFill>
            <a:schemeClr val="tx1"/>
          </a:solidFill>
          <a:latin typeface="+mn-lt"/>
          <a:ea typeface="+mn-ea"/>
          <a:cs typeface="+mn-cs"/>
        </a:defRPr>
      </a:lvl7pPr>
      <a:lvl8pPr marL="0" algn="r" defTabSz="457063" rtl="0" eaLnBrk="1" fontAlgn="ctr" latinLnBrk="0" hangingPunct="1">
        <a:defRPr sz="1500" kern="1500">
          <a:solidFill>
            <a:schemeClr val="tx1"/>
          </a:solidFill>
          <a:latin typeface="+mn-lt"/>
          <a:ea typeface="+mn-ea"/>
          <a:cs typeface="+mn-cs"/>
        </a:defRPr>
      </a:lvl8pPr>
      <a:lvl9pPr marL="0" algn="ctr" defTabSz="457063" rtl="0" eaLnBrk="1" fontAlgn="ctr" latinLnBrk="0" hangingPunct="1">
        <a:defRPr sz="1500" kern="15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2">
          <p15:clr>
            <a:srgbClr val="F26B43"/>
          </p15:clr>
        </p15:guide>
        <p15:guide id="2" pos="191">
          <p15:clr>
            <a:srgbClr val="F26B43"/>
          </p15:clr>
        </p15:guide>
        <p15:guide id="3" pos="7487">
          <p15:clr>
            <a:srgbClr val="F26B43"/>
          </p15:clr>
        </p15:guide>
        <p15:guide id="4" orient="horz" pos="360">
          <p15:clr>
            <a:srgbClr val="F26B43"/>
          </p15:clr>
        </p15:guide>
        <p15:guide id="5" orient="horz" pos="3984">
          <p15:clr>
            <a:srgbClr val="F26B43"/>
          </p15:clr>
        </p15:guide>
        <p15:guide id="6" orient="horz" pos="4116">
          <p15:clr>
            <a:srgbClr val="F26B43"/>
          </p15:clr>
        </p15:guide>
        <p15:guide id="7" orient="horz" pos="3824">
          <p15:clr>
            <a:srgbClr val="F26B43"/>
          </p15:clr>
        </p15:guide>
        <p15:guide id="8" orient="horz" pos="928">
          <p15:clr>
            <a:srgbClr val="F26B43"/>
          </p15:clr>
        </p15:guide>
        <p15:guide id="9" pos="335">
          <p15:clr>
            <a:srgbClr val="F26B43"/>
          </p15:clr>
        </p15:guide>
        <p15:guide id="10" pos="73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Guiding Principles: Ingestion, Transformation &amp; Analytics</a:t>
            </a:r>
            <a:br/>
            <a:br/>
            <a:r>
              <a:rPr sz="2000" b="0"/>
              <a:t>October 14,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87375" y="1494292"/>
            <a:ext cx="11028363" cy="560000"/>
          </a:xfrm>
        </p:spPr>
        <p:txBody>
          <a:bodyPr/>
          <a:lstStyle/>
          <a:p>
            <a:pPr>
              <a:spcBef>
                <a:spcPts val="0"/>
              </a:spcBef>
            </a:pPr>
            <a:r>
              <a:rPr sz="1200" b="0"/>
              <a:t>Our approach starts from how data will be used. We </a:t>
            </a:r>
            <a:r>
              <a:rPr sz="1200" b="1"/>
              <a:t>consolidate where analytics do not need the detail</a:t>
            </a:r>
            <a:r>
              <a:rPr sz="1200" b="0"/>
              <a:t> and </a:t>
            </a:r>
            <a:r>
              <a:rPr sz="1200" b="1"/>
              <a:t>keep granularity where they do</a:t>
            </a:r>
            <a:r>
              <a:rPr sz="1200" b="0"/>
              <a:t>, so each layer balances efficiency with detail.</a:t>
            </a:r>
          </a:p>
        </p:txBody>
      </p:sp>
      <p:sp>
        <p:nvSpPr>
          <p:cNvPr id="3" name="Title 2"/>
          <p:cNvSpPr>
            <a:spLocks noGrp="1"/>
          </p:cNvSpPr>
          <p:nvPr>
            <p:ph type="title"/>
          </p:nvPr>
        </p:nvSpPr>
        <p:spPr/>
        <p:txBody>
          <a:bodyPr/>
          <a:lstStyle/>
          <a:p>
            <a:r>
              <a:t>Guiding Principles – The Core Idea</a:t>
            </a:r>
            <a:br/>
            <a:r>
              <a:rPr sz="1600" b="0"/>
              <a:t>Structure inputs from the outputs back</a:t>
            </a:r>
          </a:p>
        </p:txBody>
      </p:sp>
      <p:sp>
        <p:nvSpPr>
          <p:cNvPr id="4" name="TextBox 3"/>
          <p:cNvSpPr txBox="1"/>
          <p:nvPr/>
        </p:nvSpPr>
        <p:spPr>
          <a:xfrm>
            <a:off x="587375" y="6180000"/>
            <a:ext cx="10900000" cy="160000"/>
          </a:xfrm>
          <a:prstGeom prst="rect">
            <a:avLst/>
          </a:prstGeom>
          <a:noFill/>
        </p:spPr>
        <p:txBody>
          <a:bodyPr wrap="none" lIns="0">
            <a:spAutoFit/>
          </a:bodyPr>
          <a:lstStyle/>
          <a:p>
            <a:pPr algn="l"/>
            <a:r>
              <a:rPr sz="800" b="0">
                <a:solidFill>
                  <a:srgbClr val="595959"/>
                </a:solidFill>
              </a:rPr>
              <a:t>Source: Workstream B1, B2, C and D methodology documents. Counts are proposals and need CVS approval.</a:t>
            </a:r>
          </a:p>
        </p:txBody>
      </p:sp>
      <p:sp>
        <p:nvSpPr>
          <p:cNvPr id="5" name="Rectangle 4"/>
          <p:cNvSpPr/>
          <p:nvPr/>
        </p:nvSpPr>
        <p:spPr>
          <a:xfrm>
            <a:off x="587375" y="2260000"/>
            <a:ext cx="2640000" cy="3815436"/>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500" b="1">
                <a:solidFill>
                  <a:srgbClr val="3F3F3F"/>
                </a:solidFill>
              </a:rPr>
              <a:t>1. Sources</a:t>
            </a:r>
          </a:p>
          <a:p>
            <a:pPr>
              <a:spcBef>
                <a:spcPts val="1000"/>
              </a:spcBef>
              <a:spcAft>
                <a:spcPts val="300"/>
              </a:spcAft>
            </a:pPr>
            <a:r>
              <a:rPr sz="1300" b="1">
                <a:solidFill>
                  <a:srgbClr val="0A4B8C"/>
                </a:solidFill>
              </a:rPr>
              <a:t>Scale</a:t>
            </a:r>
          </a:p>
          <a:p>
            <a:pPr>
              <a:spcBef>
                <a:spcPts val="0"/>
              </a:spcBef>
              <a:spcAft>
                <a:spcPts val="0"/>
              </a:spcAft>
            </a:pPr>
            <a:r>
              <a:rPr sz="1200" b="0">
                <a:solidFill>
                  <a:srgbClr val="3F3F3F"/>
                </a:solidFill>
              </a:rPr>
              <a:t>12,910 Splunk sourcetypes</a:t>
            </a:r>
          </a:p>
          <a:p>
            <a:pPr>
              <a:spcBef>
                <a:spcPts val="1000"/>
              </a:spcBef>
              <a:spcAft>
                <a:spcPts val="300"/>
              </a:spcAft>
            </a:pPr>
            <a:r>
              <a:rPr sz="1300" b="1">
                <a:solidFill>
                  <a:srgbClr val="0A4B8C"/>
                </a:solidFill>
              </a:rPr>
              <a:t>Efficient (coarse)</a:t>
            </a:r>
          </a:p>
          <a:p>
            <a:pPr marL="171450" indent="-171450">
              <a:spcBef>
                <a:spcPts val="0"/>
              </a:spcBef>
              <a:spcAft>
                <a:spcPts val="300"/>
              </a:spcAft>
              <a:buFont typeface="Arial"/>
              <a:buChar char="•"/>
            </a:pPr>
            <a:r>
              <a:rPr sz="1200" b="0">
                <a:solidFill>
                  <a:srgbClr val="3F3F3F"/>
                </a:solidFill>
              </a:rPr>
              <a:t>Grouped into ~250–300 source families</a:t>
            </a:r>
          </a:p>
          <a:p>
            <a:pPr>
              <a:spcBef>
                <a:spcPts val="1000"/>
              </a:spcBef>
              <a:spcAft>
                <a:spcPts val="300"/>
              </a:spcAft>
            </a:pPr>
            <a:r>
              <a:rPr sz="1300" b="1">
                <a:solidFill>
                  <a:srgbClr val="0A4B8C"/>
                </a:solidFill>
              </a:rPr>
              <a:t>Granular (detail kept)</a:t>
            </a:r>
          </a:p>
          <a:p>
            <a:pPr marL="171450" indent="-171450">
              <a:spcBef>
                <a:spcPts val="0"/>
              </a:spcBef>
              <a:spcAft>
                <a:spcPts val="300"/>
              </a:spcAft>
              <a:buFont typeface="Arial"/>
              <a:buChar char="•"/>
            </a:pPr>
            <a:r>
              <a:rPr sz="1200" b="0">
                <a:solidFill>
                  <a:srgbClr val="3F3F3F"/>
                </a:solidFill>
              </a:rPr>
              <a:t>Every field stays in the raw event</a:t>
            </a:r>
          </a:p>
        </p:txBody>
      </p:sp>
      <p:sp>
        <p:nvSpPr>
          <p:cNvPr id="6" name="Chevron 5"/>
          <p:cNvSpPr/>
          <p:nvPr/>
        </p:nvSpPr>
        <p:spPr>
          <a:xfrm>
            <a:off x="3191375" y="3984838"/>
            <a:ext cx="228600" cy="320000"/>
          </a:xfrm>
          <a:prstGeom prst="chevron">
            <a:avLst/>
          </a:prstGeom>
          <a:solidFill>
            <a:srgbClr val="3F3F3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383375" y="2260000"/>
            <a:ext cx="2640000" cy="3815436"/>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500" b="1">
                <a:solidFill>
                  <a:srgbClr val="3F3F3F"/>
                </a:solidFill>
              </a:rPr>
              <a:t>2. Bronze</a:t>
            </a:r>
          </a:p>
          <a:p>
            <a:pPr>
              <a:spcBef>
                <a:spcPts val="1000"/>
              </a:spcBef>
              <a:spcAft>
                <a:spcPts val="300"/>
              </a:spcAft>
            </a:pPr>
            <a:r>
              <a:rPr sz="1300" b="1">
                <a:solidFill>
                  <a:srgbClr val="0A4B8C"/>
                </a:solidFill>
              </a:rPr>
              <a:t>Scale</a:t>
            </a:r>
          </a:p>
          <a:p>
            <a:pPr>
              <a:spcBef>
                <a:spcPts val="0"/>
              </a:spcBef>
              <a:spcAft>
                <a:spcPts val="0"/>
              </a:spcAft>
            </a:pPr>
            <a:r>
              <a:rPr sz="1200" b="0">
                <a:solidFill>
                  <a:srgbClr val="3F3F3F"/>
                </a:solidFill>
              </a:rPr>
              <a:t>~25–50 Bronze tables</a:t>
            </a:r>
          </a:p>
          <a:p>
            <a:pPr>
              <a:spcBef>
                <a:spcPts val="1000"/>
              </a:spcBef>
              <a:spcAft>
                <a:spcPts val="300"/>
              </a:spcAft>
            </a:pPr>
            <a:r>
              <a:rPr sz="1300" b="1">
                <a:solidFill>
                  <a:srgbClr val="0A4B8C"/>
                </a:solidFill>
              </a:rPr>
              <a:t>Efficient (coarse)</a:t>
            </a:r>
          </a:p>
          <a:p>
            <a:pPr marL="171450" indent="-171450">
              <a:spcBef>
                <a:spcPts val="0"/>
              </a:spcBef>
              <a:spcAft>
                <a:spcPts val="300"/>
              </a:spcAft>
              <a:buFont typeface="Arial"/>
              <a:buChar char="•"/>
            </a:pPr>
            <a:r>
              <a:rPr sz="1200" b="0">
                <a:solidFill>
                  <a:srgbClr val="3F3F3F"/>
                </a:solidFill>
              </a:rPr>
              <a:t>One table per family group, not per sourcetype</a:t>
            </a:r>
          </a:p>
          <a:p>
            <a:pPr>
              <a:spcBef>
                <a:spcPts val="1000"/>
              </a:spcBef>
              <a:spcAft>
                <a:spcPts val="300"/>
              </a:spcAft>
            </a:pPr>
            <a:r>
              <a:rPr sz="1300" b="1">
                <a:solidFill>
                  <a:srgbClr val="0A4B8C"/>
                </a:solidFill>
              </a:rPr>
              <a:t>Granular (detail kept)</a:t>
            </a:r>
          </a:p>
          <a:p>
            <a:pPr marL="171450" indent="-171450">
              <a:spcBef>
                <a:spcPts val="0"/>
              </a:spcBef>
              <a:spcAft>
                <a:spcPts val="300"/>
              </a:spcAft>
              <a:buFont typeface="Arial"/>
              <a:buChar char="•"/>
            </a:pPr>
            <a:r>
              <a:rPr sz="1200" b="0">
                <a:solidFill>
                  <a:srgbClr val="3F3F3F"/>
                </a:solidFill>
              </a:rPr>
              <a:t>Deployment, cluster and host kept as columns</a:t>
            </a:r>
          </a:p>
        </p:txBody>
      </p:sp>
      <p:sp>
        <p:nvSpPr>
          <p:cNvPr id="8" name="Chevron 7"/>
          <p:cNvSpPr/>
          <p:nvPr/>
        </p:nvSpPr>
        <p:spPr>
          <a:xfrm>
            <a:off x="5987375" y="3984838"/>
            <a:ext cx="228600" cy="320000"/>
          </a:xfrm>
          <a:prstGeom prst="chevron">
            <a:avLst/>
          </a:prstGeom>
          <a:solidFill>
            <a:srgbClr val="3F3F3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9375" y="2260000"/>
            <a:ext cx="2640000" cy="3815436"/>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500" b="1">
                <a:solidFill>
                  <a:srgbClr val="3F3F3F"/>
                </a:solidFill>
              </a:rPr>
              <a:t>3. Silver</a:t>
            </a:r>
          </a:p>
          <a:p>
            <a:pPr>
              <a:spcBef>
                <a:spcPts val="1000"/>
              </a:spcBef>
              <a:spcAft>
                <a:spcPts val="300"/>
              </a:spcAft>
            </a:pPr>
            <a:r>
              <a:rPr sz="1300" b="1">
                <a:solidFill>
                  <a:srgbClr val="0A4B8C"/>
                </a:solidFill>
              </a:rPr>
              <a:t>Scale</a:t>
            </a:r>
          </a:p>
          <a:p>
            <a:pPr>
              <a:spcBef>
                <a:spcPts val="0"/>
              </a:spcBef>
              <a:spcAft>
                <a:spcPts val="0"/>
              </a:spcAft>
            </a:pPr>
            <a:r>
              <a:rPr sz="1200" b="0">
                <a:solidFill>
                  <a:srgbClr val="3F3F3F"/>
                </a:solidFill>
              </a:rPr>
              <a:t>68–150 tables, 9 domains</a:t>
            </a:r>
          </a:p>
          <a:p>
            <a:pPr>
              <a:spcBef>
                <a:spcPts val="1000"/>
              </a:spcBef>
              <a:spcAft>
                <a:spcPts val="300"/>
              </a:spcAft>
            </a:pPr>
            <a:r>
              <a:rPr sz="1300" b="1">
                <a:solidFill>
                  <a:srgbClr val="0A4B8C"/>
                </a:solidFill>
              </a:rPr>
              <a:t>Efficient (coarse)</a:t>
            </a:r>
          </a:p>
          <a:p>
            <a:pPr marL="171450" indent="-171450">
              <a:spcBef>
                <a:spcPts val="0"/>
              </a:spcBef>
              <a:spcAft>
                <a:spcPts val="300"/>
              </a:spcAft>
              <a:buFont typeface="Arial"/>
              <a:buChar char="•"/>
            </a:pPr>
            <a:r>
              <a:rPr sz="1200" b="0">
                <a:solidFill>
                  <a:srgbClr val="3F3F3F"/>
                </a:solidFill>
              </a:rPr>
              <a:t>Built from 18–22 reusable templates</a:t>
            </a:r>
          </a:p>
          <a:p>
            <a:pPr>
              <a:spcBef>
                <a:spcPts val="1000"/>
              </a:spcBef>
              <a:spcAft>
                <a:spcPts val="300"/>
              </a:spcAft>
            </a:pPr>
            <a:r>
              <a:rPr sz="1300" b="1">
                <a:solidFill>
                  <a:srgbClr val="0A4B8C"/>
                </a:solidFill>
              </a:rPr>
              <a:t>Granular (detail kept)</a:t>
            </a:r>
          </a:p>
          <a:p>
            <a:pPr marL="171450" indent="-171450">
              <a:spcBef>
                <a:spcPts val="0"/>
              </a:spcBef>
              <a:spcAft>
                <a:spcPts val="300"/>
              </a:spcAft>
              <a:buFont typeface="Arial"/>
              <a:buChar char="•"/>
            </a:pPr>
            <a:r>
              <a:rPr sz="1200" b="0">
                <a:solidFill>
                  <a:srgbClr val="3F3F3F"/>
                </a:solidFill>
              </a:rPr>
              <a:t>Event-level, normalized, joined to 15 shared dimensions</a:t>
            </a:r>
          </a:p>
        </p:txBody>
      </p:sp>
      <p:sp>
        <p:nvSpPr>
          <p:cNvPr id="10" name="Chevron 9"/>
          <p:cNvSpPr/>
          <p:nvPr/>
        </p:nvSpPr>
        <p:spPr>
          <a:xfrm>
            <a:off x="8783375" y="3984838"/>
            <a:ext cx="228600" cy="320000"/>
          </a:xfrm>
          <a:prstGeom prst="chevron">
            <a:avLst/>
          </a:prstGeom>
          <a:solidFill>
            <a:srgbClr val="3F3F3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975375" y="2260000"/>
            <a:ext cx="2640000" cy="3815436"/>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500" b="1">
                <a:solidFill>
                  <a:srgbClr val="3F3F3F"/>
                </a:solidFill>
              </a:rPr>
              <a:t>4. Gold</a:t>
            </a:r>
          </a:p>
          <a:p>
            <a:pPr>
              <a:spcBef>
                <a:spcPts val="1000"/>
              </a:spcBef>
              <a:spcAft>
                <a:spcPts val="300"/>
              </a:spcAft>
            </a:pPr>
            <a:r>
              <a:rPr sz="1300" b="1">
                <a:solidFill>
                  <a:srgbClr val="0A4B8C"/>
                </a:solidFill>
              </a:rPr>
              <a:t>Scale</a:t>
            </a:r>
          </a:p>
          <a:p>
            <a:pPr>
              <a:spcBef>
                <a:spcPts val="0"/>
              </a:spcBef>
              <a:spcAft>
                <a:spcPts val="0"/>
              </a:spcAft>
            </a:pPr>
            <a:r>
              <a:rPr sz="1200" b="0">
                <a:solidFill>
                  <a:srgbClr val="3F3F3F"/>
                </a:solidFill>
              </a:rPr>
              <a:t>12 data products</a:t>
            </a:r>
          </a:p>
          <a:p>
            <a:pPr>
              <a:spcBef>
                <a:spcPts val="1000"/>
              </a:spcBef>
              <a:spcAft>
                <a:spcPts val="300"/>
              </a:spcAft>
            </a:pPr>
            <a:r>
              <a:rPr sz="1300" b="1">
                <a:solidFill>
                  <a:srgbClr val="0A4B8C"/>
                </a:solidFill>
              </a:rPr>
              <a:t>Efficient (coarse)</a:t>
            </a:r>
          </a:p>
          <a:p>
            <a:pPr marL="171450" indent="-171450">
              <a:spcBef>
                <a:spcPts val="0"/>
              </a:spcBef>
              <a:spcAft>
                <a:spcPts val="300"/>
              </a:spcAft>
              <a:buFont typeface="Arial"/>
              <a:buChar char="•"/>
            </a:pPr>
            <a:r>
              <a:rPr sz="1200" b="0">
                <a:solidFill>
                  <a:srgbClr val="3F3F3F"/>
                </a:solidFill>
              </a:rPr>
              <a:t>Pre-aggregated for the most-queried views</a:t>
            </a:r>
          </a:p>
          <a:p>
            <a:pPr>
              <a:spcBef>
                <a:spcPts val="1000"/>
              </a:spcBef>
              <a:spcAft>
                <a:spcPts val="300"/>
              </a:spcAft>
            </a:pPr>
            <a:r>
              <a:rPr sz="1300" b="1">
                <a:solidFill>
                  <a:srgbClr val="0A4B8C"/>
                </a:solidFill>
              </a:rPr>
              <a:t>Granular (detail kept)</a:t>
            </a:r>
          </a:p>
          <a:p>
            <a:pPr marL="171450" indent="-171450">
              <a:spcBef>
                <a:spcPts val="0"/>
              </a:spcBef>
              <a:spcAft>
                <a:spcPts val="300"/>
              </a:spcAft>
              <a:buFont typeface="Arial"/>
              <a:buChar char="•"/>
            </a:pPr>
            <a:r>
              <a:rPr sz="1200" b="0">
                <a:solidFill>
                  <a:srgbClr val="3F3F3F"/>
                </a:solidFill>
              </a:rPr>
              <a:t>Drill through to Silver for event detail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87375" y="1494292"/>
            <a:ext cx="11028363" cy="560000"/>
          </a:xfrm>
        </p:spPr>
        <p:txBody>
          <a:bodyPr/>
          <a:lstStyle/>
          <a:p>
            <a:pPr>
              <a:spcBef>
                <a:spcPts val="0"/>
              </a:spcBef>
            </a:pPr>
            <a:r>
              <a:rPr sz="1200" b="0"/>
              <a:t>Ingestion lands every source in a small number of governed Bronze tables. </a:t>
            </a:r>
            <a:r>
              <a:rPr sz="1200" b="1"/>
              <a:t>Detail is kept as columns, not as tables</a:t>
            </a:r>
            <a:r>
              <a:rPr sz="1200" b="0"/>
              <a:t>, and raw payloads stay replayable.</a:t>
            </a:r>
          </a:p>
        </p:txBody>
      </p:sp>
      <p:sp>
        <p:nvSpPr>
          <p:cNvPr id="3" name="Title 2"/>
          <p:cNvSpPr>
            <a:spLocks noGrp="1"/>
          </p:cNvSpPr>
          <p:nvPr>
            <p:ph type="title"/>
          </p:nvPr>
        </p:nvSpPr>
        <p:spPr/>
        <p:txBody>
          <a:bodyPr/>
          <a:lstStyle/>
          <a:p>
            <a:r>
              <a:t>Guiding Principles – Ingestion</a:t>
            </a:r>
            <a:br/>
            <a:r>
              <a:rPr sz="1600" b="0"/>
              <a:t>Land everything once, cheaply and unmodified</a:t>
            </a:r>
          </a:p>
        </p:txBody>
      </p:sp>
      <p:sp>
        <p:nvSpPr>
          <p:cNvPr id="4" name="TextBox 3"/>
          <p:cNvSpPr txBox="1"/>
          <p:nvPr/>
        </p:nvSpPr>
        <p:spPr>
          <a:xfrm>
            <a:off x="587375" y="6180000"/>
            <a:ext cx="10900000" cy="160000"/>
          </a:xfrm>
          <a:prstGeom prst="rect">
            <a:avLst/>
          </a:prstGeom>
          <a:noFill/>
        </p:spPr>
        <p:txBody>
          <a:bodyPr wrap="none" lIns="0">
            <a:spAutoFit/>
          </a:bodyPr>
          <a:lstStyle/>
          <a:p>
            <a:pPr algn="l"/>
            <a:r>
              <a:rPr sz="800" b="0">
                <a:solidFill>
                  <a:srgbClr val="595959"/>
                </a:solidFill>
              </a:rPr>
              <a:t>Source: B1 §2.2–2.3.2, B2 §2.2, 4.2, 5.4; C §3.4. Hot/warm/cold shares and compute savings are estimates from the methodologies.</a:t>
            </a:r>
          </a:p>
        </p:txBody>
      </p:sp>
      <p:sp>
        <p:nvSpPr>
          <p:cNvPr id="5" name="Rectangle 4"/>
          <p:cNvSpPr/>
          <p:nvPr/>
        </p:nvSpPr>
        <p:spPr>
          <a:xfrm>
            <a:off x="587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1. Consolidate by family</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Group sourcetypes into a few governed Bronze tables, not one per sourcetype or index.</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10,790 Kubernetes sourcetypes collapse to ~40 families</a:t>
            </a:r>
          </a:p>
          <a:p>
            <a:pPr marL="171450" indent="-171450">
              <a:spcBef>
                <a:spcPts val="0"/>
              </a:spcBef>
              <a:spcAft>
                <a:spcPts val="300"/>
              </a:spcAft>
              <a:buFont typeface="Arial"/>
              <a:buChar char="•"/>
            </a:pPr>
            <a:r>
              <a:rPr sz="1200" b="0">
                <a:solidFill>
                  <a:srgbClr val="3F3F3F"/>
                </a:solidFill>
              </a:rPr>
              <a:t>Deployment, namespace, cluster and environment become columns</a:t>
            </a:r>
          </a:p>
        </p:txBody>
      </p:sp>
      <p:sp>
        <p:nvSpPr>
          <p:cNvPr id="6" name="Rectangle 5"/>
          <p:cNvSpPr/>
          <p:nvPr/>
        </p:nvSpPr>
        <p:spPr>
          <a:xfrm>
            <a:off x="3383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2. Land raw and replayable</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Bronze is the unmodified system of record. Business logic waits for Silver.</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Routing, compression and approved filtering only</a:t>
            </a:r>
          </a:p>
          <a:p>
            <a:pPr marL="171450" indent="-171450">
              <a:spcBef>
                <a:spcPts val="0"/>
              </a:spcBef>
              <a:spcAft>
                <a:spcPts val="300"/>
              </a:spcAft>
              <a:buFont typeface="Arial"/>
              <a:buChar char="•"/>
            </a:pPr>
            <a:r>
              <a:rPr sz="1200" b="0">
                <a:solidFill>
                  <a:srgbClr val="3F3F3F"/>
                </a:solidFill>
              </a:rPr>
              <a:t>Checkpointed replay and backfill</a:t>
            </a:r>
          </a:p>
        </p:txBody>
      </p:sp>
      <p:sp>
        <p:nvSpPr>
          <p:cNvPr id="7" name="Rectangle 6"/>
          <p:cNvSpPr/>
          <p:nvPr/>
        </p:nvSpPr>
        <p:spPr>
          <a:xfrm>
            <a:off x="6179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3. Tier by latency need</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Latency follows the contract SLA, not a default to streaming.</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Hot (continuous) ~15%, warm (15 min) ~35%, cold (daily) ~50% of pipelines</a:t>
            </a:r>
          </a:p>
          <a:p>
            <a:pPr marL="171450" indent="-171450">
              <a:spcBef>
                <a:spcPts val="0"/>
              </a:spcBef>
              <a:spcAft>
                <a:spcPts val="300"/>
              </a:spcAft>
              <a:buFont typeface="Arial"/>
              <a:buChar char="•"/>
            </a:pPr>
            <a:r>
              <a:rPr sz="1200" b="0">
                <a:solidFill>
                  <a:srgbClr val="3F3F3F"/>
                </a:solidFill>
              </a:rPr>
              <a:t>60–70% less compute than all-continuous</a:t>
            </a:r>
          </a:p>
        </p:txBody>
      </p:sp>
      <p:sp>
        <p:nvSpPr>
          <p:cNvPr id="8" name="Rectangle 7"/>
          <p:cNvSpPr/>
          <p:nvPr/>
        </p:nvSpPr>
        <p:spPr>
          <a:xfrm>
            <a:off x="8975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4. No contract, no ingestion</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A registered contract gates activation of every source family.</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Owner, classification, schema, SLA and Bronze target</a:t>
            </a:r>
          </a:p>
          <a:p>
            <a:pPr marL="171450" indent="-171450">
              <a:spcBef>
                <a:spcPts val="0"/>
              </a:spcBef>
              <a:spcAft>
                <a:spcPts val="300"/>
              </a:spcAft>
              <a:buFont typeface="Arial"/>
              <a:buChar char="•"/>
            </a:pPr>
            <a:r>
              <a:rPr sz="1200" b="0">
                <a:solidFill>
                  <a:srgbClr val="3F3F3F"/>
                </a:solidFill>
              </a:rPr>
              <a:t>Registered in Unity Catalog</a:t>
            </a:r>
          </a:p>
        </p:txBody>
      </p:sp>
      <p:sp>
        <p:nvSpPr>
          <p:cNvPr id="9" name="Rectangle 8"/>
          <p:cNvSpPr/>
          <p:nvPr/>
        </p:nvSpPr>
        <p:spPr>
          <a:xfrm>
            <a:off x="587375" y="5560000"/>
            <a:ext cx="11028363" cy="430000"/>
          </a:xfrm>
          <a:prstGeom prst="rect">
            <a:avLst/>
          </a:prstGeom>
          <a:solidFill>
            <a:srgbClr val="E4F2F2"/>
          </a:solidFill>
          <a:ln w="9525">
            <a:solidFill>
              <a:srgbClr val="2A9D9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1200" b="1">
                <a:solidFill>
                  <a:srgbClr val="1F2D3D"/>
                </a:solidFill>
              </a:rPr>
              <a:t>Result: 12,910 sourcetypes land in ~25–50 governed Bronze tables with the raw payload preserved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87375" y="1494292"/>
            <a:ext cx="11028363" cy="560000"/>
          </a:xfrm>
        </p:spPr>
        <p:txBody>
          <a:bodyPr/>
          <a:lstStyle/>
          <a:p>
            <a:pPr>
              <a:spcBef>
                <a:spcPts val="0"/>
              </a:spcBef>
            </a:pPr>
            <a:r>
              <a:rPr sz="1200" b="0"/>
              <a:t>Silver turns Bronze into reusable, governed data. We </a:t>
            </a:r>
            <a:r>
              <a:rPr sz="1200" b="1"/>
              <a:t>normalize only where the analytics need it</a:t>
            </a:r>
            <a:r>
              <a:rPr sz="1200" b="0"/>
              <a:t>, build from templates, and join shared context once.</a:t>
            </a:r>
          </a:p>
        </p:txBody>
      </p:sp>
      <p:sp>
        <p:nvSpPr>
          <p:cNvPr id="3" name="Title 2"/>
          <p:cNvSpPr>
            <a:spLocks noGrp="1"/>
          </p:cNvSpPr>
          <p:nvPr>
            <p:ph type="title"/>
          </p:nvPr>
        </p:nvSpPr>
        <p:spPr/>
        <p:txBody>
          <a:bodyPr/>
          <a:lstStyle/>
          <a:p>
            <a:r>
              <a:t>Guiding Principles – Transformation</a:t>
            </a:r>
            <a:br/>
            <a:r>
              <a:rPr sz="1600" b="0"/>
              <a:t>Shape the data once for reuse</a:t>
            </a:r>
          </a:p>
        </p:txBody>
      </p:sp>
      <p:sp>
        <p:nvSpPr>
          <p:cNvPr id="4" name="TextBox 3"/>
          <p:cNvSpPr txBox="1"/>
          <p:nvPr/>
        </p:nvSpPr>
        <p:spPr>
          <a:xfrm>
            <a:off x="587375" y="6180000"/>
            <a:ext cx="10900000" cy="160000"/>
          </a:xfrm>
          <a:prstGeom prst="rect">
            <a:avLst/>
          </a:prstGeom>
          <a:noFill/>
        </p:spPr>
        <p:txBody>
          <a:bodyPr wrap="none" lIns="0">
            <a:spAutoFit/>
          </a:bodyPr>
          <a:lstStyle/>
          <a:p>
            <a:pPr algn="l"/>
            <a:r>
              <a:rPr sz="800" b="0">
                <a:solidFill>
                  <a:srgbClr val="595959"/>
                </a:solidFill>
              </a:rPr>
              <a:t>Source: C §2.2–2.4, 3.1, 4.3, 5.1. Template and table counts are proposals; masking location (Cribl vs Silver) is an open decision.</a:t>
            </a:r>
          </a:p>
        </p:txBody>
      </p:sp>
      <p:sp>
        <p:nvSpPr>
          <p:cNvPr id="5" name="Rectangle 4"/>
          <p:cNvSpPr/>
          <p:nvPr/>
        </p:nvSpPr>
        <p:spPr>
          <a:xfrm>
            <a:off x="587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1. Normalize by need</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Canonical depth follows the analytics use case.</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Tier 1: OCSF/ECS for cross-domain security detection</a:t>
            </a:r>
          </a:p>
          <a:p>
            <a:pPr marL="171450" indent="-171450">
              <a:spcBef>
                <a:spcPts val="0"/>
              </a:spcBef>
              <a:spcAft>
                <a:spcPts val="300"/>
              </a:spcAft>
              <a:buFont typeface="Arial"/>
              <a:buChar char="•"/>
            </a:pPr>
            <a:r>
              <a:rPr sz="1200" b="0">
                <a:solidFill>
                  <a:srgbClr val="3F3F3F"/>
                </a:solidFill>
              </a:rPr>
              <a:t>Tier 2: governed native schema for observability</a:t>
            </a:r>
          </a:p>
          <a:p>
            <a:pPr marL="171450" indent="-171450">
              <a:spcBef>
                <a:spcPts val="0"/>
              </a:spcBef>
              <a:spcAft>
                <a:spcPts val="300"/>
              </a:spcAft>
              <a:buFont typeface="Arial"/>
              <a:buChar char="•"/>
            </a:pPr>
            <a:r>
              <a:rPr sz="1200" b="0">
                <a:solidFill>
                  <a:srgbClr val="3F3F3F"/>
                </a:solidFill>
              </a:rPr>
              <a:t>Tier 3: common metadata envelope on every table</a:t>
            </a:r>
          </a:p>
        </p:txBody>
      </p:sp>
      <p:sp>
        <p:nvSpPr>
          <p:cNvPr id="6" name="Rectangle 5"/>
          <p:cNvSpPr/>
          <p:nvPr/>
        </p:nvSpPr>
        <p:spPr>
          <a:xfrm>
            <a:off x="3383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2. Templates, not one-offs</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Parameterized templates are configured from the contract.</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18–22 templates yield 240–320 pipeline instances</a:t>
            </a:r>
          </a:p>
          <a:p>
            <a:pPr marL="171450" indent="-171450">
              <a:spcBef>
                <a:spcPts val="0"/>
              </a:spcBef>
              <a:spcAft>
                <a:spcPts val="300"/>
              </a:spcAft>
              <a:buFont typeface="Arial"/>
              <a:buChar char="•"/>
            </a:pPr>
            <a:r>
              <a:rPr sz="1200" b="0">
                <a:solidFill>
                  <a:srgbClr val="3F3F3F"/>
                </a:solidFill>
              </a:rPr>
              <a:t>Hot, warm or cold tier set per pipeline</a:t>
            </a:r>
          </a:p>
        </p:txBody>
      </p:sp>
      <p:sp>
        <p:nvSpPr>
          <p:cNvPr id="7" name="Rectangle 6"/>
          <p:cNvSpPr/>
          <p:nvPr/>
        </p:nvSpPr>
        <p:spPr>
          <a:xfrm>
            <a:off x="6179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3. Conform shared context once</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Reusable dimensions give consistent joins across domains.</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15 conformed dimensions (application, asset, user, environment)</a:t>
            </a:r>
          </a:p>
          <a:p>
            <a:pPr marL="171450" indent="-171450">
              <a:spcBef>
                <a:spcPts val="0"/>
              </a:spcBef>
              <a:spcAft>
                <a:spcPts val="300"/>
              </a:spcAft>
              <a:buFont typeface="Arial"/>
              <a:buChar char="•"/>
            </a:pPr>
            <a:r>
              <a:rPr sz="1200" b="0">
                <a:solidFill>
                  <a:srgbClr val="3F3F3F"/>
                </a:solidFill>
              </a:rPr>
              <a:t>History kept for application, asset and service (SCD Type 2)</a:t>
            </a:r>
          </a:p>
        </p:txBody>
      </p:sp>
      <p:sp>
        <p:nvSpPr>
          <p:cNvPr id="8" name="Rectangle 7"/>
          <p:cNvSpPr/>
          <p:nvPr/>
        </p:nvSpPr>
        <p:spPr>
          <a:xfrm>
            <a:off x="8975375" y="2160000"/>
            <a:ext cx="2640000" cy="32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400" b="1">
                <a:solidFill>
                  <a:srgbClr val="3F3F3F"/>
                </a:solidFill>
              </a:rPr>
              <a:t>4. Build quality and protection in</a:t>
            </a:r>
          </a:p>
          <a:p>
            <a:pPr>
              <a:spcBef>
                <a:spcPts val="1000"/>
              </a:spcBef>
              <a:spcAft>
                <a:spcPts val="300"/>
              </a:spcAft>
            </a:pPr>
            <a:r>
              <a:rPr sz="1300" b="1">
                <a:solidFill>
                  <a:srgbClr val="0A4B8C"/>
                </a:solidFill>
              </a:rPr>
              <a:t>Principle</a:t>
            </a:r>
          </a:p>
          <a:p>
            <a:pPr>
              <a:spcBef>
                <a:spcPts val="0"/>
              </a:spcBef>
              <a:spcAft>
                <a:spcPts val="0"/>
              </a:spcAft>
            </a:pPr>
            <a:r>
              <a:rPr sz="1200" b="0">
                <a:solidFill>
                  <a:srgbClr val="3F3F3F"/>
                </a:solidFill>
              </a:rPr>
              <a:t>Controls run in the pipeline, not after the fact.</a:t>
            </a:r>
          </a:p>
          <a:p>
            <a:pPr>
              <a:spcBef>
                <a:spcPts val="1000"/>
              </a:spcBef>
              <a:spcAft>
                <a:spcPts val="300"/>
              </a:spcAft>
            </a:pPr>
            <a:r>
              <a:rPr sz="1300" b="1">
                <a:solidFill>
                  <a:srgbClr val="0A4B8C"/>
                </a:solidFill>
              </a:rPr>
              <a:t>In practice</a:t>
            </a:r>
          </a:p>
          <a:p>
            <a:pPr marL="171450" indent="-171450">
              <a:spcBef>
                <a:spcPts val="0"/>
              </a:spcBef>
              <a:spcAft>
                <a:spcPts val="300"/>
              </a:spcAft>
              <a:buFont typeface="Arial"/>
              <a:buChar char="•"/>
            </a:pPr>
            <a:r>
              <a:rPr sz="1200" b="0">
                <a:solidFill>
                  <a:srgbClr val="3F3F3F"/>
                </a:solidFill>
              </a:rPr>
              <a:t>Failed expectations quarantine records</a:t>
            </a:r>
          </a:p>
          <a:p>
            <a:pPr marL="171450" indent="-171450">
              <a:spcBef>
                <a:spcPts val="0"/>
              </a:spcBef>
              <a:spcAft>
                <a:spcPts val="300"/>
              </a:spcAft>
              <a:buFont typeface="Arial"/>
              <a:buChar char="•"/>
            </a:pPr>
            <a:r>
              <a:rPr sz="1200" b="0">
                <a:solidFill>
                  <a:srgbClr val="3F3F3F"/>
                </a:solidFill>
              </a:rPr>
              <a:t>PHI/PII masked before consumption (Restricted to Internal)</a:t>
            </a:r>
          </a:p>
          <a:p>
            <a:pPr marL="171450" indent="-171450">
              <a:spcBef>
                <a:spcPts val="0"/>
              </a:spcBef>
              <a:spcAft>
                <a:spcPts val="300"/>
              </a:spcAft>
              <a:buFont typeface="Arial"/>
              <a:buChar char="•"/>
            </a:pPr>
            <a:r>
              <a:rPr sz="1200" b="0">
                <a:solidFill>
                  <a:srgbClr val="3F3F3F"/>
                </a:solidFill>
              </a:rPr>
              <a:t>Lineage and audit through Unity Catalog</a:t>
            </a:r>
          </a:p>
        </p:txBody>
      </p:sp>
      <p:sp>
        <p:nvSpPr>
          <p:cNvPr id="9" name="Rectangle 8"/>
          <p:cNvSpPr/>
          <p:nvPr/>
        </p:nvSpPr>
        <p:spPr>
          <a:xfrm>
            <a:off x="587375" y="5560000"/>
            <a:ext cx="11028363" cy="430000"/>
          </a:xfrm>
          <a:prstGeom prst="rect">
            <a:avLst/>
          </a:prstGeom>
          <a:solidFill>
            <a:srgbClr val="E4F2F2"/>
          </a:solidFill>
          <a:ln w="9525">
            <a:solidFill>
              <a:srgbClr val="2A9D9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1200" b="1">
                <a:solidFill>
                  <a:srgbClr val="1F2D3D"/>
                </a:solidFill>
              </a:rPr>
              <a:t>Result: 240–320 pipeline instances converge on 68–150 physical Silver tables across 9 business domains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87375" y="1494292"/>
            <a:ext cx="11028363" cy="560000"/>
          </a:xfrm>
        </p:spPr>
        <p:txBody>
          <a:bodyPr/>
          <a:lstStyle/>
          <a:p>
            <a:pPr>
              <a:spcBef>
                <a:spcPts val="0"/>
              </a:spcBef>
            </a:pPr>
            <a:r>
              <a:rPr sz="1200" b="0"/>
              <a:t>Analytics outputs set the shape of the inputs. We </a:t>
            </a:r>
            <a:r>
              <a:rPr sz="1200" b="1"/>
              <a:t>start from real usage</a:t>
            </a:r>
            <a:r>
              <a:rPr sz="1200" b="0"/>
              <a:t>, give each persona the right layer, and keep event detail one step away.</a:t>
            </a:r>
          </a:p>
        </p:txBody>
      </p:sp>
      <p:sp>
        <p:nvSpPr>
          <p:cNvPr id="3" name="Title 2"/>
          <p:cNvSpPr>
            <a:spLocks noGrp="1"/>
          </p:cNvSpPr>
          <p:nvPr>
            <p:ph type="title"/>
          </p:nvPr>
        </p:nvSpPr>
        <p:spPr/>
        <p:txBody>
          <a:bodyPr/>
          <a:lstStyle/>
          <a:p>
            <a:r>
              <a:t>Guiding Principles – Analytics</a:t>
            </a:r>
            <a:br/>
            <a:r>
              <a:rPr sz="1600" b="0"/>
              <a:t>Design from usage, serve each persona at the right layer</a:t>
            </a:r>
          </a:p>
        </p:txBody>
      </p:sp>
      <p:sp>
        <p:nvSpPr>
          <p:cNvPr id="4" name="TextBox 3"/>
          <p:cNvSpPr txBox="1"/>
          <p:nvPr/>
        </p:nvSpPr>
        <p:spPr>
          <a:xfrm>
            <a:off x="587375" y="6180000"/>
            <a:ext cx="10900000" cy="160000"/>
          </a:xfrm>
          <a:prstGeom prst="rect">
            <a:avLst/>
          </a:prstGeom>
          <a:noFill/>
        </p:spPr>
        <p:txBody>
          <a:bodyPr wrap="none" lIns="0">
            <a:spAutoFit/>
          </a:bodyPr>
          <a:lstStyle/>
          <a:p>
            <a:pPr algn="l"/>
            <a:r>
              <a:rPr sz="800" b="0">
                <a:solidFill>
                  <a:srgbClr val="595959"/>
                </a:solidFill>
              </a:rPr>
              <a:t>Source: environment walkthrough §9; B1 §2.4; D §7.3; C §6–7. Persona-to-layer mapping is our proposal, not a documented CVS standard.</a:t>
            </a:r>
          </a:p>
        </p:txBody>
      </p:sp>
      <p:graphicFrame>
        <p:nvGraphicFramePr>
          <p:cNvPr id="5" name="Table 4"/>
          <p:cNvGraphicFramePr>
            <a:graphicFrameLocks noGrp="1"/>
          </p:cNvGraphicFramePr>
          <p:nvPr/>
        </p:nvGraphicFramePr>
        <p:xfrm>
          <a:off x="587375" y="2200000"/>
          <a:ext cx="5300000" cy="2380000"/>
        </p:xfrm>
        <a:graphic>
          <a:graphicData uri="http://schemas.openxmlformats.org/drawingml/2006/table">
            <a:tbl>
              <a:tblPr firstRow="1" bandRow="1">
                <a:tableStyleId>{08FB837D-C827-4EFA-A057-4D05807E0F7C}</a:tableStyleId>
              </a:tblPr>
              <a:tblGrid>
                <a:gridCol w="1900000"/>
                <a:gridCol w="900000"/>
                <a:gridCol w="2500000"/>
              </a:tblGrid>
              <a:tr h="300000">
                <a:tc>
                  <a:txBody>
                    <a:bodyPr wrap="square"/>
                    <a:lstStyle/>
                    <a:p>
                      <a:pPr>
                        <a:spcBef>
                          <a:spcPts val="0"/>
                        </a:spcBef>
                        <a:spcAft>
                          <a:spcPts val="0"/>
                        </a:spcAft>
                      </a:pPr>
                      <a:r>
                        <a:rPr sz="1200" b="1"/>
                        <a:t>Persona</a:t>
                      </a:r>
                    </a:p>
                  </a:txBody>
                  <a:tcPr marL="73152" marR="73152" anchor="ctr"/>
                </a:tc>
                <a:tc>
                  <a:txBody>
                    <a:bodyPr wrap="square"/>
                    <a:lstStyle/>
                    <a:p>
                      <a:pPr>
                        <a:spcBef>
                          <a:spcPts val="0"/>
                        </a:spcBef>
                        <a:spcAft>
                          <a:spcPts val="0"/>
                        </a:spcAft>
                      </a:pPr>
                      <a:r>
                        <a:rPr sz="1200" b="1"/>
                        <a:t>Users</a:t>
                      </a:r>
                    </a:p>
                  </a:txBody>
                  <a:tcPr marL="73152" marR="73152" anchor="ctr"/>
                </a:tc>
                <a:tc>
                  <a:txBody>
                    <a:bodyPr wrap="square"/>
                    <a:lstStyle/>
                    <a:p>
                      <a:pPr>
                        <a:spcBef>
                          <a:spcPts val="0"/>
                        </a:spcBef>
                        <a:spcAft>
                          <a:spcPts val="0"/>
                        </a:spcAft>
                      </a:pPr>
                      <a:r>
                        <a:rPr sz="1200" b="1"/>
                        <a:t>Primary layer</a:t>
                      </a:r>
                    </a:p>
                  </a:txBody>
                  <a:tcPr marL="73152" marR="73152" anchor="ctr"/>
                </a:tc>
              </a:tr>
              <a:tr h="520000">
                <a:tc>
                  <a:txBody>
                    <a:bodyPr wrap="square"/>
                    <a:lstStyle/>
                    <a:p>
                      <a:pPr>
                        <a:spcBef>
                          <a:spcPts val="0"/>
                        </a:spcBef>
                        <a:spcAft>
                          <a:spcPts val="0"/>
                        </a:spcAft>
                      </a:pPr>
                      <a:r>
                        <a:rPr sz="1100" b="1"/>
                        <a:t>Security analysts</a:t>
                      </a:r>
                    </a:p>
                  </a:txBody>
                  <a:tcPr marL="73152" marR="73152" anchor="ctr"/>
                </a:tc>
                <a:tc>
                  <a:txBody>
                    <a:bodyPr wrap="square"/>
                    <a:lstStyle/>
                    <a:p>
                      <a:pPr>
                        <a:spcBef>
                          <a:spcPts val="0"/>
                        </a:spcBef>
                        <a:spcAft>
                          <a:spcPts val="0"/>
                        </a:spcAft>
                      </a:pPr>
                      <a:r>
                        <a:rPr sz="1100"/>
                        <a:t>~100</a:t>
                      </a:r>
                    </a:p>
                  </a:txBody>
                  <a:tcPr marL="73152" marR="73152" anchor="ctr"/>
                </a:tc>
                <a:tc>
                  <a:txBody>
                    <a:bodyPr wrap="square"/>
                    <a:lstStyle/>
                    <a:p>
                      <a:pPr>
                        <a:spcBef>
                          <a:spcPts val="0"/>
                        </a:spcBef>
                        <a:spcAft>
                          <a:spcPts val="0"/>
                        </a:spcAft>
                      </a:pPr>
                      <a:r>
                        <a:rPr sz="1100"/>
                        <a:t>Silver event detail + Gold</a:t>
                      </a:r>
                    </a:p>
                  </a:txBody>
                  <a:tcPr marL="73152" marR="73152" anchor="ctr"/>
                </a:tc>
              </a:tr>
              <a:tr h="520000">
                <a:tc>
                  <a:txBody>
                    <a:bodyPr wrap="square"/>
                    <a:lstStyle/>
                    <a:p>
                      <a:pPr>
                        <a:spcBef>
                          <a:spcPts val="0"/>
                        </a:spcBef>
                        <a:spcAft>
                          <a:spcPts val="0"/>
                        </a:spcAft>
                      </a:pPr>
                      <a:r>
                        <a:rPr sz="1100" b="1"/>
                        <a:t>Power users</a:t>
                      </a:r>
                    </a:p>
                  </a:txBody>
                  <a:tcPr marL="73152" marR="73152" anchor="ctr"/>
                </a:tc>
                <a:tc>
                  <a:txBody>
                    <a:bodyPr wrap="square"/>
                    <a:lstStyle/>
                    <a:p>
                      <a:pPr>
                        <a:spcBef>
                          <a:spcPts val="0"/>
                        </a:spcBef>
                        <a:spcAft>
                          <a:spcPts val="0"/>
                        </a:spcAft>
                      </a:pPr>
                      <a:r>
                        <a:rPr sz="1100"/>
                        <a:t>~150</a:t>
                      </a:r>
                    </a:p>
                  </a:txBody>
                  <a:tcPr marL="73152" marR="73152" anchor="ctr"/>
                </a:tc>
                <a:tc>
                  <a:txBody>
                    <a:bodyPr wrap="square"/>
                    <a:lstStyle/>
                    <a:p>
                      <a:pPr>
                        <a:spcBef>
                          <a:spcPts val="0"/>
                        </a:spcBef>
                        <a:spcAft>
                          <a:spcPts val="0"/>
                        </a:spcAft>
                      </a:pPr>
                      <a:r>
                        <a:rPr sz="1100"/>
                        <a:t>Silver via SQL and notebooks</a:t>
                      </a:r>
                    </a:p>
                  </a:txBody>
                  <a:tcPr marL="73152" marR="73152" anchor="ctr"/>
                </a:tc>
              </a:tr>
              <a:tr h="520000">
                <a:tc>
                  <a:txBody>
                    <a:bodyPr wrap="square"/>
                    <a:lstStyle/>
                    <a:p>
                      <a:pPr>
                        <a:spcBef>
                          <a:spcPts val="0"/>
                        </a:spcBef>
                        <a:spcAft>
                          <a:spcPts val="0"/>
                        </a:spcAft>
                      </a:pPr>
                      <a:r>
                        <a:rPr sz="1100" b="1"/>
                        <a:t>Observability consumers</a:t>
                      </a:r>
                    </a:p>
                  </a:txBody>
                  <a:tcPr marL="73152" marR="73152" anchor="ctr"/>
                </a:tc>
                <a:tc>
                  <a:txBody>
                    <a:bodyPr wrap="square"/>
                    <a:lstStyle/>
                    <a:p>
                      <a:pPr>
                        <a:spcBef>
                          <a:spcPts val="0"/>
                        </a:spcBef>
                        <a:spcAft>
                          <a:spcPts val="0"/>
                        </a:spcAft>
                      </a:pPr>
                      <a:r>
                        <a:rPr sz="1100"/>
                        <a:t>~7,000</a:t>
                      </a:r>
                    </a:p>
                  </a:txBody>
                  <a:tcPr marL="73152" marR="73152" anchor="ctr"/>
                </a:tc>
                <a:tc>
                  <a:txBody>
                    <a:bodyPr wrap="square"/>
                    <a:lstStyle/>
                    <a:p>
                      <a:pPr>
                        <a:spcBef>
                          <a:spcPts val="0"/>
                        </a:spcBef>
                        <a:spcAft>
                          <a:spcPts val="0"/>
                        </a:spcAft>
                      </a:pPr>
                      <a:r>
                        <a:rPr sz="1100"/>
                        <a:t>Gold dashboards and Genie</a:t>
                      </a:r>
                    </a:p>
                  </a:txBody>
                  <a:tcPr marL="73152" marR="73152" anchor="ctr"/>
                </a:tc>
              </a:tr>
              <a:tr h="520000">
                <a:tc>
                  <a:txBody>
                    <a:bodyPr wrap="square"/>
                    <a:lstStyle/>
                    <a:p>
                      <a:pPr>
                        <a:spcBef>
                          <a:spcPts val="0"/>
                        </a:spcBef>
                        <a:spcAft>
                          <a:spcPts val="0"/>
                        </a:spcAft>
                      </a:pPr>
                      <a:r>
                        <a:rPr sz="1100" b="1"/>
                        <a:t>Occasional and read-only</a:t>
                      </a:r>
                    </a:p>
                  </a:txBody>
                  <a:tcPr marL="73152" marR="73152" anchor="ctr"/>
                </a:tc>
                <a:tc>
                  <a:txBody>
                    <a:bodyPr wrap="square"/>
                    <a:lstStyle/>
                    <a:p>
                      <a:pPr>
                        <a:spcBef>
                          <a:spcPts val="0"/>
                        </a:spcBef>
                        <a:spcAft>
                          <a:spcPts val="0"/>
                        </a:spcAft>
                      </a:pPr>
                      <a:r>
                        <a:rPr sz="1100"/>
                        <a:t>~2,750</a:t>
                      </a:r>
                    </a:p>
                  </a:txBody>
                  <a:tcPr marL="73152" marR="73152" anchor="ctr"/>
                </a:tc>
                <a:tc>
                  <a:txBody>
                    <a:bodyPr wrap="square"/>
                    <a:lstStyle/>
                    <a:p>
                      <a:pPr>
                        <a:spcBef>
                          <a:spcPts val="0"/>
                        </a:spcBef>
                        <a:spcAft>
                          <a:spcPts val="0"/>
                        </a:spcAft>
                      </a:pPr>
                      <a:r>
                        <a:rPr sz="1100"/>
                        <a:t>Gold dashboards</a:t>
                      </a:r>
                    </a:p>
                  </a:txBody>
                  <a:tcPr marL="73152" marR="73152" anchor="ctr"/>
                </a:tc>
              </a:tr>
            </a:tbl>
          </a:graphicData>
        </a:graphic>
      </p:graphicFrame>
      <p:sp>
        <p:nvSpPr>
          <p:cNvPr id="6" name="Rectangle 5"/>
          <p:cNvSpPr/>
          <p:nvPr/>
        </p:nvSpPr>
        <p:spPr>
          <a:xfrm>
            <a:off x="6100000" y="2200000"/>
            <a:ext cx="5515738" cy="3750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ctr">
              <a:spcBef>
                <a:spcPts val="0"/>
              </a:spcBef>
              <a:spcAft>
                <a:spcPts val="0"/>
              </a:spcAft>
            </a:pPr>
            <a:r>
              <a:rPr sz="1500" b="1">
                <a:solidFill>
                  <a:srgbClr val="3F3F3F"/>
                </a:solidFill>
              </a:rPr>
              <a:t>Analytics principles</a:t>
            </a:r>
          </a:p>
          <a:p>
            <a:pPr>
              <a:spcBef>
                <a:spcPts val="900"/>
              </a:spcBef>
              <a:spcAft>
                <a:spcPts val="100"/>
              </a:spcAft>
            </a:pPr>
            <a:r>
              <a:rPr sz="1300" b="1">
                <a:solidFill>
                  <a:srgbClr val="0A4B8C"/>
                </a:solidFill>
              </a:rPr>
              <a:t>1. Start from usage</a:t>
            </a:r>
          </a:p>
          <a:p>
            <a:pPr>
              <a:spcBef>
                <a:spcPts val="0"/>
              </a:spcBef>
              <a:spcAft>
                <a:spcPts val="0"/>
              </a:spcAft>
            </a:pPr>
            <a:r>
              <a:rPr sz="1200" b="0">
                <a:solidFill>
                  <a:srgbClr val="3F3F3F"/>
                </a:solidFill>
              </a:rPr>
              <a:t>Most queries hit the last 0–30 days. Migrate the 15,159 active searches; retire the 12,667 disabled.</a:t>
            </a:r>
          </a:p>
          <a:p>
            <a:pPr>
              <a:spcBef>
                <a:spcPts val="900"/>
              </a:spcBef>
              <a:spcAft>
                <a:spcPts val="100"/>
              </a:spcAft>
            </a:pPr>
            <a:r>
              <a:rPr sz="1300" b="1">
                <a:solidFill>
                  <a:srgbClr val="0A4B8C"/>
                </a:solidFill>
              </a:rPr>
              <a:t>2. Serve by persona</a:t>
            </a:r>
          </a:p>
          <a:p>
            <a:pPr>
              <a:spcBef>
                <a:spcPts val="0"/>
              </a:spcBef>
              <a:spcAft>
                <a:spcPts val="0"/>
              </a:spcAft>
            </a:pPr>
            <a:r>
              <a:rPr sz="1200" b="0">
                <a:solidFill>
                  <a:srgbClr val="3F3F3F"/>
                </a:solidFill>
              </a:rPr>
              <a:t>Granular Silver for investigators; curated Gold and Genie for the broad base. No direct Bronze access.</a:t>
            </a:r>
          </a:p>
          <a:p>
            <a:pPr>
              <a:spcBef>
                <a:spcPts val="900"/>
              </a:spcBef>
              <a:spcAft>
                <a:spcPts val="100"/>
              </a:spcAft>
            </a:pPr>
            <a:r>
              <a:rPr sz="1300" b="1">
                <a:solidFill>
                  <a:srgbClr val="0A4B8C"/>
                </a:solidFill>
              </a:rPr>
              <a:t>3. Pre-compute what is asked most</a:t>
            </a:r>
          </a:p>
          <a:p>
            <a:pPr>
              <a:spcBef>
                <a:spcPts val="0"/>
              </a:spcBef>
              <a:spcAft>
                <a:spcPts val="0"/>
              </a:spcAft>
            </a:pPr>
            <a:r>
              <a:rPr sz="1200" b="0">
                <a:solidFill>
                  <a:srgbClr val="3F3F3F"/>
                </a:solidFill>
              </a:rPr>
              <a:t>The 16 accelerated ES data models need pre-aggregated Silver or Gold before correlation searches move.</a:t>
            </a:r>
          </a:p>
          <a:p>
            <a:pPr>
              <a:spcBef>
                <a:spcPts val="900"/>
              </a:spcBef>
              <a:spcAft>
                <a:spcPts val="100"/>
              </a:spcAft>
            </a:pPr>
            <a:r>
              <a:rPr sz="1300" b="1">
                <a:solidFill>
                  <a:srgbClr val="0A4B8C"/>
                </a:solidFill>
              </a:rPr>
              <a:t>4. Products with owners and SLOs</a:t>
            </a:r>
          </a:p>
          <a:p>
            <a:pPr>
              <a:spcBef>
                <a:spcPts val="0"/>
              </a:spcBef>
              <a:spcAft>
                <a:spcPts val="0"/>
              </a:spcAft>
            </a:pPr>
            <a:r>
              <a:rPr sz="1200" b="0">
                <a:solidFill>
                  <a:srgbClr val="3F3F3F"/>
                </a:solidFill>
              </a:rPr>
              <a:t>A Silver table becomes a data product only with a named consumer, owner and published SLOs.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87375" y="1494292"/>
            <a:ext cx="11028363" cy="560000"/>
          </a:xfrm>
        </p:spPr>
        <p:txBody>
          <a:bodyPr/>
          <a:lstStyle/>
          <a:p>
            <a:pPr>
              <a:spcBef>
                <a:spcPts val="0"/>
              </a:spcBef>
            </a:pPr>
            <a:r>
              <a:rPr sz="1200" b="0"/>
              <a:t>To lock the input structure, we need decisions on </a:t>
            </a:r>
            <a:r>
              <a:rPr sz="1200" b="1"/>
              <a:t>five open questions</a:t>
            </a:r>
            <a:r>
              <a:rPr sz="1200" b="0"/>
              <a:t> that the source documents answer differently or not at all.</a:t>
            </a:r>
          </a:p>
        </p:txBody>
      </p:sp>
      <p:sp>
        <p:nvSpPr>
          <p:cNvPr id="3" name="Title 2"/>
          <p:cNvSpPr>
            <a:spLocks noGrp="1"/>
          </p:cNvSpPr>
          <p:nvPr>
            <p:ph type="title"/>
          </p:nvPr>
        </p:nvSpPr>
        <p:spPr/>
        <p:txBody>
          <a:bodyPr/>
          <a:lstStyle/>
          <a:p>
            <a:r>
              <a:t>Guiding Principles – Workshop Decisions</a:t>
            </a:r>
            <a:br/>
            <a:r>
              <a:rPr sz="1600" b="0"/>
              <a:t>What we want to settle</a:t>
            </a:r>
          </a:p>
        </p:txBody>
      </p:sp>
      <p:sp>
        <p:nvSpPr>
          <p:cNvPr id="4" name="TextBox 3"/>
          <p:cNvSpPr txBox="1"/>
          <p:nvPr/>
        </p:nvSpPr>
        <p:spPr>
          <a:xfrm>
            <a:off x="587375" y="6180000"/>
            <a:ext cx="10900000" cy="160000"/>
          </a:xfrm>
          <a:prstGeom prst="rect">
            <a:avLst/>
          </a:prstGeom>
          <a:noFill/>
        </p:spPr>
        <p:txBody>
          <a:bodyPr wrap="none" lIns="0">
            <a:spAutoFit/>
          </a:bodyPr>
          <a:lstStyle/>
          <a:p>
            <a:pPr algn="l"/>
            <a:r>
              <a:rPr sz="800" b="0">
                <a:solidFill>
                  <a:srgbClr val="595959"/>
                </a:solidFill>
              </a:rPr>
              <a:t>Source: question register items A-009, B2-021, C-030 (masking); A-005, C-034 (catalog); C-001 (OCSF); C-027 (ES pre-aggregates); B2 §5.4 (tiering).</a:t>
            </a:r>
          </a:p>
        </p:txBody>
      </p:sp>
      <p:graphicFrame>
        <p:nvGraphicFramePr>
          <p:cNvPr id="5" name="Table 4"/>
          <p:cNvGraphicFramePr>
            <a:graphicFrameLocks noGrp="1"/>
          </p:cNvGraphicFramePr>
          <p:nvPr/>
        </p:nvGraphicFramePr>
        <p:xfrm>
          <a:off x="587375" y="2200000"/>
          <a:ext cx="11028363" cy="3300000"/>
        </p:xfrm>
        <a:graphic>
          <a:graphicData uri="http://schemas.openxmlformats.org/drawingml/2006/table">
            <a:tbl>
              <a:tblPr firstRow="1" bandRow="1">
                <a:tableStyleId>{08FB837D-C827-4EFA-A057-4D05807E0F7C}</a:tableStyleId>
              </a:tblPr>
              <a:tblGrid>
                <a:gridCol w="4300000"/>
                <a:gridCol w="4328363"/>
                <a:gridCol w="2400000"/>
              </a:tblGrid>
              <a:tr h="300000">
                <a:tc>
                  <a:txBody>
                    <a:bodyPr wrap="square"/>
                    <a:lstStyle/>
                    <a:p>
                      <a:pPr>
                        <a:spcBef>
                          <a:spcPts val="0"/>
                        </a:spcBef>
                        <a:spcAft>
                          <a:spcPts val="0"/>
                        </a:spcAft>
                      </a:pPr>
                      <a:r>
                        <a:rPr sz="1200" b="1"/>
                        <a:t>Decision</a:t>
                      </a:r>
                    </a:p>
                  </a:txBody>
                  <a:tcPr marL="73152" marR="73152" anchor="ctr"/>
                </a:tc>
                <a:tc>
                  <a:txBody>
                    <a:bodyPr wrap="square"/>
                    <a:lstStyle/>
                    <a:p>
                      <a:pPr>
                        <a:spcBef>
                          <a:spcPts val="0"/>
                        </a:spcBef>
                        <a:spcAft>
                          <a:spcPts val="0"/>
                        </a:spcAft>
                      </a:pPr>
                      <a:r>
                        <a:rPr sz="1200" b="1"/>
                        <a:t>Why it matters</a:t>
                      </a:r>
                    </a:p>
                  </a:txBody>
                  <a:tcPr marL="73152" marR="73152" anchor="ctr"/>
                </a:tc>
                <a:tc>
                  <a:txBody>
                    <a:bodyPr wrap="square"/>
                    <a:lstStyle/>
                    <a:p>
                      <a:pPr>
                        <a:spcBef>
                          <a:spcPts val="0"/>
                        </a:spcBef>
                        <a:spcAft>
                          <a:spcPts val="0"/>
                        </a:spcAft>
                      </a:pPr>
                      <a:r>
                        <a:rPr sz="1200" b="1"/>
                        <a:t>Related items</a:t>
                      </a:r>
                    </a:p>
                  </a:txBody>
                  <a:tcPr marL="73152" marR="73152" anchor="ctr"/>
                </a:tc>
              </a:tr>
              <a:tr h="600000">
                <a:tc>
                  <a:txBody>
                    <a:bodyPr wrap="square"/>
                    <a:lstStyle/>
                    <a:p>
                      <a:pPr>
                        <a:spcBef>
                          <a:spcPts val="0"/>
                        </a:spcBef>
                        <a:spcAft>
                          <a:spcPts val="0"/>
                        </a:spcAft>
                      </a:pPr>
                      <a:r>
                        <a:rPr sz="1100" b="1"/>
                        <a:t>Which outputs are Tier 1 (hot)?</a:t>
                      </a:r>
                    </a:p>
                  </a:txBody>
                  <a:tcPr marL="73152" marR="73152" anchor="ctr"/>
                </a:tc>
                <a:tc>
                  <a:txBody>
                    <a:bodyPr wrap="square"/>
                    <a:lstStyle/>
                    <a:p>
                      <a:pPr>
                        <a:spcBef>
                          <a:spcPts val="0"/>
                        </a:spcBef>
                        <a:spcAft>
                          <a:spcPts val="0"/>
                        </a:spcAft>
                      </a:pPr>
                      <a:r>
                        <a:rPr sz="1100"/>
                        <a:t>Sets latency tier, compute cost and Bronze priority</a:t>
                      </a:r>
                    </a:p>
                  </a:txBody>
                  <a:tcPr marL="73152" marR="73152" anchor="ctr"/>
                </a:tc>
                <a:tc>
                  <a:txBody>
                    <a:bodyPr wrap="square"/>
                    <a:lstStyle/>
                    <a:p>
                      <a:pPr>
                        <a:spcBef>
                          <a:spcPts val="0"/>
                        </a:spcBef>
                        <a:spcAft>
                          <a:spcPts val="0"/>
                        </a:spcAft>
                      </a:pPr>
                      <a:r>
                        <a:rPr sz="1100"/>
                        <a:t>B2 §5.4</a:t>
                      </a:r>
                    </a:p>
                  </a:txBody>
                  <a:tcPr marL="73152" marR="73152" anchor="ctr"/>
                </a:tc>
              </a:tr>
              <a:tr h="600000">
                <a:tc>
                  <a:txBody>
                    <a:bodyPr wrap="square"/>
                    <a:lstStyle/>
                    <a:p>
                      <a:pPr>
                        <a:spcBef>
                          <a:spcPts val="0"/>
                        </a:spcBef>
                        <a:spcAft>
                          <a:spcPts val="0"/>
                        </a:spcAft>
                      </a:pPr>
                      <a:r>
                        <a:rPr sz="1100" b="1"/>
                        <a:t>Is OCSF needed for all security sources, or only selected cross-domain use cases?</a:t>
                      </a:r>
                    </a:p>
                  </a:txBody>
                  <a:tcPr marL="73152" marR="73152" anchor="ctr"/>
                </a:tc>
                <a:tc>
                  <a:txBody>
                    <a:bodyPr wrap="square"/>
                    <a:lstStyle/>
                    <a:p>
                      <a:pPr>
                        <a:spcBef>
                          <a:spcPts val="0"/>
                        </a:spcBef>
                        <a:spcAft>
                          <a:spcPts val="0"/>
                        </a:spcAft>
                      </a:pPr>
                      <a:r>
                        <a:rPr sz="1100"/>
                        <a:t>Drives Silver effort and template count</a:t>
                      </a:r>
                    </a:p>
                  </a:txBody>
                  <a:tcPr marL="73152" marR="73152" anchor="ctr"/>
                </a:tc>
                <a:tc>
                  <a:txBody>
                    <a:bodyPr wrap="square"/>
                    <a:lstStyle/>
                    <a:p>
                      <a:pPr>
                        <a:spcBef>
                          <a:spcPts val="0"/>
                        </a:spcBef>
                        <a:spcAft>
                          <a:spcPts val="0"/>
                        </a:spcAft>
                      </a:pPr>
                      <a:r>
                        <a:rPr sz="1100"/>
                        <a:t>C-001</a:t>
                      </a:r>
                    </a:p>
                  </a:txBody>
                  <a:tcPr marL="73152" marR="73152" anchor="ctr"/>
                </a:tc>
              </a:tr>
              <a:tr h="600000">
                <a:tc>
                  <a:txBody>
                    <a:bodyPr wrap="square"/>
                    <a:lstStyle/>
                    <a:p>
                      <a:pPr>
                        <a:spcBef>
                          <a:spcPts val="0"/>
                        </a:spcBef>
                        <a:spcAft>
                          <a:spcPts val="0"/>
                        </a:spcAft>
                      </a:pPr>
                      <a:r>
                        <a:rPr sz="1100" b="1"/>
                        <a:t>Where is PHI/PII masked, and what does Bronze contain?</a:t>
                      </a:r>
                    </a:p>
                  </a:txBody>
                  <a:tcPr marL="73152" marR="73152" anchor="ctr"/>
                </a:tc>
                <a:tc>
                  <a:txBody>
                    <a:bodyPr wrap="square"/>
                    <a:lstStyle/>
                    <a:p>
                      <a:pPr>
                        <a:spcBef>
                          <a:spcPts val="0"/>
                        </a:spcBef>
                        <a:spcAft>
                          <a:spcPts val="0"/>
                        </a:spcAft>
                      </a:pPr>
                      <a:r>
                        <a:rPr sz="1100"/>
                        <a:t>Walkthrough and B1 say Cribl; C says Silver. Sets Bronze classification</a:t>
                      </a:r>
                    </a:p>
                  </a:txBody>
                  <a:tcPr marL="73152" marR="73152" anchor="ctr"/>
                </a:tc>
                <a:tc>
                  <a:txBody>
                    <a:bodyPr wrap="square"/>
                    <a:lstStyle/>
                    <a:p>
                      <a:pPr>
                        <a:spcBef>
                          <a:spcPts val="0"/>
                        </a:spcBef>
                        <a:spcAft>
                          <a:spcPts val="0"/>
                        </a:spcAft>
                      </a:pPr>
                      <a:r>
                        <a:rPr sz="1100"/>
                        <a:t>A-009, B2-021, C-030</a:t>
                      </a:r>
                    </a:p>
                  </a:txBody>
                  <a:tcPr marL="73152" marR="73152" anchor="ctr"/>
                </a:tc>
              </a:tr>
              <a:tr h="600000">
                <a:tc>
                  <a:txBody>
                    <a:bodyPr wrap="square"/>
                    <a:lstStyle/>
                    <a:p>
                      <a:pPr>
                        <a:spcBef>
                          <a:spcPts val="0"/>
                        </a:spcBef>
                        <a:spcAft>
                          <a:spcPts val="0"/>
                        </a:spcAft>
                      </a:pPr>
                      <a:r>
                        <a:rPr sz="1100" b="1"/>
                        <a:t>Which pre-aggregates must exist before ES query migration?</a:t>
                      </a:r>
                    </a:p>
                  </a:txBody>
                  <a:tcPr marL="73152" marR="73152" anchor="ctr"/>
                </a:tc>
                <a:tc>
                  <a:txBody>
                    <a:bodyPr wrap="square"/>
                    <a:lstStyle/>
                    <a:p>
                      <a:pPr>
                        <a:spcBef>
                          <a:spcPts val="0"/>
                        </a:spcBef>
                        <a:spcAft>
                          <a:spcPts val="0"/>
                        </a:spcAft>
                      </a:pPr>
                      <a:r>
                        <a:rPr sz="1100"/>
                        <a:t>Hard dependency between Workstreams C and D</a:t>
                      </a:r>
                    </a:p>
                  </a:txBody>
                  <a:tcPr marL="73152" marR="73152" anchor="ctr"/>
                </a:tc>
                <a:tc>
                  <a:txBody>
                    <a:bodyPr wrap="square"/>
                    <a:lstStyle/>
                    <a:p>
                      <a:pPr>
                        <a:spcBef>
                          <a:spcPts val="0"/>
                        </a:spcBef>
                        <a:spcAft>
                          <a:spcPts val="0"/>
                        </a:spcAft>
                      </a:pPr>
                      <a:r>
                        <a:rPr sz="1100"/>
                        <a:t>C-027</a:t>
                      </a:r>
                    </a:p>
                  </a:txBody>
                  <a:tcPr marL="73152" marR="73152" anchor="ctr"/>
                </a:tc>
              </a:tr>
              <a:tr h="600000">
                <a:tc>
                  <a:txBody>
                    <a:bodyPr wrap="square"/>
                    <a:lstStyle/>
                    <a:p>
                      <a:pPr>
                        <a:spcBef>
                          <a:spcPts val="0"/>
                        </a:spcBef>
                        <a:spcAft>
                          <a:spcPts val="0"/>
                        </a:spcAft>
                      </a:pPr>
                      <a:r>
                        <a:rPr sz="1100" b="1"/>
                        <a:t>One catalog per domain, or by environment type?</a:t>
                      </a:r>
                    </a:p>
                  </a:txBody>
                  <a:tcPr marL="73152" marR="73152" anchor="ctr"/>
                </a:tc>
                <a:tc>
                  <a:txBody>
                    <a:bodyPr wrap="square"/>
                    <a:lstStyle/>
                    <a:p>
                      <a:pPr>
                        <a:spcBef>
                          <a:spcPts val="0"/>
                        </a:spcBef>
                        <a:spcAft>
                          <a:spcPts val="0"/>
                        </a:spcAft>
                      </a:pPr>
                      <a:r>
                        <a:rPr sz="1100"/>
                        <a:t>Walkthrough and C propose different structures</a:t>
                      </a:r>
                    </a:p>
                  </a:txBody>
                  <a:tcPr marL="73152" marR="73152" anchor="ctr"/>
                </a:tc>
                <a:tc>
                  <a:txBody>
                    <a:bodyPr wrap="square"/>
                    <a:lstStyle/>
                    <a:p>
                      <a:pPr>
                        <a:spcBef>
                          <a:spcPts val="0"/>
                        </a:spcBef>
                        <a:spcAft>
                          <a:spcPts val="0"/>
                        </a:spcAft>
                      </a:pPr>
                      <a:r>
                        <a:rPr sz="1100"/>
                        <a:t>A-005, C-034</a:t>
                      </a:r>
                    </a:p>
                  </a:txBody>
                  <a:tcPr marL="73152" marR="73152" anchor="ct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2_CVS_Health_PPT_Everyday_Widescreen_Template">
  <a:themeElements>
    <a:clrScheme name="CVS Health">
      <a:dk1>
        <a:srgbClr val="000000"/>
      </a:dk1>
      <a:lt1>
        <a:sysClr val="window" lastClr="FFFFFF"/>
      </a:lt1>
      <a:dk2>
        <a:srgbClr val="3F3F3F"/>
      </a:dk2>
      <a:lt2>
        <a:srgbClr val="C0C0C0"/>
      </a:lt2>
      <a:accent1>
        <a:srgbClr val="9E0000"/>
      </a:accent1>
      <a:accent2>
        <a:srgbClr val="CC0000"/>
      </a:accent2>
      <a:accent3>
        <a:srgbClr val="E94D4D"/>
      </a:accent3>
      <a:accent4>
        <a:srgbClr val="F7978D"/>
      </a:accent4>
      <a:accent5>
        <a:srgbClr val="646464"/>
      </a:accent5>
      <a:accent6>
        <a:srgbClr val="868686"/>
      </a:accent6>
      <a:hlink>
        <a:srgbClr val="3F3F3F"/>
      </a:hlink>
      <a:folHlink>
        <a:srgbClr val="A5A5A5"/>
      </a:folHlink>
    </a:clrScheme>
    <a:fontScheme name="CVS Fonts">
      <a:majorFont>
        <a:latin typeface="CVS Health Sans"/>
        <a:ea typeface=""/>
        <a:cs typeface=""/>
      </a:majorFont>
      <a:minorFont>
        <a:latin typeface="CVS Health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5"/>
        </a:solidFill>
        <a:ln>
          <a:noFill/>
          <a:miter lim="800000"/>
        </a:ln>
        <a:effectLst/>
      </a:spPr>
      <a:bodyPr rtlCol="0" anchor="ctr"/>
      <a:lstStyle>
        <a:defPPr algn="ctr">
          <a:defRPr sz="1500" b="1" dirty="0">
            <a:solidFill>
              <a:schemeClr val="bg1"/>
            </a:solidFill>
          </a:defRPr>
        </a:defPPr>
      </a:lstStyle>
      <a:style>
        <a:lnRef idx="1">
          <a:schemeClr val="accent1"/>
        </a:lnRef>
        <a:fillRef idx="3">
          <a:schemeClr val="accent1"/>
        </a:fillRef>
        <a:effectRef idx="2">
          <a:schemeClr val="accent1"/>
        </a:effectRef>
        <a:fontRef idx="minor">
          <a:schemeClr val="lt1"/>
        </a:fontRef>
      </a:style>
    </a:spDef>
    <a:lnDef>
      <a:spPr>
        <a:ln w="12700" cmpd="sng">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1500" dirty="0" smtClean="0">
            <a:solidFill>
              <a:schemeClr val="tx2"/>
            </a:solidFill>
          </a:defRPr>
        </a:defPPr>
      </a:lstStyle>
    </a:txDef>
  </a:objectDefaults>
  <a:extraClrSchemeLst/>
  <a:custClrLst>
    <a:custClr name="CVS Health Red">
      <a:srgbClr val="CC0000"/>
    </a:custClr>
    <a:custClr name="PPT Red Dark">
      <a:srgbClr val="9E0000"/>
    </a:custClr>
    <a:custClr name="Gray Extralight">
      <a:srgbClr val="E9E9E9"/>
    </a:custClr>
    <a:custClr name="PPT Gray Light">
      <a:srgbClr val="C0C0C0"/>
    </a:custClr>
    <a:custClr name="PPT Gray Medium">
      <a:srgbClr val="868686"/>
    </a:custClr>
    <a:custClr name="PPT Gray Dark">
      <a:srgbClr val="646464"/>
    </a:custClr>
    <a:custClr name="Aetna Violet">
      <a:srgbClr val="7D3F98"/>
    </a:custClr>
    <a:custClr name="PPT Violet Dark">
      <a:srgbClr val="563D82"/>
    </a:custClr>
    <a:custClr name="Navy Light">
      <a:srgbClr val="0A4B8C"/>
    </a:custClr>
    <a:custClr name="Navy">
      <a:srgbClr val="0B315E"/>
    </a:custClr>
    <a:custClr name="Navy Light">
      <a:srgbClr val="0A4B8C"/>
    </a:custClr>
    <a:custClr name="PPT Blue Dark">
      <a:srgbClr val="267AC0"/>
    </a:custClr>
    <a:custClr name="PPT Teal Extradark">
      <a:srgbClr val="00787E"/>
    </a:custClr>
    <a:custClr name="Teal Dark">
      <a:srgbClr val="00A78E"/>
    </a:custClr>
    <a:custClr name="PPT Gray Dark">
      <a:srgbClr val="646464"/>
    </a:custClr>
    <a:custClr name="PPT Gray Medium">
      <a:srgbClr val="868686"/>
    </a:custClr>
    <a:custClr name="PPT Green Extradark">
      <a:srgbClr val="487A10"/>
    </a:custClr>
    <a:custClr name="Green Dark">
      <a:srgbClr val="61A515"/>
    </a:custClr>
    <a:custClr name="PPT Orange Extradark">
      <a:srgbClr val="CE430C"/>
    </a:custClr>
    <a:custClr name="Orange Dark">
      <a:srgbClr val="F4642A"/>
    </a:custClr>
  </a:custClrLst>
  <a:extLst>
    <a:ext uri="{05A4C25C-085E-4340-85A3-A5531E510DB2}">
      <thm15:themeFamily xmlns:thm15="http://schemas.microsoft.com/office/thememl/2012/main" name="CVS_Health_Everyday_Widescreen_Template_01_2023" id="{7EFCD1C1-A5D7-5B46-AC73-73A868C74675}" vid="{2EBBD54E-5354-8642-8C39-02E7761E12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0E01C82CFC3444BBC01A07F556AEDE" ma:contentTypeVersion="3" ma:contentTypeDescription="Create a new document." ma:contentTypeScope="" ma:versionID="84405aa1168a9b4c411d92e9af987945">
  <xsd:schema xmlns:xsd="http://www.w3.org/2001/XMLSchema" xmlns:xs="http://www.w3.org/2001/XMLSchema" xmlns:p="http://schemas.microsoft.com/office/2006/metadata/properties" xmlns:ns2="88d540e4-d991-4978-9c57-880d42c7e730" targetNamespace="http://schemas.microsoft.com/office/2006/metadata/properties" ma:root="true" ma:fieldsID="ec2c9e13694366983849c2cba5d35db0" ns2:_="">
    <xsd:import namespace="88d540e4-d991-4978-9c57-880d42c7e730"/>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8d540e4-d991-4978-9c57-880d42c7e73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08AF1A8-9386-48C0-8F43-2CB44F400EB1}">
  <ds:schemaRefs>
    <ds:schemaRef ds:uri="88d540e4-d991-4978-9c57-880d42c7e73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083FE0B-24FE-43B8-A83E-833B52977880}">
  <ds:schemaRefs>
    <ds:schemaRef ds:uri="88d540e4-d991-4978-9c57-880d42c7e73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3085E927-1863-478F-A429-88116FE529FA}">
  <ds:schemaRefs>
    <ds:schemaRef ds:uri="http://schemas.microsoft.com/sharepoint/v3/contenttype/forms"/>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52</Slides>
  <Notes>8</Notes>
  <HiddenSlides>31</HiddenSlides>
  <ScaleCrop>false</ScaleCrop>
  <HeadingPairs>
    <vt:vector size="4" baseType="variant">
      <vt:variant>
        <vt:lpstr>Theme</vt:lpstr>
      </vt:variant>
      <vt:variant>
        <vt:i4>1</vt:i4>
      </vt:variant>
      <vt:variant>
        <vt:lpstr>Slide Titles</vt:lpstr>
      </vt:variant>
      <vt:variant>
        <vt:i4>52</vt:i4>
      </vt:variant>
    </vt:vector>
  </HeadingPairs>
  <TitlesOfParts>
    <vt:vector size="53" baseType="lpstr">
      <vt:lpstr>22_CVS_Health_PPT_Everyday_Widescreen_Template</vt:lpstr>
      <vt:lpstr>Discuss Databricks SOW &amp; Key Project Topics  September 24, 2026</vt:lpstr>
      <vt:lpstr>Agenda</vt:lpstr>
      <vt:lpstr>Workstream owners – in the table below, the “Lead”</vt:lpstr>
      <vt:lpstr>PowerPoint Presentation</vt:lpstr>
      <vt:lpstr>Executive Summary Path to finalizing contracts and kicking-off project </vt:lpstr>
      <vt:lpstr>1. Technical Approach &amp; Master Timeline</vt:lpstr>
      <vt:lpstr>PowerPoint Presentation</vt:lpstr>
      <vt:lpstr>Workstream A Key Objectives</vt:lpstr>
      <vt:lpstr>Workstream A - Architecture Review &amp; Remediation (1/2) Diagnose and Plan – From the SOW and other planning documents</vt:lpstr>
      <vt:lpstr>Workstream A - Architecture Review &amp; Remediation (2/2) Diagnose and Plan – Planning </vt:lpstr>
      <vt:lpstr>Workstream A – Approach From assessment to an actionable roadmap</vt:lpstr>
      <vt:lpstr>Workstream A – Assessment Framework Key components of Databricks Architecture</vt:lpstr>
      <vt:lpstr>Workstream A – Information Request List Accelerating the assessment and remediation process</vt:lpstr>
      <vt:lpstr>Workstream A – Proposed Meetings Operating rhythm for the first two months</vt:lpstr>
      <vt:lpstr>Workstream A - Architecture Assessment Framework - Planning Focus on  "how and when" of Milestone A.1 to establish operational clarity and alignment </vt:lpstr>
      <vt:lpstr>Workstream A - Architecture Assessment Framework – Considerations Focus on lowering risk, highlighting bottlenecks, and demonstrating proactive mitigation </vt:lpstr>
      <vt:lpstr>Workstream B1 – Source Rationalization and Data Contracts (1/2) “Deciding What Data We Have, Who Owns It, and How It Should Be Labeled” – From the SOW and other planning documents</vt:lpstr>
      <vt:lpstr>Workstream B1 – Source Rationalization and Data Contracts (2/2) “Deciding What Data We Have, Who Owns It, and How It Should Be Labeled” – Planning</vt:lpstr>
      <vt:lpstr>Workstream B2 – Databricks Bronze Data Landing (1/2) “Building the Digital Highway to Safely Deliver and Park the Data” – From the SOW and other planning documents</vt:lpstr>
      <vt:lpstr>Workstream B2 – Databricks Bronze Data Landing (2/2) “Building the Digital Highway to Safely Deliver and Park the Data” – Planning </vt:lpstr>
      <vt:lpstr>Workstream B – Approach</vt:lpstr>
      <vt:lpstr>Workstream B – Framework</vt:lpstr>
      <vt:lpstr>Workstream B – Key Architecture Components</vt:lpstr>
      <vt:lpstr>Workstream B – Pre-Requisite Components for Scaling </vt:lpstr>
      <vt:lpstr>Workstream B – Repeatable Source Onboarding Lifecycle</vt:lpstr>
      <vt:lpstr>Workstream B – Scope Boundaries and Integration Responsibilities</vt:lpstr>
      <vt:lpstr>Workstream B – Information Request List</vt:lpstr>
      <vt:lpstr>Workstream B – Proposed Meetings</vt:lpstr>
      <vt:lpstr>Workstream C</vt:lpstr>
      <vt:lpstr>Workstream C – Data Architecture and Pipeline Enablement (1/2) The factory – From the SOW and other planning documents</vt:lpstr>
      <vt:lpstr>Workstream C – Data Architecture and Pipeline Enablement (2/2) The factory – Planning</vt:lpstr>
      <vt:lpstr>Workstream C – Approach Building the Silver and Gold pipeline factory</vt:lpstr>
      <vt:lpstr>Workstream C – Information Request List Requirements and contextual data the pipeline factory depends on</vt:lpstr>
      <vt:lpstr>Workstream C – Proposed Meetings Sprint-based cadence for continuous delivery</vt:lpstr>
      <vt:lpstr>Workstream D</vt:lpstr>
      <vt:lpstr>Workstream D – Observability, Availability and Performance Monitoring Rationalization (1/2) Monitoring &amp; Analytics – From the SOW and other planning documents</vt:lpstr>
      <vt:lpstr>Workstream D – Observability, Availability and Performance Monitoring Rationalization (2/2) Monitoring &amp; Analytics – Planning</vt:lpstr>
      <vt:lpstr>Workstream D – Approach AI-assisted migration of legacy analytics to Databricks</vt:lpstr>
      <vt:lpstr>Workstream D – Information Request List Data and access needed to rationalize and migrate legacy analytics</vt:lpstr>
      <vt:lpstr>Workstream D – Proposed Meetings Cadence built around the tiered migration backlog</vt:lpstr>
      <vt:lpstr>Workstream 0</vt:lpstr>
      <vt:lpstr>Workstream 0 – Project Management Support (1/2) Project Management – From the SOW and other planning documents</vt:lpstr>
      <vt:lpstr>Workstream 0 – Project Management Support (2/2) Project Management – Planning </vt:lpstr>
      <vt:lpstr>Workstream E</vt:lpstr>
      <vt:lpstr>Workstream E – Organizational Change and Adoption (1/2) Change management – From the SOW and other planning documents</vt:lpstr>
      <vt:lpstr>Workstream E – Organizational Change and Adoption (2/2) Change management – Planning</vt:lpstr>
      <vt:lpstr>Workstream F</vt:lpstr>
      <vt:lpstr>Workstream F – Hypercare and Operational Handoff (1/2) Transition – From the SOW and other planning documents</vt:lpstr>
      <vt:lpstr>Workstream F – Hypercare and Operational Handoff (2/2) Transition – Planning</vt:lpstr>
      <vt:lpstr>Welcome Season Change Freeze Planning  Mitigating Timeline Risks &amp; Securing the Critical Path</vt:lpstr>
      <vt:lpstr>SOW &amp; Role Mapping Review Commercial Alignment, Resource Optimization, and Plan Reconciliation</vt:lpstr>
      <vt:lpstr>ECIF &amp; ESA Funding Maximization Aligning Technical Capacity Models with Strategic Funding Vehicles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Veingrad, Joseph</dc:creator>
  <cp:revision>1</cp:revision>
  <dcterms:created xsi:type="dcterms:W3CDTF">2026-08-27T03:33:05Z</dcterms:created>
  <dcterms:modified xsi:type="dcterms:W3CDTF">2026-10-07T17:33:18Z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0x010100AC0E01C82CFC3444BBC01A07F556AEDE</vt:lpwstr>
  </property>
</Properties>
</file>